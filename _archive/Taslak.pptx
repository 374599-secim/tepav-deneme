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b" ContentType="application/vnd.ms-excel.sheet.binary.macroEnabled.12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charts/chart2.xml" ContentType="application/vnd.openxmlformats-officedocument.drawingml.chart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charts/chart7.xml" ContentType="application/vnd.openxmlformats-officedocument.drawingml.chart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charts/chart8.xml" ContentType="application/vnd.openxmlformats-officedocument.drawingml.chart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charts/chart14.xml" ContentType="application/vnd.openxmlformats-officedocument.drawingml.chart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charts/chart15.xml" ContentType="application/vnd.openxmlformats-officedocument.drawingml.chart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charts/chart16.xml" ContentType="application/vnd.openxmlformats-officedocument.drawingml.chart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charts/chart17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7"/>
  </p:notesMasterIdLst>
  <p:handoutMasterIdLst>
    <p:handoutMasterId r:id="rId18"/>
  </p:handoutMasterIdLst>
  <p:sldIdLst>
    <p:sldId id="1602" r:id="rId2"/>
    <p:sldId id="2134806537" r:id="rId3"/>
    <p:sldId id="2134806540" r:id="rId4"/>
    <p:sldId id="2134806543" r:id="rId5"/>
    <p:sldId id="2134806546" r:id="rId6"/>
    <p:sldId id="2134806548" r:id="rId7"/>
    <p:sldId id="2134806547" r:id="rId8"/>
    <p:sldId id="2134806551" r:id="rId9"/>
    <p:sldId id="2134806552" r:id="rId10"/>
    <p:sldId id="2134806544" r:id="rId11"/>
    <p:sldId id="2134806553" r:id="rId12"/>
    <p:sldId id="2134806556" r:id="rId13"/>
    <p:sldId id="2134806557" r:id="rId14"/>
    <p:sldId id="2134806558" r:id="rId15"/>
    <p:sldId id="2134806559" r:id="rId16"/>
  </p:sldIdLst>
  <p:sldSz cx="12192000" cy="6858000"/>
  <p:notesSz cx="6858000" cy="9144000"/>
  <p:custDataLst>
    <p:tags r:id="rId19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40154"/>
    <a:srgbClr val="FDE725"/>
    <a:srgbClr val="35B779"/>
    <a:srgbClr val="31688E"/>
    <a:srgbClr val="A5A5A5"/>
    <a:srgbClr val="1F318D"/>
    <a:srgbClr val="002060"/>
    <a:srgbClr val="01033F"/>
    <a:srgbClr val="030551"/>
    <a:srgbClr val="03064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303" autoAdjust="0"/>
    <p:restoredTop sz="93606" autoAdjust="0"/>
  </p:normalViewPr>
  <p:slideViewPr>
    <p:cSldViewPr snapToGrid="0">
      <p:cViewPr>
        <p:scale>
          <a:sx n="68" d="100"/>
          <a:sy n="68" d="100"/>
        </p:scale>
        <p:origin x="1044" y="3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.xlsb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1.xlsb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2.xlsb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3.xlsb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4.xlsb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5.xlsb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6.xlsb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7.xlsb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8.xlsb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9.xlsb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10.xlsb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11.xlsb"/></Relationships>
</file>

<file path=ppt/charts/_rels/chart1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12.xlsb"/></Relationships>
</file>

<file path=ppt/charts/_rels/chart1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13.xlsb"/></Relationships>
</file>

<file path=ppt/charts/_rels/chart1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14.xlsb"/></Relationships>
</file>

<file path=ppt/charts/_rels/chart1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15.xlsb"/></Relationships>
</file>

<file path=ppt/charts/_rels/chart1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16.xlsb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tr-T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7.0761014686248333E-2"/>
          <c:y val="6.3106796116504854E-2"/>
          <c:w val="0.8667556742323097"/>
          <c:h val="0.87378640776699024"/>
        </c:manualLayout>
      </c:layout>
      <c:scatterChart>
        <c:scatterStyle val="lineMarker"/>
        <c:varyColors val="0"/>
        <c:ser>
          <c:idx val="0"/>
          <c:order val="0"/>
          <c:spPr>
            <a:ln w="38100" cmpd="sng" algn="ctr">
              <a:solidFill>
                <a:srgbClr val="364D6E"/>
              </a:solidFill>
              <a:prstDash val="dash"/>
            </a:ln>
          </c:spPr>
          <c:marker>
            <c:symbol val="none"/>
          </c:marker>
          <c:xVal>
            <c:numRef>
              <c:f>Sheet1!$A$1:$LZ$1</c:f>
              <c:numCache>
                <c:formatCode>General</c:formatCode>
                <c:ptCount val="338"/>
                <c:pt idx="0">
                  <c:v>20018</c:v>
                </c:pt>
                <c:pt idx="1">
                  <c:v>20019</c:v>
                </c:pt>
                <c:pt idx="2">
                  <c:v>20020</c:v>
                </c:pt>
                <c:pt idx="3">
                  <c:v>20021</c:v>
                </c:pt>
                <c:pt idx="4">
                  <c:v>20022</c:v>
                </c:pt>
                <c:pt idx="5">
                  <c:v>20023</c:v>
                </c:pt>
                <c:pt idx="6">
                  <c:v>20024</c:v>
                </c:pt>
                <c:pt idx="7">
                  <c:v>20025</c:v>
                </c:pt>
                <c:pt idx="8">
                  <c:v>20026</c:v>
                </c:pt>
                <c:pt idx="9">
                  <c:v>20027</c:v>
                </c:pt>
                <c:pt idx="10">
                  <c:v>20028</c:v>
                </c:pt>
                <c:pt idx="11">
                  <c:v>20029</c:v>
                </c:pt>
                <c:pt idx="12">
                  <c:v>20030</c:v>
                </c:pt>
                <c:pt idx="13">
                  <c:v>20031</c:v>
                </c:pt>
                <c:pt idx="14">
                  <c:v>20032</c:v>
                </c:pt>
                <c:pt idx="15">
                  <c:v>20033</c:v>
                </c:pt>
                <c:pt idx="16">
                  <c:v>20034</c:v>
                </c:pt>
                <c:pt idx="17">
                  <c:v>20035</c:v>
                </c:pt>
                <c:pt idx="18">
                  <c:v>20036</c:v>
                </c:pt>
                <c:pt idx="19">
                  <c:v>20037</c:v>
                </c:pt>
                <c:pt idx="20">
                  <c:v>20038</c:v>
                </c:pt>
                <c:pt idx="21">
                  <c:v>20039</c:v>
                </c:pt>
                <c:pt idx="22">
                  <c:v>20040</c:v>
                </c:pt>
                <c:pt idx="23">
                  <c:v>20041</c:v>
                </c:pt>
                <c:pt idx="24">
                  <c:v>20042</c:v>
                </c:pt>
                <c:pt idx="25">
                  <c:v>20043</c:v>
                </c:pt>
                <c:pt idx="26">
                  <c:v>20044</c:v>
                </c:pt>
                <c:pt idx="27">
                  <c:v>20045</c:v>
                </c:pt>
                <c:pt idx="28">
                  <c:v>20046</c:v>
                </c:pt>
                <c:pt idx="29">
                  <c:v>20047</c:v>
                </c:pt>
                <c:pt idx="30">
                  <c:v>20048</c:v>
                </c:pt>
                <c:pt idx="31">
                  <c:v>20049</c:v>
                </c:pt>
                <c:pt idx="32">
                  <c:v>20050</c:v>
                </c:pt>
                <c:pt idx="33">
                  <c:v>20051</c:v>
                </c:pt>
                <c:pt idx="34">
                  <c:v>20052</c:v>
                </c:pt>
                <c:pt idx="35">
                  <c:v>20053</c:v>
                </c:pt>
                <c:pt idx="36">
                  <c:v>20054</c:v>
                </c:pt>
                <c:pt idx="37">
                  <c:v>20055</c:v>
                </c:pt>
                <c:pt idx="38">
                  <c:v>20056</c:v>
                </c:pt>
                <c:pt idx="39">
                  <c:v>20057</c:v>
                </c:pt>
                <c:pt idx="40">
                  <c:v>20058</c:v>
                </c:pt>
                <c:pt idx="41">
                  <c:v>20059</c:v>
                </c:pt>
                <c:pt idx="42">
                  <c:v>20060</c:v>
                </c:pt>
                <c:pt idx="43">
                  <c:v>20061</c:v>
                </c:pt>
                <c:pt idx="44">
                  <c:v>20062</c:v>
                </c:pt>
                <c:pt idx="45">
                  <c:v>20063</c:v>
                </c:pt>
                <c:pt idx="46">
                  <c:v>20064</c:v>
                </c:pt>
                <c:pt idx="47">
                  <c:v>20065</c:v>
                </c:pt>
                <c:pt idx="48">
                  <c:v>20066</c:v>
                </c:pt>
                <c:pt idx="49">
                  <c:v>20067</c:v>
                </c:pt>
                <c:pt idx="50">
                  <c:v>20068</c:v>
                </c:pt>
                <c:pt idx="51">
                  <c:v>20069</c:v>
                </c:pt>
                <c:pt idx="52">
                  <c:v>20070</c:v>
                </c:pt>
                <c:pt idx="53">
                  <c:v>20071</c:v>
                </c:pt>
                <c:pt idx="54">
                  <c:v>20072</c:v>
                </c:pt>
                <c:pt idx="55">
                  <c:v>20073</c:v>
                </c:pt>
                <c:pt idx="56">
                  <c:v>20074</c:v>
                </c:pt>
                <c:pt idx="57">
                  <c:v>20075</c:v>
                </c:pt>
                <c:pt idx="58">
                  <c:v>20076</c:v>
                </c:pt>
                <c:pt idx="59">
                  <c:v>20077</c:v>
                </c:pt>
                <c:pt idx="60">
                  <c:v>20078</c:v>
                </c:pt>
                <c:pt idx="61">
                  <c:v>20079</c:v>
                </c:pt>
                <c:pt idx="62">
                  <c:v>20080</c:v>
                </c:pt>
                <c:pt idx="63">
                  <c:v>20081</c:v>
                </c:pt>
                <c:pt idx="64">
                  <c:v>20082</c:v>
                </c:pt>
                <c:pt idx="65">
                  <c:v>20083</c:v>
                </c:pt>
                <c:pt idx="66">
                  <c:v>20084</c:v>
                </c:pt>
                <c:pt idx="67">
                  <c:v>20085</c:v>
                </c:pt>
                <c:pt idx="68">
                  <c:v>20086</c:v>
                </c:pt>
                <c:pt idx="69">
                  <c:v>20087</c:v>
                </c:pt>
                <c:pt idx="70">
                  <c:v>20088</c:v>
                </c:pt>
                <c:pt idx="71">
                  <c:v>20089</c:v>
                </c:pt>
                <c:pt idx="72">
                  <c:v>20090</c:v>
                </c:pt>
                <c:pt idx="73">
                  <c:v>20091</c:v>
                </c:pt>
                <c:pt idx="74">
                  <c:v>20092</c:v>
                </c:pt>
                <c:pt idx="75">
                  <c:v>20093</c:v>
                </c:pt>
                <c:pt idx="76">
                  <c:v>20094</c:v>
                </c:pt>
                <c:pt idx="77">
                  <c:v>20095</c:v>
                </c:pt>
                <c:pt idx="78">
                  <c:v>20096</c:v>
                </c:pt>
                <c:pt idx="79">
                  <c:v>20097</c:v>
                </c:pt>
                <c:pt idx="80">
                  <c:v>20098</c:v>
                </c:pt>
                <c:pt idx="81">
                  <c:v>20099</c:v>
                </c:pt>
                <c:pt idx="82">
                  <c:v>20100</c:v>
                </c:pt>
                <c:pt idx="83">
                  <c:v>20101</c:v>
                </c:pt>
                <c:pt idx="84">
                  <c:v>20102</c:v>
                </c:pt>
                <c:pt idx="85">
                  <c:v>20103</c:v>
                </c:pt>
                <c:pt idx="86">
                  <c:v>20104</c:v>
                </c:pt>
                <c:pt idx="87">
                  <c:v>20105</c:v>
                </c:pt>
                <c:pt idx="88">
                  <c:v>20106</c:v>
                </c:pt>
                <c:pt idx="89">
                  <c:v>20107</c:v>
                </c:pt>
                <c:pt idx="90">
                  <c:v>20108</c:v>
                </c:pt>
                <c:pt idx="91">
                  <c:v>20109</c:v>
                </c:pt>
                <c:pt idx="92">
                  <c:v>20110</c:v>
                </c:pt>
                <c:pt idx="93">
                  <c:v>20111</c:v>
                </c:pt>
                <c:pt idx="94">
                  <c:v>20112</c:v>
                </c:pt>
                <c:pt idx="95">
                  <c:v>20113</c:v>
                </c:pt>
                <c:pt idx="96">
                  <c:v>20114</c:v>
                </c:pt>
                <c:pt idx="97">
                  <c:v>20115</c:v>
                </c:pt>
                <c:pt idx="98">
                  <c:v>20116</c:v>
                </c:pt>
                <c:pt idx="99">
                  <c:v>20117</c:v>
                </c:pt>
                <c:pt idx="100">
                  <c:v>20118</c:v>
                </c:pt>
                <c:pt idx="101">
                  <c:v>20119</c:v>
                </c:pt>
                <c:pt idx="102">
                  <c:v>20120</c:v>
                </c:pt>
                <c:pt idx="103">
                  <c:v>20121</c:v>
                </c:pt>
                <c:pt idx="104">
                  <c:v>20122</c:v>
                </c:pt>
                <c:pt idx="105">
                  <c:v>20123</c:v>
                </c:pt>
                <c:pt idx="106">
                  <c:v>20124</c:v>
                </c:pt>
                <c:pt idx="107">
                  <c:v>20125</c:v>
                </c:pt>
                <c:pt idx="108">
                  <c:v>20126</c:v>
                </c:pt>
                <c:pt idx="109">
                  <c:v>20127</c:v>
                </c:pt>
                <c:pt idx="110">
                  <c:v>20128</c:v>
                </c:pt>
                <c:pt idx="111">
                  <c:v>20129</c:v>
                </c:pt>
                <c:pt idx="112">
                  <c:v>20130</c:v>
                </c:pt>
                <c:pt idx="113">
                  <c:v>20131</c:v>
                </c:pt>
                <c:pt idx="114">
                  <c:v>20132</c:v>
                </c:pt>
                <c:pt idx="115">
                  <c:v>20133</c:v>
                </c:pt>
                <c:pt idx="116">
                  <c:v>20134</c:v>
                </c:pt>
                <c:pt idx="117">
                  <c:v>20135</c:v>
                </c:pt>
                <c:pt idx="118">
                  <c:v>20136</c:v>
                </c:pt>
                <c:pt idx="119">
                  <c:v>20137</c:v>
                </c:pt>
                <c:pt idx="120">
                  <c:v>20138</c:v>
                </c:pt>
                <c:pt idx="121">
                  <c:v>20139</c:v>
                </c:pt>
                <c:pt idx="122">
                  <c:v>20140</c:v>
                </c:pt>
                <c:pt idx="123">
                  <c:v>20141</c:v>
                </c:pt>
                <c:pt idx="124">
                  <c:v>20142</c:v>
                </c:pt>
                <c:pt idx="125">
                  <c:v>20143</c:v>
                </c:pt>
                <c:pt idx="126">
                  <c:v>20144</c:v>
                </c:pt>
                <c:pt idx="127">
                  <c:v>20145</c:v>
                </c:pt>
                <c:pt idx="128">
                  <c:v>20146</c:v>
                </c:pt>
                <c:pt idx="129">
                  <c:v>20147</c:v>
                </c:pt>
                <c:pt idx="130">
                  <c:v>20148</c:v>
                </c:pt>
                <c:pt idx="131">
                  <c:v>20149</c:v>
                </c:pt>
                <c:pt idx="132">
                  <c:v>20150</c:v>
                </c:pt>
                <c:pt idx="133">
                  <c:v>20151</c:v>
                </c:pt>
                <c:pt idx="134">
                  <c:v>20152</c:v>
                </c:pt>
                <c:pt idx="135">
                  <c:v>20153</c:v>
                </c:pt>
                <c:pt idx="136">
                  <c:v>20154</c:v>
                </c:pt>
                <c:pt idx="137">
                  <c:v>20155</c:v>
                </c:pt>
                <c:pt idx="138">
                  <c:v>20156</c:v>
                </c:pt>
                <c:pt idx="139">
                  <c:v>20157</c:v>
                </c:pt>
                <c:pt idx="140">
                  <c:v>20158</c:v>
                </c:pt>
                <c:pt idx="141">
                  <c:v>20159</c:v>
                </c:pt>
                <c:pt idx="142">
                  <c:v>20160</c:v>
                </c:pt>
                <c:pt idx="143">
                  <c:v>20161</c:v>
                </c:pt>
                <c:pt idx="144">
                  <c:v>20162</c:v>
                </c:pt>
                <c:pt idx="145">
                  <c:v>20163</c:v>
                </c:pt>
                <c:pt idx="146">
                  <c:v>20164</c:v>
                </c:pt>
                <c:pt idx="147">
                  <c:v>20165</c:v>
                </c:pt>
                <c:pt idx="148">
                  <c:v>20166</c:v>
                </c:pt>
                <c:pt idx="149">
                  <c:v>20167</c:v>
                </c:pt>
                <c:pt idx="150">
                  <c:v>20168</c:v>
                </c:pt>
                <c:pt idx="151">
                  <c:v>20169</c:v>
                </c:pt>
                <c:pt idx="152">
                  <c:v>20170</c:v>
                </c:pt>
                <c:pt idx="153">
                  <c:v>20171</c:v>
                </c:pt>
                <c:pt idx="154">
                  <c:v>20172</c:v>
                </c:pt>
                <c:pt idx="155">
                  <c:v>20173</c:v>
                </c:pt>
                <c:pt idx="156">
                  <c:v>20174</c:v>
                </c:pt>
                <c:pt idx="157">
                  <c:v>20175</c:v>
                </c:pt>
                <c:pt idx="158">
                  <c:v>20176</c:v>
                </c:pt>
                <c:pt idx="159">
                  <c:v>20177</c:v>
                </c:pt>
                <c:pt idx="160">
                  <c:v>20178</c:v>
                </c:pt>
                <c:pt idx="161">
                  <c:v>20179</c:v>
                </c:pt>
                <c:pt idx="162">
                  <c:v>20180</c:v>
                </c:pt>
                <c:pt idx="163">
                  <c:v>20181</c:v>
                </c:pt>
                <c:pt idx="164">
                  <c:v>20182</c:v>
                </c:pt>
                <c:pt idx="165">
                  <c:v>20183</c:v>
                </c:pt>
                <c:pt idx="166">
                  <c:v>20184</c:v>
                </c:pt>
                <c:pt idx="167">
                  <c:v>20185</c:v>
                </c:pt>
                <c:pt idx="168">
                  <c:v>20186</c:v>
                </c:pt>
                <c:pt idx="169">
                  <c:v>20187</c:v>
                </c:pt>
                <c:pt idx="170">
                  <c:v>20188</c:v>
                </c:pt>
                <c:pt idx="171">
                  <c:v>20189</c:v>
                </c:pt>
                <c:pt idx="172">
                  <c:v>20190</c:v>
                </c:pt>
                <c:pt idx="173">
                  <c:v>20191</c:v>
                </c:pt>
                <c:pt idx="174">
                  <c:v>20192</c:v>
                </c:pt>
                <c:pt idx="175">
                  <c:v>20193</c:v>
                </c:pt>
                <c:pt idx="176">
                  <c:v>20194</c:v>
                </c:pt>
                <c:pt idx="177">
                  <c:v>20195</c:v>
                </c:pt>
                <c:pt idx="178">
                  <c:v>20196</c:v>
                </c:pt>
                <c:pt idx="179">
                  <c:v>20197</c:v>
                </c:pt>
                <c:pt idx="180">
                  <c:v>20198</c:v>
                </c:pt>
                <c:pt idx="181">
                  <c:v>20199</c:v>
                </c:pt>
                <c:pt idx="182">
                  <c:v>20200</c:v>
                </c:pt>
                <c:pt idx="183">
                  <c:v>20201</c:v>
                </c:pt>
                <c:pt idx="184">
                  <c:v>20202</c:v>
                </c:pt>
                <c:pt idx="185">
                  <c:v>20203</c:v>
                </c:pt>
                <c:pt idx="186">
                  <c:v>20204</c:v>
                </c:pt>
                <c:pt idx="187">
                  <c:v>20205</c:v>
                </c:pt>
                <c:pt idx="188">
                  <c:v>20206</c:v>
                </c:pt>
                <c:pt idx="189">
                  <c:v>20207</c:v>
                </c:pt>
                <c:pt idx="190">
                  <c:v>20208</c:v>
                </c:pt>
                <c:pt idx="191">
                  <c:v>20209</c:v>
                </c:pt>
                <c:pt idx="192">
                  <c:v>20210</c:v>
                </c:pt>
                <c:pt idx="193">
                  <c:v>20211</c:v>
                </c:pt>
                <c:pt idx="194">
                  <c:v>20212</c:v>
                </c:pt>
                <c:pt idx="195">
                  <c:v>20213</c:v>
                </c:pt>
                <c:pt idx="196">
                  <c:v>20214</c:v>
                </c:pt>
                <c:pt idx="197">
                  <c:v>20215</c:v>
                </c:pt>
                <c:pt idx="198">
                  <c:v>20216</c:v>
                </c:pt>
                <c:pt idx="199">
                  <c:v>20217</c:v>
                </c:pt>
                <c:pt idx="200">
                  <c:v>20218</c:v>
                </c:pt>
                <c:pt idx="201">
                  <c:v>20219</c:v>
                </c:pt>
                <c:pt idx="202">
                  <c:v>20220</c:v>
                </c:pt>
                <c:pt idx="203">
                  <c:v>20221</c:v>
                </c:pt>
                <c:pt idx="204">
                  <c:v>20222</c:v>
                </c:pt>
                <c:pt idx="205">
                  <c:v>20223</c:v>
                </c:pt>
                <c:pt idx="206">
                  <c:v>20224</c:v>
                </c:pt>
                <c:pt idx="207">
                  <c:v>20225</c:v>
                </c:pt>
                <c:pt idx="208">
                  <c:v>20226</c:v>
                </c:pt>
                <c:pt idx="209">
                  <c:v>20227</c:v>
                </c:pt>
                <c:pt idx="210">
                  <c:v>20228</c:v>
                </c:pt>
                <c:pt idx="211">
                  <c:v>20229</c:v>
                </c:pt>
                <c:pt idx="212">
                  <c:v>20230</c:v>
                </c:pt>
                <c:pt idx="213">
                  <c:v>20231</c:v>
                </c:pt>
                <c:pt idx="214">
                  <c:v>20232</c:v>
                </c:pt>
                <c:pt idx="215">
                  <c:v>20233</c:v>
                </c:pt>
                <c:pt idx="216">
                  <c:v>20234</c:v>
                </c:pt>
                <c:pt idx="217">
                  <c:v>20235</c:v>
                </c:pt>
                <c:pt idx="218">
                  <c:v>20236</c:v>
                </c:pt>
                <c:pt idx="219">
                  <c:v>20237</c:v>
                </c:pt>
                <c:pt idx="220">
                  <c:v>20238</c:v>
                </c:pt>
                <c:pt idx="221">
                  <c:v>20239</c:v>
                </c:pt>
                <c:pt idx="222">
                  <c:v>20240</c:v>
                </c:pt>
                <c:pt idx="223">
                  <c:v>20241</c:v>
                </c:pt>
                <c:pt idx="224">
                  <c:v>20242</c:v>
                </c:pt>
                <c:pt idx="225">
                  <c:v>20243</c:v>
                </c:pt>
                <c:pt idx="226">
                  <c:v>20244</c:v>
                </c:pt>
                <c:pt idx="227">
                  <c:v>20245</c:v>
                </c:pt>
                <c:pt idx="228">
                  <c:v>20246</c:v>
                </c:pt>
                <c:pt idx="229">
                  <c:v>20247</c:v>
                </c:pt>
                <c:pt idx="230">
                  <c:v>20248</c:v>
                </c:pt>
                <c:pt idx="231">
                  <c:v>20249</c:v>
                </c:pt>
                <c:pt idx="232">
                  <c:v>20250</c:v>
                </c:pt>
                <c:pt idx="233">
                  <c:v>20251</c:v>
                </c:pt>
                <c:pt idx="234">
                  <c:v>20252</c:v>
                </c:pt>
                <c:pt idx="235">
                  <c:v>20253</c:v>
                </c:pt>
                <c:pt idx="236">
                  <c:v>20254</c:v>
                </c:pt>
                <c:pt idx="237">
                  <c:v>20255</c:v>
                </c:pt>
                <c:pt idx="238">
                  <c:v>20256</c:v>
                </c:pt>
                <c:pt idx="239">
                  <c:v>20257</c:v>
                </c:pt>
                <c:pt idx="240">
                  <c:v>20258</c:v>
                </c:pt>
                <c:pt idx="241">
                  <c:v>20259</c:v>
                </c:pt>
                <c:pt idx="242">
                  <c:v>20260</c:v>
                </c:pt>
                <c:pt idx="243">
                  <c:v>20261</c:v>
                </c:pt>
                <c:pt idx="244">
                  <c:v>20262</c:v>
                </c:pt>
                <c:pt idx="245">
                  <c:v>20263</c:v>
                </c:pt>
                <c:pt idx="246">
                  <c:v>20264</c:v>
                </c:pt>
                <c:pt idx="247">
                  <c:v>20265</c:v>
                </c:pt>
                <c:pt idx="248">
                  <c:v>20266</c:v>
                </c:pt>
                <c:pt idx="249">
                  <c:v>20267</c:v>
                </c:pt>
                <c:pt idx="250">
                  <c:v>20268</c:v>
                </c:pt>
                <c:pt idx="251">
                  <c:v>20269</c:v>
                </c:pt>
                <c:pt idx="252">
                  <c:v>20270</c:v>
                </c:pt>
                <c:pt idx="253">
                  <c:v>20271</c:v>
                </c:pt>
                <c:pt idx="254">
                  <c:v>20272</c:v>
                </c:pt>
                <c:pt idx="255">
                  <c:v>20273</c:v>
                </c:pt>
                <c:pt idx="256">
                  <c:v>20274</c:v>
                </c:pt>
                <c:pt idx="257">
                  <c:v>20275</c:v>
                </c:pt>
                <c:pt idx="258">
                  <c:v>20276</c:v>
                </c:pt>
                <c:pt idx="259">
                  <c:v>20277</c:v>
                </c:pt>
                <c:pt idx="260">
                  <c:v>20278</c:v>
                </c:pt>
                <c:pt idx="261">
                  <c:v>20279</c:v>
                </c:pt>
                <c:pt idx="262">
                  <c:v>20280</c:v>
                </c:pt>
                <c:pt idx="263">
                  <c:v>20281</c:v>
                </c:pt>
                <c:pt idx="264">
                  <c:v>20282</c:v>
                </c:pt>
                <c:pt idx="265">
                  <c:v>20283</c:v>
                </c:pt>
                <c:pt idx="266">
                  <c:v>20284</c:v>
                </c:pt>
                <c:pt idx="267">
                  <c:v>20285</c:v>
                </c:pt>
                <c:pt idx="268">
                  <c:v>20286</c:v>
                </c:pt>
                <c:pt idx="269">
                  <c:v>20287</c:v>
                </c:pt>
                <c:pt idx="270">
                  <c:v>20288</c:v>
                </c:pt>
                <c:pt idx="271">
                  <c:v>20289</c:v>
                </c:pt>
                <c:pt idx="272">
                  <c:v>20290</c:v>
                </c:pt>
                <c:pt idx="273">
                  <c:v>20291</c:v>
                </c:pt>
                <c:pt idx="274">
                  <c:v>20292</c:v>
                </c:pt>
                <c:pt idx="275">
                  <c:v>20293</c:v>
                </c:pt>
                <c:pt idx="276">
                  <c:v>20294</c:v>
                </c:pt>
                <c:pt idx="277">
                  <c:v>20295</c:v>
                </c:pt>
                <c:pt idx="278">
                  <c:v>20296</c:v>
                </c:pt>
                <c:pt idx="279">
                  <c:v>20297</c:v>
                </c:pt>
                <c:pt idx="280">
                  <c:v>20298</c:v>
                </c:pt>
                <c:pt idx="281">
                  <c:v>20299</c:v>
                </c:pt>
                <c:pt idx="282">
                  <c:v>20300</c:v>
                </c:pt>
                <c:pt idx="283">
                  <c:v>20301</c:v>
                </c:pt>
                <c:pt idx="284">
                  <c:v>20302</c:v>
                </c:pt>
                <c:pt idx="285">
                  <c:v>20303</c:v>
                </c:pt>
                <c:pt idx="286">
                  <c:v>20304</c:v>
                </c:pt>
                <c:pt idx="287">
                  <c:v>20305</c:v>
                </c:pt>
                <c:pt idx="288">
                  <c:v>20306</c:v>
                </c:pt>
                <c:pt idx="289">
                  <c:v>20307</c:v>
                </c:pt>
                <c:pt idx="290">
                  <c:v>20308</c:v>
                </c:pt>
                <c:pt idx="291">
                  <c:v>20309</c:v>
                </c:pt>
                <c:pt idx="292">
                  <c:v>20310</c:v>
                </c:pt>
                <c:pt idx="293">
                  <c:v>20311</c:v>
                </c:pt>
                <c:pt idx="294">
                  <c:v>20312</c:v>
                </c:pt>
                <c:pt idx="295">
                  <c:v>20313</c:v>
                </c:pt>
                <c:pt idx="296">
                  <c:v>20314</c:v>
                </c:pt>
                <c:pt idx="297">
                  <c:v>20315</c:v>
                </c:pt>
                <c:pt idx="298">
                  <c:v>20316</c:v>
                </c:pt>
                <c:pt idx="299">
                  <c:v>20317</c:v>
                </c:pt>
                <c:pt idx="300">
                  <c:v>20318</c:v>
                </c:pt>
                <c:pt idx="301">
                  <c:v>20319</c:v>
                </c:pt>
                <c:pt idx="302">
                  <c:v>20320</c:v>
                </c:pt>
                <c:pt idx="303">
                  <c:v>20321</c:v>
                </c:pt>
                <c:pt idx="304">
                  <c:v>20322</c:v>
                </c:pt>
                <c:pt idx="305">
                  <c:v>20323</c:v>
                </c:pt>
                <c:pt idx="306">
                  <c:v>20324</c:v>
                </c:pt>
                <c:pt idx="307">
                  <c:v>20325</c:v>
                </c:pt>
                <c:pt idx="308">
                  <c:v>20326</c:v>
                </c:pt>
                <c:pt idx="309">
                  <c:v>20327</c:v>
                </c:pt>
                <c:pt idx="310">
                  <c:v>20328</c:v>
                </c:pt>
                <c:pt idx="311">
                  <c:v>20329</c:v>
                </c:pt>
                <c:pt idx="312">
                  <c:v>20330</c:v>
                </c:pt>
                <c:pt idx="313">
                  <c:v>20331</c:v>
                </c:pt>
                <c:pt idx="314">
                  <c:v>20332</c:v>
                </c:pt>
                <c:pt idx="315">
                  <c:v>20333</c:v>
                </c:pt>
                <c:pt idx="316">
                  <c:v>20334</c:v>
                </c:pt>
                <c:pt idx="317">
                  <c:v>20335</c:v>
                </c:pt>
                <c:pt idx="318">
                  <c:v>20336</c:v>
                </c:pt>
                <c:pt idx="319">
                  <c:v>20337</c:v>
                </c:pt>
                <c:pt idx="320">
                  <c:v>20338</c:v>
                </c:pt>
                <c:pt idx="321">
                  <c:v>20339</c:v>
                </c:pt>
                <c:pt idx="322">
                  <c:v>20340</c:v>
                </c:pt>
                <c:pt idx="323">
                  <c:v>20341</c:v>
                </c:pt>
                <c:pt idx="324">
                  <c:v>20342</c:v>
                </c:pt>
                <c:pt idx="325">
                  <c:v>20343</c:v>
                </c:pt>
                <c:pt idx="326">
                  <c:v>20344</c:v>
                </c:pt>
                <c:pt idx="327">
                  <c:v>20345</c:v>
                </c:pt>
                <c:pt idx="328">
                  <c:v>20346</c:v>
                </c:pt>
                <c:pt idx="329">
                  <c:v>20347</c:v>
                </c:pt>
                <c:pt idx="330">
                  <c:v>20348</c:v>
                </c:pt>
                <c:pt idx="331">
                  <c:v>20349</c:v>
                </c:pt>
                <c:pt idx="332">
                  <c:v>20350</c:v>
                </c:pt>
                <c:pt idx="333">
                  <c:v>20351</c:v>
                </c:pt>
                <c:pt idx="334">
                  <c:v>20352</c:v>
                </c:pt>
                <c:pt idx="335">
                  <c:v>20353</c:v>
                </c:pt>
                <c:pt idx="336">
                  <c:v>20354</c:v>
                </c:pt>
                <c:pt idx="337">
                  <c:v>20355</c:v>
                </c:pt>
              </c:numCache>
            </c:numRef>
          </c:xVal>
          <c:yVal>
            <c:numRef>
              <c:f>Sheet1!$A$2:$LZ$2</c:f>
              <c:numCache>
                <c:formatCode>General</c:formatCode>
                <c:ptCount val="338"/>
                <c:pt idx="0">
                  <c:v>17423</c:v>
                </c:pt>
                <c:pt idx="1">
                  <c:v>17788</c:v>
                </c:pt>
                <c:pt idx="2">
                  <c:v>17822</c:v>
                </c:pt>
                <c:pt idx="3">
                  <c:v>17928</c:v>
                </c:pt>
                <c:pt idx="4">
                  <c:v>17954</c:v>
                </c:pt>
                <c:pt idx="5">
                  <c:v>17953</c:v>
                </c:pt>
                <c:pt idx="6">
                  <c:v>17856</c:v>
                </c:pt>
                <c:pt idx="7">
                  <c:v>17966</c:v>
                </c:pt>
                <c:pt idx="8">
                  <c:v>18202</c:v>
                </c:pt>
                <c:pt idx="9">
                  <c:v>18161</c:v>
                </c:pt>
                <c:pt idx="10">
                  <c:v>17932</c:v>
                </c:pt>
                <c:pt idx="11">
                  <c:v>17725</c:v>
                </c:pt>
                <c:pt idx="12">
                  <c:v>17616</c:v>
                </c:pt>
                <c:pt idx="13">
                  <c:v>17593</c:v>
                </c:pt>
                <c:pt idx="14">
                  <c:v>17722</c:v>
                </c:pt>
                <c:pt idx="15">
                  <c:v>17775</c:v>
                </c:pt>
                <c:pt idx="16">
                  <c:v>17715</c:v>
                </c:pt>
                <c:pt idx="17">
                  <c:v>17805</c:v>
                </c:pt>
                <c:pt idx="18">
                  <c:v>17620</c:v>
                </c:pt>
                <c:pt idx="19">
                  <c:v>17499</c:v>
                </c:pt>
                <c:pt idx="20">
                  <c:v>17655</c:v>
                </c:pt>
                <c:pt idx="21">
                  <c:v>17759</c:v>
                </c:pt>
                <c:pt idx="22">
                  <c:v>17725</c:v>
                </c:pt>
                <c:pt idx="23">
                  <c:v>17650</c:v>
                </c:pt>
                <c:pt idx="24">
                  <c:v>17649</c:v>
                </c:pt>
                <c:pt idx="25">
                  <c:v>17347</c:v>
                </c:pt>
                <c:pt idx="26">
                  <c:v>17233</c:v>
                </c:pt>
                <c:pt idx="27">
                  <c:v>17446</c:v>
                </c:pt>
                <c:pt idx="28">
                  <c:v>17955</c:v>
                </c:pt>
                <c:pt idx="29">
                  <c:v>18048</c:v>
                </c:pt>
                <c:pt idx="30">
                  <c:v>18122</c:v>
                </c:pt>
                <c:pt idx="31">
                  <c:v>17767</c:v>
                </c:pt>
                <c:pt idx="32">
                  <c:v>17652</c:v>
                </c:pt>
                <c:pt idx="33">
                  <c:v>17462</c:v>
                </c:pt>
                <c:pt idx="34">
                  <c:v>17403</c:v>
                </c:pt>
                <c:pt idx="35">
                  <c:v>17439</c:v>
                </c:pt>
                <c:pt idx="36">
                  <c:v>17644</c:v>
                </c:pt>
                <c:pt idx="37">
                  <c:v>17635</c:v>
                </c:pt>
                <c:pt idx="38">
                  <c:v>17493</c:v>
                </c:pt>
                <c:pt idx="39">
                  <c:v>17307</c:v>
                </c:pt>
                <c:pt idx="40">
                  <c:v>17192</c:v>
                </c:pt>
                <c:pt idx="41">
                  <c:v>17477</c:v>
                </c:pt>
                <c:pt idx="42">
                  <c:v>17749</c:v>
                </c:pt>
                <c:pt idx="43">
                  <c:v>17857</c:v>
                </c:pt>
                <c:pt idx="44">
                  <c:v>18060</c:v>
                </c:pt>
                <c:pt idx="45">
                  <c:v>18042</c:v>
                </c:pt>
                <c:pt idx="46">
                  <c:v>17886</c:v>
                </c:pt>
                <c:pt idx="47">
                  <c:v>17806</c:v>
                </c:pt>
                <c:pt idx="48">
                  <c:v>18014</c:v>
                </c:pt>
                <c:pt idx="49">
                  <c:v>18425</c:v>
                </c:pt>
                <c:pt idx="50">
                  <c:v>18715</c:v>
                </c:pt>
                <c:pt idx="51">
                  <c:v>18764</c:v>
                </c:pt>
                <c:pt idx="52">
                  <c:v>18756</c:v>
                </c:pt>
                <c:pt idx="53">
                  <c:v>18574</c:v>
                </c:pt>
                <c:pt idx="54">
                  <c:v>18443</c:v>
                </c:pt>
                <c:pt idx="55">
                  <c:v>18614</c:v>
                </c:pt>
                <c:pt idx="56">
                  <c:v>18867</c:v>
                </c:pt>
                <c:pt idx="57">
                  <c:v>18808</c:v>
                </c:pt>
                <c:pt idx="58">
                  <c:v>18484</c:v>
                </c:pt>
                <c:pt idx="59">
                  <c:v>18418</c:v>
                </c:pt>
                <c:pt idx="60">
                  <c:v>18237</c:v>
                </c:pt>
                <c:pt idx="61">
                  <c:v>18277</c:v>
                </c:pt>
                <c:pt idx="62">
                  <c:v>18576</c:v>
                </c:pt>
                <c:pt idx="63">
                  <c:v>19070</c:v>
                </c:pt>
                <c:pt idx="64">
                  <c:v>19541</c:v>
                </c:pt>
                <c:pt idx="65">
                  <c:v>20591</c:v>
                </c:pt>
                <c:pt idx="66">
                  <c:v>20695</c:v>
                </c:pt>
                <c:pt idx="67">
                  <c:v>20657</c:v>
                </c:pt>
                <c:pt idx="68">
                  <c:v>20426</c:v>
                </c:pt>
                <c:pt idx="69">
                  <c:v>20533</c:v>
                </c:pt>
                <c:pt idx="70">
                  <c:v>20527</c:v>
                </c:pt>
                <c:pt idx="71">
                  <c:v>20322</c:v>
                </c:pt>
                <c:pt idx="72">
                  <c:v>20297</c:v>
                </c:pt>
                <c:pt idx="73">
                  <c:v>20407</c:v>
                </c:pt>
                <c:pt idx="74">
                  <c:v>20230</c:v>
                </c:pt>
                <c:pt idx="75">
                  <c:v>20169</c:v>
                </c:pt>
                <c:pt idx="76">
                  <c:v>20496</c:v>
                </c:pt>
                <c:pt idx="77">
                  <c:v>20710</c:v>
                </c:pt>
                <c:pt idx="78">
                  <c:v>20778</c:v>
                </c:pt>
                <c:pt idx="79">
                  <c:v>20577</c:v>
                </c:pt>
                <c:pt idx="80">
                  <c:v>20233</c:v>
                </c:pt>
                <c:pt idx="81">
                  <c:v>20065</c:v>
                </c:pt>
                <c:pt idx="82">
                  <c:v>19985</c:v>
                </c:pt>
                <c:pt idx="83">
                  <c:v>20240</c:v>
                </c:pt>
                <c:pt idx="84">
                  <c:v>20404</c:v>
                </c:pt>
                <c:pt idx="85">
                  <c:v>20555</c:v>
                </c:pt>
                <c:pt idx="86">
                  <c:v>20575</c:v>
                </c:pt>
                <c:pt idx="87">
                  <c:v>20647</c:v>
                </c:pt>
                <c:pt idx="88">
                  <c:v>20416</c:v>
                </c:pt>
                <c:pt idx="89">
                  <c:v>20313</c:v>
                </c:pt>
                <c:pt idx="90">
                  <c:v>20557</c:v>
                </c:pt>
                <c:pt idx="91">
                  <c:v>20625</c:v>
                </c:pt>
                <c:pt idx="92">
                  <c:v>20617</c:v>
                </c:pt>
                <c:pt idx="93">
                  <c:v>20584</c:v>
                </c:pt>
                <c:pt idx="94">
                  <c:v>20187</c:v>
                </c:pt>
                <c:pt idx="95">
                  <c:v>18813</c:v>
                </c:pt>
                <c:pt idx="96">
                  <c:v>18438</c:v>
                </c:pt>
                <c:pt idx="97">
                  <c:v>18488</c:v>
                </c:pt>
                <c:pt idx="98">
                  <c:v>18632</c:v>
                </c:pt>
                <c:pt idx="99">
                  <c:v>18821</c:v>
                </c:pt>
                <c:pt idx="100">
                  <c:v>18941</c:v>
                </c:pt>
                <c:pt idx="101">
                  <c:v>18933</c:v>
                </c:pt>
                <c:pt idx="102">
                  <c:v>18514</c:v>
                </c:pt>
                <c:pt idx="103">
                  <c:v>18127</c:v>
                </c:pt>
                <c:pt idx="104">
                  <c:v>18115</c:v>
                </c:pt>
                <c:pt idx="105">
                  <c:v>18059</c:v>
                </c:pt>
                <c:pt idx="106">
                  <c:v>17864</c:v>
                </c:pt>
                <c:pt idx="107">
                  <c:v>17677</c:v>
                </c:pt>
                <c:pt idx="108">
                  <c:v>17474</c:v>
                </c:pt>
                <c:pt idx="109">
                  <c:v>17261</c:v>
                </c:pt>
                <c:pt idx="110">
                  <c:v>17224</c:v>
                </c:pt>
                <c:pt idx="111">
                  <c:v>17377</c:v>
                </c:pt>
                <c:pt idx="112">
                  <c:v>17391</c:v>
                </c:pt>
                <c:pt idx="113">
                  <c:v>17396</c:v>
                </c:pt>
                <c:pt idx="114">
                  <c:v>17359</c:v>
                </c:pt>
                <c:pt idx="115">
                  <c:v>17032</c:v>
                </c:pt>
                <c:pt idx="116">
                  <c:v>16697</c:v>
                </c:pt>
                <c:pt idx="117">
                  <c:v>16457</c:v>
                </c:pt>
                <c:pt idx="118">
                  <c:v>16554</c:v>
                </c:pt>
                <c:pt idx="119">
                  <c:v>16545</c:v>
                </c:pt>
                <c:pt idx="120">
                  <c:v>16319</c:v>
                </c:pt>
                <c:pt idx="121">
                  <c:v>16131</c:v>
                </c:pt>
                <c:pt idx="122">
                  <c:v>15804</c:v>
                </c:pt>
                <c:pt idx="123">
                  <c:v>15152</c:v>
                </c:pt>
                <c:pt idx="124">
                  <c:v>14896</c:v>
                </c:pt>
                <c:pt idx="125">
                  <c:v>14999</c:v>
                </c:pt>
                <c:pt idx="126">
                  <c:v>15165</c:v>
                </c:pt>
                <c:pt idx="127">
                  <c:v>15162</c:v>
                </c:pt>
                <c:pt idx="128">
                  <c:v>15089</c:v>
                </c:pt>
                <c:pt idx="129">
                  <c:v>14764</c:v>
                </c:pt>
                <c:pt idx="130">
                  <c:v>14572</c:v>
                </c:pt>
                <c:pt idx="131">
                  <c:v>14519</c:v>
                </c:pt>
                <c:pt idx="132">
                  <c:v>14758</c:v>
                </c:pt>
                <c:pt idx="133">
                  <c:v>15087</c:v>
                </c:pt>
                <c:pt idx="134">
                  <c:v>15218</c:v>
                </c:pt>
                <c:pt idx="135">
                  <c:v>15448</c:v>
                </c:pt>
                <c:pt idx="136">
                  <c:v>15394</c:v>
                </c:pt>
                <c:pt idx="137">
                  <c:v>15128</c:v>
                </c:pt>
                <c:pt idx="138">
                  <c:v>14984</c:v>
                </c:pt>
                <c:pt idx="139">
                  <c:v>15190</c:v>
                </c:pt>
                <c:pt idx="140">
                  <c:v>15265</c:v>
                </c:pt>
                <c:pt idx="141">
                  <c:v>15312</c:v>
                </c:pt>
                <c:pt idx="142">
                  <c:v>15367</c:v>
                </c:pt>
                <c:pt idx="143">
                  <c:v>15095</c:v>
                </c:pt>
                <c:pt idx="144">
                  <c:v>14833</c:v>
                </c:pt>
                <c:pt idx="145">
                  <c:v>15262</c:v>
                </c:pt>
                <c:pt idx="146">
                  <c:v>15611</c:v>
                </c:pt>
                <c:pt idx="147">
                  <c:v>15833</c:v>
                </c:pt>
                <c:pt idx="148">
                  <c:v>16074</c:v>
                </c:pt>
                <c:pt idx="149">
                  <c:v>16139</c:v>
                </c:pt>
                <c:pt idx="150">
                  <c:v>16156</c:v>
                </c:pt>
                <c:pt idx="151">
                  <c:v>16161</c:v>
                </c:pt>
                <c:pt idx="152">
                  <c:v>16256</c:v>
                </c:pt>
                <c:pt idx="153">
                  <c:v>16507</c:v>
                </c:pt>
                <c:pt idx="154">
                  <c:v>16697</c:v>
                </c:pt>
                <c:pt idx="155">
                  <c:v>16714</c:v>
                </c:pt>
                <c:pt idx="156">
                  <c:v>16537</c:v>
                </c:pt>
                <c:pt idx="157">
                  <c:v>16445</c:v>
                </c:pt>
                <c:pt idx="158">
                  <c:v>16250</c:v>
                </c:pt>
                <c:pt idx="159">
                  <c:v>16076</c:v>
                </c:pt>
                <c:pt idx="160">
                  <c:v>15969</c:v>
                </c:pt>
                <c:pt idx="161">
                  <c:v>15884</c:v>
                </c:pt>
                <c:pt idx="162">
                  <c:v>15909</c:v>
                </c:pt>
                <c:pt idx="163">
                  <c:v>15724</c:v>
                </c:pt>
                <c:pt idx="164">
                  <c:v>15540</c:v>
                </c:pt>
                <c:pt idx="165">
                  <c:v>15175</c:v>
                </c:pt>
                <c:pt idx="166">
                  <c:v>14984</c:v>
                </c:pt>
                <c:pt idx="167">
                  <c:v>15102</c:v>
                </c:pt>
                <c:pt idx="168">
                  <c:v>15218</c:v>
                </c:pt>
                <c:pt idx="169">
                  <c:v>15180</c:v>
                </c:pt>
                <c:pt idx="170">
                  <c:v>15102</c:v>
                </c:pt>
                <c:pt idx="171">
                  <c:v>14918</c:v>
                </c:pt>
                <c:pt idx="172">
                  <c:v>14663</c:v>
                </c:pt>
                <c:pt idx="173">
                  <c:v>14522</c:v>
                </c:pt>
                <c:pt idx="174">
                  <c:v>14697</c:v>
                </c:pt>
                <c:pt idx="175">
                  <c:v>14393</c:v>
                </c:pt>
                <c:pt idx="176">
                  <c:v>14189</c:v>
                </c:pt>
                <c:pt idx="177">
                  <c:v>14056</c:v>
                </c:pt>
                <c:pt idx="178">
                  <c:v>13744</c:v>
                </c:pt>
                <c:pt idx="179">
                  <c:v>13397</c:v>
                </c:pt>
                <c:pt idx="180">
                  <c:v>13207</c:v>
                </c:pt>
                <c:pt idx="181">
                  <c:v>13345</c:v>
                </c:pt>
                <c:pt idx="182">
                  <c:v>13421</c:v>
                </c:pt>
                <c:pt idx="183">
                  <c:v>13244</c:v>
                </c:pt>
                <c:pt idx="184">
                  <c:v>13229</c:v>
                </c:pt>
                <c:pt idx="185">
                  <c:v>13164</c:v>
                </c:pt>
                <c:pt idx="186">
                  <c:v>13056</c:v>
                </c:pt>
                <c:pt idx="187">
                  <c:v>13002</c:v>
                </c:pt>
                <c:pt idx="188">
                  <c:v>13113</c:v>
                </c:pt>
                <c:pt idx="189">
                  <c:v>13257</c:v>
                </c:pt>
                <c:pt idx="190">
                  <c:v>13563</c:v>
                </c:pt>
                <c:pt idx="191">
                  <c:v>13722</c:v>
                </c:pt>
                <c:pt idx="192">
                  <c:v>13975</c:v>
                </c:pt>
                <c:pt idx="193">
                  <c:v>13932</c:v>
                </c:pt>
                <c:pt idx="194">
                  <c:v>13895</c:v>
                </c:pt>
                <c:pt idx="195">
                  <c:v>14038</c:v>
                </c:pt>
                <c:pt idx="196">
                  <c:v>14147</c:v>
                </c:pt>
                <c:pt idx="197">
                  <c:v>14075</c:v>
                </c:pt>
                <c:pt idx="198">
                  <c:v>13915</c:v>
                </c:pt>
                <c:pt idx="199">
                  <c:v>13711</c:v>
                </c:pt>
                <c:pt idx="200">
                  <c:v>13489</c:v>
                </c:pt>
                <c:pt idx="201">
                  <c:v>13292</c:v>
                </c:pt>
                <c:pt idx="202">
                  <c:v>13452</c:v>
                </c:pt>
                <c:pt idx="203">
                  <c:v>13641</c:v>
                </c:pt>
                <c:pt idx="204">
                  <c:v>13576</c:v>
                </c:pt>
                <c:pt idx="205">
                  <c:v>13484</c:v>
                </c:pt>
                <c:pt idx="206">
                  <c:v>13521</c:v>
                </c:pt>
                <c:pt idx="207">
                  <c:v>13399</c:v>
                </c:pt>
                <c:pt idx="208">
                  <c:v>13372</c:v>
                </c:pt>
                <c:pt idx="209">
                  <c:v>13445</c:v>
                </c:pt>
                <c:pt idx="210">
                  <c:v>13550</c:v>
                </c:pt>
                <c:pt idx="211">
                  <c:v>13507</c:v>
                </c:pt>
                <c:pt idx="212">
                  <c:v>13550</c:v>
                </c:pt>
                <c:pt idx="213">
                  <c:v>13607</c:v>
                </c:pt>
                <c:pt idx="214">
                  <c:v>13402</c:v>
                </c:pt>
                <c:pt idx="215">
                  <c:v>13273</c:v>
                </c:pt>
                <c:pt idx="216">
                  <c:v>13429</c:v>
                </c:pt>
                <c:pt idx="217">
                  <c:v>13568</c:v>
                </c:pt>
                <c:pt idx="218">
                  <c:v>13743</c:v>
                </c:pt>
                <c:pt idx="219">
                  <c:v>13860</c:v>
                </c:pt>
                <c:pt idx="220">
                  <c:v>13730</c:v>
                </c:pt>
                <c:pt idx="221">
                  <c:v>13600</c:v>
                </c:pt>
                <c:pt idx="222">
                  <c:v>13028</c:v>
                </c:pt>
                <c:pt idx="223">
                  <c:v>13038</c:v>
                </c:pt>
                <c:pt idx="224">
                  <c:v>12956</c:v>
                </c:pt>
                <c:pt idx="225">
                  <c:v>12815</c:v>
                </c:pt>
                <c:pt idx="226">
                  <c:v>12637</c:v>
                </c:pt>
                <c:pt idx="227">
                  <c:v>12443</c:v>
                </c:pt>
                <c:pt idx="228">
                  <c:v>12260</c:v>
                </c:pt>
                <c:pt idx="229">
                  <c:v>12128</c:v>
                </c:pt>
                <c:pt idx="230">
                  <c:v>13029</c:v>
                </c:pt>
                <c:pt idx="231">
                  <c:v>13456</c:v>
                </c:pt>
                <c:pt idx="232">
                  <c:v>13507</c:v>
                </c:pt>
                <c:pt idx="233">
                  <c:v>13464</c:v>
                </c:pt>
                <c:pt idx="234">
                  <c:v>13439</c:v>
                </c:pt>
                <c:pt idx="235">
                  <c:v>13498</c:v>
                </c:pt>
                <c:pt idx="236">
                  <c:v>13566</c:v>
                </c:pt>
                <c:pt idx="237">
                  <c:v>13776</c:v>
                </c:pt>
                <c:pt idx="238">
                  <c:v>14111</c:v>
                </c:pt>
                <c:pt idx="239">
                  <c:v>14605</c:v>
                </c:pt>
                <c:pt idx="240">
                  <c:v>14640</c:v>
                </c:pt>
                <c:pt idx="241">
                  <c:v>15155</c:v>
                </c:pt>
                <c:pt idx="242">
                  <c:v>14831</c:v>
                </c:pt>
                <c:pt idx="243">
                  <c:v>15038</c:v>
                </c:pt>
                <c:pt idx="244">
                  <c:v>15365</c:v>
                </c:pt>
                <c:pt idx="245">
                  <c:v>15605</c:v>
                </c:pt>
                <c:pt idx="246">
                  <c:v>16108</c:v>
                </c:pt>
                <c:pt idx="247">
                  <c:v>16076</c:v>
                </c:pt>
                <c:pt idx="248">
                  <c:v>15961</c:v>
                </c:pt>
                <c:pt idx="249">
                  <c:v>15954</c:v>
                </c:pt>
                <c:pt idx="250">
                  <c:v>16325</c:v>
                </c:pt>
                <c:pt idx="251">
                  <c:v>16896</c:v>
                </c:pt>
                <c:pt idx="252">
                  <c:v>17092</c:v>
                </c:pt>
                <c:pt idx="253">
                  <c:v>17368</c:v>
                </c:pt>
                <c:pt idx="254">
                  <c:v>17535</c:v>
                </c:pt>
                <c:pt idx="255">
                  <c:v>17493</c:v>
                </c:pt>
                <c:pt idx="256">
                  <c:v>17553</c:v>
                </c:pt>
                <c:pt idx="257">
                  <c:v>17641</c:v>
                </c:pt>
                <c:pt idx="258">
                  <c:v>17819</c:v>
                </c:pt>
                <c:pt idx="259">
                  <c:v>18021</c:v>
                </c:pt>
                <c:pt idx="260">
                  <c:v>17283</c:v>
                </c:pt>
                <c:pt idx="261">
                  <c:v>16984</c:v>
                </c:pt>
                <c:pt idx="262">
                  <c:v>16835</c:v>
                </c:pt>
                <c:pt idx="263">
                  <c:v>16651</c:v>
                </c:pt>
                <c:pt idx="264">
                  <c:v>16502</c:v>
                </c:pt>
                <c:pt idx="265">
                  <c:v>16471</c:v>
                </c:pt>
                <c:pt idx="266">
                  <c:v>16202</c:v>
                </c:pt>
                <c:pt idx="267">
                  <c:v>16062</c:v>
                </c:pt>
                <c:pt idx="268">
                  <c:v>15808</c:v>
                </c:pt>
                <c:pt idx="269">
                  <c:v>15516</c:v>
                </c:pt>
                <c:pt idx="270">
                  <c:v>15357</c:v>
                </c:pt>
                <c:pt idx="271">
                  <c:v>14835</c:v>
                </c:pt>
                <c:pt idx="272">
                  <c:v>15013</c:v>
                </c:pt>
                <c:pt idx="273">
                  <c:v>14992</c:v>
                </c:pt>
                <c:pt idx="274">
                  <c:v>14884</c:v>
                </c:pt>
                <c:pt idx="275">
                  <c:v>14865</c:v>
                </c:pt>
                <c:pt idx="276">
                  <c:v>14518</c:v>
                </c:pt>
                <c:pt idx="277">
                  <c:v>14554</c:v>
                </c:pt>
                <c:pt idx="278">
                  <c:v>14794</c:v>
                </c:pt>
                <c:pt idx="279">
                  <c:v>14853</c:v>
                </c:pt>
                <c:pt idx="280">
                  <c:v>14629</c:v>
                </c:pt>
                <c:pt idx="281">
                  <c:v>14517</c:v>
                </c:pt>
                <c:pt idx="282">
                  <c:v>14583</c:v>
                </c:pt>
                <c:pt idx="283">
                  <c:v>14346</c:v>
                </c:pt>
                <c:pt idx="284">
                  <c:v>14196</c:v>
                </c:pt>
                <c:pt idx="285">
                  <c:v>14146</c:v>
                </c:pt>
                <c:pt idx="286">
                  <c:v>14228</c:v>
                </c:pt>
                <c:pt idx="287">
                  <c:v>14487</c:v>
                </c:pt>
                <c:pt idx="288">
                  <c:v>14527</c:v>
                </c:pt>
                <c:pt idx="289">
                  <c:v>14643</c:v>
                </c:pt>
                <c:pt idx="290">
                  <c:v>14613</c:v>
                </c:pt>
                <c:pt idx="291">
                  <c:v>14474</c:v>
                </c:pt>
                <c:pt idx="292">
                  <c:v>14379</c:v>
                </c:pt>
                <c:pt idx="293">
                  <c:v>14537</c:v>
                </c:pt>
                <c:pt idx="294">
                  <c:v>14668</c:v>
                </c:pt>
                <c:pt idx="295">
                  <c:v>14553</c:v>
                </c:pt>
                <c:pt idx="296">
                  <c:v>14625</c:v>
                </c:pt>
                <c:pt idx="297">
                  <c:v>14678</c:v>
                </c:pt>
                <c:pt idx="298">
                  <c:v>14586</c:v>
                </c:pt>
                <c:pt idx="299">
                  <c:v>14468</c:v>
                </c:pt>
                <c:pt idx="300">
                  <c:v>14641</c:v>
                </c:pt>
                <c:pt idx="301">
                  <c:v>14664</c:v>
                </c:pt>
                <c:pt idx="302">
                  <c:v>14719</c:v>
                </c:pt>
                <c:pt idx="303">
                  <c:v>14916</c:v>
                </c:pt>
                <c:pt idx="304">
                  <c:v>15187</c:v>
                </c:pt>
                <c:pt idx="305">
                  <c:v>15590</c:v>
                </c:pt>
                <c:pt idx="306">
                  <c:v>15680</c:v>
                </c:pt>
                <c:pt idx="307">
                  <c:v>15916</c:v>
                </c:pt>
                <c:pt idx="308">
                  <c:v>15889</c:v>
                </c:pt>
                <c:pt idx="309">
                  <c:v>15874</c:v>
                </c:pt>
                <c:pt idx="310">
                  <c:v>15898</c:v>
                </c:pt>
                <c:pt idx="311">
                  <c:v>15717</c:v>
                </c:pt>
                <c:pt idx="312">
                  <c:v>15592</c:v>
                </c:pt>
                <c:pt idx="313">
                  <c:v>15466</c:v>
                </c:pt>
                <c:pt idx="314">
                  <c:v>15461</c:v>
                </c:pt>
                <c:pt idx="315">
                  <c:v>15592</c:v>
                </c:pt>
                <c:pt idx="316">
                  <c:v>15636</c:v>
                </c:pt>
                <c:pt idx="317">
                  <c:v>15435</c:v>
                </c:pt>
                <c:pt idx="318">
                  <c:v>15474</c:v>
                </c:pt>
                <c:pt idx="319">
                  <c:v>15338</c:v>
                </c:pt>
                <c:pt idx="320">
                  <c:v>15220</c:v>
                </c:pt>
                <c:pt idx="321">
                  <c:v>15456</c:v>
                </c:pt>
                <c:pt idx="322">
                  <c:v>15837</c:v>
                </c:pt>
                <c:pt idx="323">
                  <c:v>16002</c:v>
                </c:pt>
                <c:pt idx="324">
                  <c:v>16076</c:v>
                </c:pt>
                <c:pt idx="325">
                  <c:v>16158</c:v>
                </c:pt>
                <c:pt idx="326">
                  <c:v>16497</c:v>
                </c:pt>
                <c:pt idx="327">
                  <c:v>16865</c:v>
                </c:pt>
                <c:pt idx="328">
                  <c:v>17182</c:v>
                </c:pt>
                <c:pt idx="329">
                  <c:v>17410</c:v>
                </c:pt>
                <c:pt idx="330">
                  <c:v>17534</c:v>
                </c:pt>
                <c:pt idx="331">
                  <c:v>17456</c:v>
                </c:pt>
                <c:pt idx="332">
                  <c:v>17300</c:v>
                </c:pt>
                <c:pt idx="333">
                  <c:v>16876</c:v>
                </c:pt>
                <c:pt idx="334">
                  <c:v>16513</c:v>
                </c:pt>
                <c:pt idx="335">
                  <c:v>16270</c:v>
                </c:pt>
                <c:pt idx="336">
                  <c:v>16352</c:v>
                </c:pt>
                <c:pt idx="337">
                  <c:v>15905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0EAE-4160-9412-9CDC0A3DF10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"/>
        <c:axId val="5"/>
      </c:scatterChart>
      <c:scatterChart>
        <c:scatterStyle val="lineMarker"/>
        <c:varyColors val="0"/>
        <c:ser>
          <c:idx val="1"/>
          <c:order val="1"/>
          <c:spPr>
            <a:ln w="38100" cmpd="sng" algn="ctr">
              <a:solidFill>
                <a:srgbClr val="D73027"/>
              </a:solidFill>
              <a:prstDash val="solid"/>
            </a:ln>
          </c:spPr>
          <c:marker>
            <c:symbol val="none"/>
          </c:marker>
          <c:xVal>
            <c:numRef>
              <c:f>Sheet1!$A$1:$LZ$1</c:f>
              <c:numCache>
                <c:formatCode>General</c:formatCode>
                <c:ptCount val="338"/>
                <c:pt idx="0">
                  <c:v>20018</c:v>
                </c:pt>
                <c:pt idx="1">
                  <c:v>20019</c:v>
                </c:pt>
                <c:pt idx="2">
                  <c:v>20020</c:v>
                </c:pt>
                <c:pt idx="3">
                  <c:v>20021</c:v>
                </c:pt>
                <c:pt idx="4">
                  <c:v>20022</c:v>
                </c:pt>
                <c:pt idx="5">
                  <c:v>20023</c:v>
                </c:pt>
                <c:pt idx="6">
                  <c:v>20024</c:v>
                </c:pt>
                <c:pt idx="7">
                  <c:v>20025</c:v>
                </c:pt>
                <c:pt idx="8">
                  <c:v>20026</c:v>
                </c:pt>
                <c:pt idx="9">
                  <c:v>20027</c:v>
                </c:pt>
                <c:pt idx="10">
                  <c:v>20028</c:v>
                </c:pt>
                <c:pt idx="11">
                  <c:v>20029</c:v>
                </c:pt>
                <c:pt idx="12">
                  <c:v>20030</c:v>
                </c:pt>
                <c:pt idx="13">
                  <c:v>20031</c:v>
                </c:pt>
                <c:pt idx="14">
                  <c:v>20032</c:v>
                </c:pt>
                <c:pt idx="15">
                  <c:v>20033</c:v>
                </c:pt>
                <c:pt idx="16">
                  <c:v>20034</c:v>
                </c:pt>
                <c:pt idx="17">
                  <c:v>20035</c:v>
                </c:pt>
                <c:pt idx="18">
                  <c:v>20036</c:v>
                </c:pt>
                <c:pt idx="19">
                  <c:v>20037</c:v>
                </c:pt>
                <c:pt idx="20">
                  <c:v>20038</c:v>
                </c:pt>
                <c:pt idx="21">
                  <c:v>20039</c:v>
                </c:pt>
                <c:pt idx="22">
                  <c:v>20040</c:v>
                </c:pt>
                <c:pt idx="23">
                  <c:v>20041</c:v>
                </c:pt>
                <c:pt idx="24">
                  <c:v>20042</c:v>
                </c:pt>
                <c:pt idx="25">
                  <c:v>20043</c:v>
                </c:pt>
                <c:pt idx="26">
                  <c:v>20044</c:v>
                </c:pt>
                <c:pt idx="27">
                  <c:v>20045</c:v>
                </c:pt>
                <c:pt idx="28">
                  <c:v>20046</c:v>
                </c:pt>
                <c:pt idx="29">
                  <c:v>20047</c:v>
                </c:pt>
                <c:pt idx="30">
                  <c:v>20048</c:v>
                </c:pt>
                <c:pt idx="31">
                  <c:v>20049</c:v>
                </c:pt>
                <c:pt idx="32">
                  <c:v>20050</c:v>
                </c:pt>
                <c:pt idx="33">
                  <c:v>20051</c:v>
                </c:pt>
                <c:pt idx="34">
                  <c:v>20052</c:v>
                </c:pt>
                <c:pt idx="35">
                  <c:v>20053</c:v>
                </c:pt>
                <c:pt idx="36">
                  <c:v>20054</c:v>
                </c:pt>
                <c:pt idx="37">
                  <c:v>20055</c:v>
                </c:pt>
                <c:pt idx="38">
                  <c:v>20056</c:v>
                </c:pt>
                <c:pt idx="39">
                  <c:v>20057</c:v>
                </c:pt>
                <c:pt idx="40">
                  <c:v>20058</c:v>
                </c:pt>
                <c:pt idx="41">
                  <c:v>20059</c:v>
                </c:pt>
                <c:pt idx="42">
                  <c:v>20060</c:v>
                </c:pt>
                <c:pt idx="43">
                  <c:v>20061</c:v>
                </c:pt>
                <c:pt idx="44">
                  <c:v>20062</c:v>
                </c:pt>
                <c:pt idx="45">
                  <c:v>20063</c:v>
                </c:pt>
                <c:pt idx="46">
                  <c:v>20064</c:v>
                </c:pt>
                <c:pt idx="47">
                  <c:v>20065</c:v>
                </c:pt>
                <c:pt idx="48">
                  <c:v>20066</c:v>
                </c:pt>
                <c:pt idx="49">
                  <c:v>20067</c:v>
                </c:pt>
                <c:pt idx="50">
                  <c:v>20068</c:v>
                </c:pt>
                <c:pt idx="51">
                  <c:v>20069</c:v>
                </c:pt>
                <c:pt idx="52">
                  <c:v>20070</c:v>
                </c:pt>
                <c:pt idx="53">
                  <c:v>20071</c:v>
                </c:pt>
                <c:pt idx="54">
                  <c:v>20072</c:v>
                </c:pt>
                <c:pt idx="55">
                  <c:v>20073</c:v>
                </c:pt>
                <c:pt idx="56">
                  <c:v>20074</c:v>
                </c:pt>
                <c:pt idx="57">
                  <c:v>20075</c:v>
                </c:pt>
                <c:pt idx="58">
                  <c:v>20076</c:v>
                </c:pt>
                <c:pt idx="59">
                  <c:v>20077</c:v>
                </c:pt>
                <c:pt idx="60">
                  <c:v>20078</c:v>
                </c:pt>
                <c:pt idx="61">
                  <c:v>20079</c:v>
                </c:pt>
                <c:pt idx="62">
                  <c:v>20080</c:v>
                </c:pt>
                <c:pt idx="63">
                  <c:v>20081</c:v>
                </c:pt>
                <c:pt idx="64">
                  <c:v>20082</c:v>
                </c:pt>
                <c:pt idx="65">
                  <c:v>20083</c:v>
                </c:pt>
                <c:pt idx="66">
                  <c:v>20084</c:v>
                </c:pt>
                <c:pt idx="67">
                  <c:v>20085</c:v>
                </c:pt>
                <c:pt idx="68">
                  <c:v>20086</c:v>
                </c:pt>
                <c:pt idx="69">
                  <c:v>20087</c:v>
                </c:pt>
                <c:pt idx="70">
                  <c:v>20088</c:v>
                </c:pt>
                <c:pt idx="71">
                  <c:v>20089</c:v>
                </c:pt>
                <c:pt idx="72">
                  <c:v>20090</c:v>
                </c:pt>
                <c:pt idx="73">
                  <c:v>20091</c:v>
                </c:pt>
                <c:pt idx="74">
                  <c:v>20092</c:v>
                </c:pt>
                <c:pt idx="75">
                  <c:v>20093</c:v>
                </c:pt>
                <c:pt idx="76">
                  <c:v>20094</c:v>
                </c:pt>
                <c:pt idx="77">
                  <c:v>20095</c:v>
                </c:pt>
                <c:pt idx="78">
                  <c:v>20096</c:v>
                </c:pt>
                <c:pt idx="79">
                  <c:v>20097</c:v>
                </c:pt>
                <c:pt idx="80">
                  <c:v>20098</c:v>
                </c:pt>
                <c:pt idx="81">
                  <c:v>20099</c:v>
                </c:pt>
                <c:pt idx="82">
                  <c:v>20100</c:v>
                </c:pt>
                <c:pt idx="83">
                  <c:v>20101</c:v>
                </c:pt>
                <c:pt idx="84">
                  <c:v>20102</c:v>
                </c:pt>
                <c:pt idx="85">
                  <c:v>20103</c:v>
                </c:pt>
                <c:pt idx="86">
                  <c:v>20104</c:v>
                </c:pt>
                <c:pt idx="87">
                  <c:v>20105</c:v>
                </c:pt>
                <c:pt idx="88">
                  <c:v>20106</c:v>
                </c:pt>
                <c:pt idx="89">
                  <c:v>20107</c:v>
                </c:pt>
                <c:pt idx="90">
                  <c:v>20108</c:v>
                </c:pt>
                <c:pt idx="91">
                  <c:v>20109</c:v>
                </c:pt>
                <c:pt idx="92">
                  <c:v>20110</c:v>
                </c:pt>
                <c:pt idx="93">
                  <c:v>20111</c:v>
                </c:pt>
                <c:pt idx="94">
                  <c:v>20112</c:v>
                </c:pt>
                <c:pt idx="95">
                  <c:v>20113</c:v>
                </c:pt>
                <c:pt idx="96">
                  <c:v>20114</c:v>
                </c:pt>
                <c:pt idx="97">
                  <c:v>20115</c:v>
                </c:pt>
                <c:pt idx="98">
                  <c:v>20116</c:v>
                </c:pt>
                <c:pt idx="99">
                  <c:v>20117</c:v>
                </c:pt>
                <c:pt idx="100">
                  <c:v>20118</c:v>
                </c:pt>
                <c:pt idx="101">
                  <c:v>20119</c:v>
                </c:pt>
                <c:pt idx="102">
                  <c:v>20120</c:v>
                </c:pt>
                <c:pt idx="103">
                  <c:v>20121</c:v>
                </c:pt>
                <c:pt idx="104">
                  <c:v>20122</c:v>
                </c:pt>
                <c:pt idx="105">
                  <c:v>20123</c:v>
                </c:pt>
                <c:pt idx="106">
                  <c:v>20124</c:v>
                </c:pt>
                <c:pt idx="107">
                  <c:v>20125</c:v>
                </c:pt>
                <c:pt idx="108">
                  <c:v>20126</c:v>
                </c:pt>
                <c:pt idx="109">
                  <c:v>20127</c:v>
                </c:pt>
                <c:pt idx="110">
                  <c:v>20128</c:v>
                </c:pt>
                <c:pt idx="111">
                  <c:v>20129</c:v>
                </c:pt>
                <c:pt idx="112">
                  <c:v>20130</c:v>
                </c:pt>
                <c:pt idx="113">
                  <c:v>20131</c:v>
                </c:pt>
                <c:pt idx="114">
                  <c:v>20132</c:v>
                </c:pt>
                <c:pt idx="115">
                  <c:v>20133</c:v>
                </c:pt>
                <c:pt idx="116">
                  <c:v>20134</c:v>
                </c:pt>
                <c:pt idx="117">
                  <c:v>20135</c:v>
                </c:pt>
                <c:pt idx="118">
                  <c:v>20136</c:v>
                </c:pt>
                <c:pt idx="119">
                  <c:v>20137</c:v>
                </c:pt>
                <c:pt idx="120">
                  <c:v>20138</c:v>
                </c:pt>
                <c:pt idx="121">
                  <c:v>20139</c:v>
                </c:pt>
                <c:pt idx="122">
                  <c:v>20140</c:v>
                </c:pt>
                <c:pt idx="123">
                  <c:v>20141</c:v>
                </c:pt>
                <c:pt idx="124">
                  <c:v>20142</c:v>
                </c:pt>
                <c:pt idx="125">
                  <c:v>20143</c:v>
                </c:pt>
                <c:pt idx="126">
                  <c:v>20144</c:v>
                </c:pt>
                <c:pt idx="127">
                  <c:v>20145</c:v>
                </c:pt>
                <c:pt idx="128">
                  <c:v>20146</c:v>
                </c:pt>
                <c:pt idx="129">
                  <c:v>20147</c:v>
                </c:pt>
                <c:pt idx="130">
                  <c:v>20148</c:v>
                </c:pt>
                <c:pt idx="131">
                  <c:v>20149</c:v>
                </c:pt>
                <c:pt idx="132">
                  <c:v>20150</c:v>
                </c:pt>
                <c:pt idx="133">
                  <c:v>20151</c:v>
                </c:pt>
                <c:pt idx="134">
                  <c:v>20152</c:v>
                </c:pt>
                <c:pt idx="135">
                  <c:v>20153</c:v>
                </c:pt>
                <c:pt idx="136">
                  <c:v>20154</c:v>
                </c:pt>
                <c:pt idx="137">
                  <c:v>20155</c:v>
                </c:pt>
                <c:pt idx="138">
                  <c:v>20156</c:v>
                </c:pt>
                <c:pt idx="139">
                  <c:v>20157</c:v>
                </c:pt>
                <c:pt idx="140">
                  <c:v>20158</c:v>
                </c:pt>
                <c:pt idx="141">
                  <c:v>20159</c:v>
                </c:pt>
                <c:pt idx="142">
                  <c:v>20160</c:v>
                </c:pt>
                <c:pt idx="143">
                  <c:v>20161</c:v>
                </c:pt>
                <c:pt idx="144">
                  <c:v>20162</c:v>
                </c:pt>
                <c:pt idx="145">
                  <c:v>20163</c:v>
                </c:pt>
                <c:pt idx="146">
                  <c:v>20164</c:v>
                </c:pt>
                <c:pt idx="147">
                  <c:v>20165</c:v>
                </c:pt>
                <c:pt idx="148">
                  <c:v>20166</c:v>
                </c:pt>
                <c:pt idx="149">
                  <c:v>20167</c:v>
                </c:pt>
                <c:pt idx="150">
                  <c:v>20168</c:v>
                </c:pt>
                <c:pt idx="151">
                  <c:v>20169</c:v>
                </c:pt>
                <c:pt idx="152">
                  <c:v>20170</c:v>
                </c:pt>
                <c:pt idx="153">
                  <c:v>20171</c:v>
                </c:pt>
                <c:pt idx="154">
                  <c:v>20172</c:v>
                </c:pt>
                <c:pt idx="155">
                  <c:v>20173</c:v>
                </c:pt>
                <c:pt idx="156">
                  <c:v>20174</c:v>
                </c:pt>
                <c:pt idx="157">
                  <c:v>20175</c:v>
                </c:pt>
                <c:pt idx="158">
                  <c:v>20176</c:v>
                </c:pt>
                <c:pt idx="159">
                  <c:v>20177</c:v>
                </c:pt>
                <c:pt idx="160">
                  <c:v>20178</c:v>
                </c:pt>
                <c:pt idx="161">
                  <c:v>20179</c:v>
                </c:pt>
                <c:pt idx="162">
                  <c:v>20180</c:v>
                </c:pt>
                <c:pt idx="163">
                  <c:v>20181</c:v>
                </c:pt>
                <c:pt idx="164">
                  <c:v>20182</c:v>
                </c:pt>
                <c:pt idx="165">
                  <c:v>20183</c:v>
                </c:pt>
                <c:pt idx="166">
                  <c:v>20184</c:v>
                </c:pt>
                <c:pt idx="167">
                  <c:v>20185</c:v>
                </c:pt>
                <c:pt idx="168">
                  <c:v>20186</c:v>
                </c:pt>
                <c:pt idx="169">
                  <c:v>20187</c:v>
                </c:pt>
                <c:pt idx="170">
                  <c:v>20188</c:v>
                </c:pt>
                <c:pt idx="171">
                  <c:v>20189</c:v>
                </c:pt>
                <c:pt idx="172">
                  <c:v>20190</c:v>
                </c:pt>
                <c:pt idx="173">
                  <c:v>20191</c:v>
                </c:pt>
                <c:pt idx="174">
                  <c:v>20192</c:v>
                </c:pt>
                <c:pt idx="175">
                  <c:v>20193</c:v>
                </c:pt>
                <c:pt idx="176">
                  <c:v>20194</c:v>
                </c:pt>
                <c:pt idx="177">
                  <c:v>20195</c:v>
                </c:pt>
                <c:pt idx="178">
                  <c:v>20196</c:v>
                </c:pt>
                <c:pt idx="179">
                  <c:v>20197</c:v>
                </c:pt>
                <c:pt idx="180">
                  <c:v>20198</c:v>
                </c:pt>
                <c:pt idx="181">
                  <c:v>20199</c:v>
                </c:pt>
                <c:pt idx="182">
                  <c:v>20200</c:v>
                </c:pt>
                <c:pt idx="183">
                  <c:v>20201</c:v>
                </c:pt>
                <c:pt idx="184">
                  <c:v>20202</c:v>
                </c:pt>
                <c:pt idx="185">
                  <c:v>20203</c:v>
                </c:pt>
                <c:pt idx="186">
                  <c:v>20204</c:v>
                </c:pt>
                <c:pt idx="187">
                  <c:v>20205</c:v>
                </c:pt>
                <c:pt idx="188">
                  <c:v>20206</c:v>
                </c:pt>
                <c:pt idx="189">
                  <c:v>20207</c:v>
                </c:pt>
                <c:pt idx="190">
                  <c:v>20208</c:v>
                </c:pt>
                <c:pt idx="191">
                  <c:v>20209</c:v>
                </c:pt>
                <c:pt idx="192">
                  <c:v>20210</c:v>
                </c:pt>
                <c:pt idx="193">
                  <c:v>20211</c:v>
                </c:pt>
                <c:pt idx="194">
                  <c:v>20212</c:v>
                </c:pt>
                <c:pt idx="195">
                  <c:v>20213</c:v>
                </c:pt>
                <c:pt idx="196">
                  <c:v>20214</c:v>
                </c:pt>
                <c:pt idx="197">
                  <c:v>20215</c:v>
                </c:pt>
                <c:pt idx="198">
                  <c:v>20216</c:v>
                </c:pt>
                <c:pt idx="199">
                  <c:v>20217</c:v>
                </c:pt>
                <c:pt idx="200">
                  <c:v>20218</c:v>
                </c:pt>
                <c:pt idx="201">
                  <c:v>20219</c:v>
                </c:pt>
                <c:pt idx="202">
                  <c:v>20220</c:v>
                </c:pt>
                <c:pt idx="203">
                  <c:v>20221</c:v>
                </c:pt>
                <c:pt idx="204">
                  <c:v>20222</c:v>
                </c:pt>
                <c:pt idx="205">
                  <c:v>20223</c:v>
                </c:pt>
                <c:pt idx="206">
                  <c:v>20224</c:v>
                </c:pt>
                <c:pt idx="207">
                  <c:v>20225</c:v>
                </c:pt>
                <c:pt idx="208">
                  <c:v>20226</c:v>
                </c:pt>
                <c:pt idx="209">
                  <c:v>20227</c:v>
                </c:pt>
                <c:pt idx="210">
                  <c:v>20228</c:v>
                </c:pt>
                <c:pt idx="211">
                  <c:v>20229</c:v>
                </c:pt>
                <c:pt idx="212">
                  <c:v>20230</c:v>
                </c:pt>
                <c:pt idx="213">
                  <c:v>20231</c:v>
                </c:pt>
                <c:pt idx="214">
                  <c:v>20232</c:v>
                </c:pt>
                <c:pt idx="215">
                  <c:v>20233</c:v>
                </c:pt>
                <c:pt idx="216">
                  <c:v>20234</c:v>
                </c:pt>
                <c:pt idx="217">
                  <c:v>20235</c:v>
                </c:pt>
                <c:pt idx="218">
                  <c:v>20236</c:v>
                </c:pt>
                <c:pt idx="219">
                  <c:v>20237</c:v>
                </c:pt>
                <c:pt idx="220">
                  <c:v>20238</c:v>
                </c:pt>
                <c:pt idx="221">
                  <c:v>20239</c:v>
                </c:pt>
                <c:pt idx="222">
                  <c:v>20240</c:v>
                </c:pt>
                <c:pt idx="223">
                  <c:v>20241</c:v>
                </c:pt>
                <c:pt idx="224">
                  <c:v>20242</c:v>
                </c:pt>
                <c:pt idx="225">
                  <c:v>20243</c:v>
                </c:pt>
                <c:pt idx="226">
                  <c:v>20244</c:v>
                </c:pt>
                <c:pt idx="227">
                  <c:v>20245</c:v>
                </c:pt>
                <c:pt idx="228">
                  <c:v>20246</c:v>
                </c:pt>
                <c:pt idx="229">
                  <c:v>20247</c:v>
                </c:pt>
                <c:pt idx="230">
                  <c:v>20248</c:v>
                </c:pt>
                <c:pt idx="231">
                  <c:v>20249</c:v>
                </c:pt>
                <c:pt idx="232">
                  <c:v>20250</c:v>
                </c:pt>
                <c:pt idx="233">
                  <c:v>20251</c:v>
                </c:pt>
                <c:pt idx="234">
                  <c:v>20252</c:v>
                </c:pt>
                <c:pt idx="235">
                  <c:v>20253</c:v>
                </c:pt>
                <c:pt idx="236">
                  <c:v>20254</c:v>
                </c:pt>
                <c:pt idx="237">
                  <c:v>20255</c:v>
                </c:pt>
                <c:pt idx="238">
                  <c:v>20256</c:v>
                </c:pt>
                <c:pt idx="239">
                  <c:v>20257</c:v>
                </c:pt>
                <c:pt idx="240">
                  <c:v>20258</c:v>
                </c:pt>
                <c:pt idx="241">
                  <c:v>20259</c:v>
                </c:pt>
                <c:pt idx="242">
                  <c:v>20260</c:v>
                </c:pt>
                <c:pt idx="243">
                  <c:v>20261</c:v>
                </c:pt>
                <c:pt idx="244">
                  <c:v>20262</c:v>
                </c:pt>
                <c:pt idx="245">
                  <c:v>20263</c:v>
                </c:pt>
                <c:pt idx="246">
                  <c:v>20264</c:v>
                </c:pt>
                <c:pt idx="247">
                  <c:v>20265</c:v>
                </c:pt>
                <c:pt idx="248">
                  <c:v>20266</c:v>
                </c:pt>
                <c:pt idx="249">
                  <c:v>20267</c:v>
                </c:pt>
                <c:pt idx="250">
                  <c:v>20268</c:v>
                </c:pt>
                <c:pt idx="251">
                  <c:v>20269</c:v>
                </c:pt>
                <c:pt idx="252">
                  <c:v>20270</c:v>
                </c:pt>
                <c:pt idx="253">
                  <c:v>20271</c:v>
                </c:pt>
                <c:pt idx="254">
                  <c:v>20272</c:v>
                </c:pt>
                <c:pt idx="255">
                  <c:v>20273</c:v>
                </c:pt>
                <c:pt idx="256">
                  <c:v>20274</c:v>
                </c:pt>
                <c:pt idx="257">
                  <c:v>20275</c:v>
                </c:pt>
                <c:pt idx="258">
                  <c:v>20276</c:v>
                </c:pt>
                <c:pt idx="259">
                  <c:v>20277</c:v>
                </c:pt>
                <c:pt idx="260">
                  <c:v>20278</c:v>
                </c:pt>
                <c:pt idx="261">
                  <c:v>20279</c:v>
                </c:pt>
                <c:pt idx="262">
                  <c:v>20280</c:v>
                </c:pt>
                <c:pt idx="263">
                  <c:v>20281</c:v>
                </c:pt>
                <c:pt idx="264">
                  <c:v>20282</c:v>
                </c:pt>
                <c:pt idx="265">
                  <c:v>20283</c:v>
                </c:pt>
                <c:pt idx="266">
                  <c:v>20284</c:v>
                </c:pt>
                <c:pt idx="267">
                  <c:v>20285</c:v>
                </c:pt>
                <c:pt idx="268">
                  <c:v>20286</c:v>
                </c:pt>
                <c:pt idx="269">
                  <c:v>20287</c:v>
                </c:pt>
                <c:pt idx="270">
                  <c:v>20288</c:v>
                </c:pt>
                <c:pt idx="271">
                  <c:v>20289</c:v>
                </c:pt>
                <c:pt idx="272">
                  <c:v>20290</c:v>
                </c:pt>
                <c:pt idx="273">
                  <c:v>20291</c:v>
                </c:pt>
                <c:pt idx="274">
                  <c:v>20292</c:v>
                </c:pt>
                <c:pt idx="275">
                  <c:v>20293</c:v>
                </c:pt>
                <c:pt idx="276">
                  <c:v>20294</c:v>
                </c:pt>
                <c:pt idx="277">
                  <c:v>20295</c:v>
                </c:pt>
                <c:pt idx="278">
                  <c:v>20296</c:v>
                </c:pt>
                <c:pt idx="279">
                  <c:v>20297</c:v>
                </c:pt>
                <c:pt idx="280">
                  <c:v>20298</c:v>
                </c:pt>
                <c:pt idx="281">
                  <c:v>20299</c:v>
                </c:pt>
                <c:pt idx="282">
                  <c:v>20300</c:v>
                </c:pt>
                <c:pt idx="283">
                  <c:v>20301</c:v>
                </c:pt>
                <c:pt idx="284">
                  <c:v>20302</c:v>
                </c:pt>
                <c:pt idx="285">
                  <c:v>20303</c:v>
                </c:pt>
                <c:pt idx="286">
                  <c:v>20304</c:v>
                </c:pt>
                <c:pt idx="287">
                  <c:v>20305</c:v>
                </c:pt>
                <c:pt idx="288">
                  <c:v>20306</c:v>
                </c:pt>
                <c:pt idx="289">
                  <c:v>20307</c:v>
                </c:pt>
                <c:pt idx="290">
                  <c:v>20308</c:v>
                </c:pt>
                <c:pt idx="291">
                  <c:v>20309</c:v>
                </c:pt>
                <c:pt idx="292">
                  <c:v>20310</c:v>
                </c:pt>
                <c:pt idx="293">
                  <c:v>20311</c:v>
                </c:pt>
                <c:pt idx="294">
                  <c:v>20312</c:v>
                </c:pt>
                <c:pt idx="295">
                  <c:v>20313</c:v>
                </c:pt>
                <c:pt idx="296">
                  <c:v>20314</c:v>
                </c:pt>
                <c:pt idx="297">
                  <c:v>20315</c:v>
                </c:pt>
                <c:pt idx="298">
                  <c:v>20316</c:v>
                </c:pt>
                <c:pt idx="299">
                  <c:v>20317</c:v>
                </c:pt>
                <c:pt idx="300">
                  <c:v>20318</c:v>
                </c:pt>
                <c:pt idx="301">
                  <c:v>20319</c:v>
                </c:pt>
                <c:pt idx="302">
                  <c:v>20320</c:v>
                </c:pt>
                <c:pt idx="303">
                  <c:v>20321</c:v>
                </c:pt>
                <c:pt idx="304">
                  <c:v>20322</c:v>
                </c:pt>
                <c:pt idx="305">
                  <c:v>20323</c:v>
                </c:pt>
                <c:pt idx="306">
                  <c:v>20324</c:v>
                </c:pt>
                <c:pt idx="307">
                  <c:v>20325</c:v>
                </c:pt>
                <c:pt idx="308">
                  <c:v>20326</c:v>
                </c:pt>
                <c:pt idx="309">
                  <c:v>20327</c:v>
                </c:pt>
                <c:pt idx="310">
                  <c:v>20328</c:v>
                </c:pt>
                <c:pt idx="311">
                  <c:v>20329</c:v>
                </c:pt>
                <c:pt idx="312">
                  <c:v>20330</c:v>
                </c:pt>
                <c:pt idx="313">
                  <c:v>20331</c:v>
                </c:pt>
                <c:pt idx="314">
                  <c:v>20332</c:v>
                </c:pt>
                <c:pt idx="315">
                  <c:v>20333</c:v>
                </c:pt>
                <c:pt idx="316">
                  <c:v>20334</c:v>
                </c:pt>
                <c:pt idx="317">
                  <c:v>20335</c:v>
                </c:pt>
                <c:pt idx="318">
                  <c:v>20336</c:v>
                </c:pt>
                <c:pt idx="319">
                  <c:v>20337</c:v>
                </c:pt>
                <c:pt idx="320">
                  <c:v>20338</c:v>
                </c:pt>
                <c:pt idx="321">
                  <c:v>20339</c:v>
                </c:pt>
                <c:pt idx="322">
                  <c:v>20340</c:v>
                </c:pt>
                <c:pt idx="323">
                  <c:v>20341</c:v>
                </c:pt>
                <c:pt idx="324">
                  <c:v>20342</c:v>
                </c:pt>
                <c:pt idx="325">
                  <c:v>20343</c:v>
                </c:pt>
                <c:pt idx="326">
                  <c:v>20344</c:v>
                </c:pt>
                <c:pt idx="327">
                  <c:v>20345</c:v>
                </c:pt>
                <c:pt idx="328">
                  <c:v>20346</c:v>
                </c:pt>
                <c:pt idx="329">
                  <c:v>20347</c:v>
                </c:pt>
                <c:pt idx="330">
                  <c:v>20348</c:v>
                </c:pt>
                <c:pt idx="331">
                  <c:v>20349</c:v>
                </c:pt>
                <c:pt idx="332">
                  <c:v>20350</c:v>
                </c:pt>
                <c:pt idx="333">
                  <c:v>20351</c:v>
                </c:pt>
                <c:pt idx="334">
                  <c:v>20352</c:v>
                </c:pt>
                <c:pt idx="335">
                  <c:v>20353</c:v>
                </c:pt>
                <c:pt idx="336">
                  <c:v>20354</c:v>
                </c:pt>
                <c:pt idx="337">
                  <c:v>20355</c:v>
                </c:pt>
              </c:numCache>
            </c:numRef>
          </c:xVal>
          <c:yVal>
            <c:numRef>
              <c:f>Sheet1!$A$3:$LZ$3</c:f>
              <c:numCache>
                <c:formatCode>General</c:formatCode>
                <c:ptCount val="338"/>
                <c:pt idx="0">
                  <c:v>618</c:v>
                </c:pt>
                <c:pt idx="1">
                  <c:v>853</c:v>
                </c:pt>
                <c:pt idx="2">
                  <c:v>587</c:v>
                </c:pt>
                <c:pt idx="3">
                  <c:v>687</c:v>
                </c:pt>
                <c:pt idx="4">
                  <c:v>575</c:v>
                </c:pt>
                <c:pt idx="5">
                  <c:v>659</c:v>
                </c:pt>
                <c:pt idx="6">
                  <c:v>481</c:v>
                </c:pt>
                <c:pt idx="7">
                  <c:v>509</c:v>
                </c:pt>
                <c:pt idx="8">
                  <c:v>796</c:v>
                </c:pt>
                <c:pt idx="9">
                  <c:v>663</c:v>
                </c:pt>
                <c:pt idx="10">
                  <c:v>582</c:v>
                </c:pt>
                <c:pt idx="11">
                  <c:v>385</c:v>
                </c:pt>
                <c:pt idx="12">
                  <c:v>502</c:v>
                </c:pt>
                <c:pt idx="13">
                  <c:v>520</c:v>
                </c:pt>
                <c:pt idx="14">
                  <c:v>552</c:v>
                </c:pt>
                <c:pt idx="15">
                  <c:v>673</c:v>
                </c:pt>
                <c:pt idx="16">
                  <c:v>621</c:v>
                </c:pt>
                <c:pt idx="17">
                  <c:v>701</c:v>
                </c:pt>
                <c:pt idx="18">
                  <c:v>510</c:v>
                </c:pt>
                <c:pt idx="19">
                  <c:v>377</c:v>
                </c:pt>
                <c:pt idx="20">
                  <c:v>585</c:v>
                </c:pt>
                <c:pt idx="21">
                  <c:v>587</c:v>
                </c:pt>
                <c:pt idx="22">
                  <c:v>605</c:v>
                </c:pt>
                <c:pt idx="23">
                  <c:v>636</c:v>
                </c:pt>
                <c:pt idx="24">
                  <c:v>629</c:v>
                </c:pt>
                <c:pt idx="25">
                  <c:v>460</c:v>
                </c:pt>
                <c:pt idx="26">
                  <c:v>418</c:v>
                </c:pt>
                <c:pt idx="27">
                  <c:v>615</c:v>
                </c:pt>
                <c:pt idx="28">
                  <c:v>939</c:v>
                </c:pt>
                <c:pt idx="29">
                  <c:v>723</c:v>
                </c:pt>
                <c:pt idx="30">
                  <c:v>692</c:v>
                </c:pt>
                <c:pt idx="31">
                  <c:v>498</c:v>
                </c:pt>
                <c:pt idx="32">
                  <c:v>472</c:v>
                </c:pt>
                <c:pt idx="33">
                  <c:v>497</c:v>
                </c:pt>
                <c:pt idx="34">
                  <c:v>516</c:v>
                </c:pt>
                <c:pt idx="35">
                  <c:v>695</c:v>
                </c:pt>
                <c:pt idx="36">
                  <c:v>686</c:v>
                </c:pt>
                <c:pt idx="37">
                  <c:v>500</c:v>
                </c:pt>
                <c:pt idx="38">
                  <c:v>654</c:v>
                </c:pt>
                <c:pt idx="39">
                  <c:v>477</c:v>
                </c:pt>
                <c:pt idx="40">
                  <c:v>467</c:v>
                </c:pt>
                <c:pt idx="41">
                  <c:v>670</c:v>
                </c:pt>
                <c:pt idx="42">
                  <c:v>774</c:v>
                </c:pt>
                <c:pt idx="43">
                  <c:v>628</c:v>
                </c:pt>
                <c:pt idx="44">
                  <c:v>755</c:v>
                </c:pt>
                <c:pt idx="45">
                  <c:v>655</c:v>
                </c:pt>
                <c:pt idx="46">
                  <c:v>465</c:v>
                </c:pt>
                <c:pt idx="47">
                  <c:v>621</c:v>
                </c:pt>
                <c:pt idx="48">
                  <c:v>718</c:v>
                </c:pt>
                <c:pt idx="49">
                  <c:v>788</c:v>
                </c:pt>
                <c:pt idx="50">
                  <c:v>875</c:v>
                </c:pt>
                <c:pt idx="51">
                  <c:v>636</c:v>
                </c:pt>
                <c:pt idx="52">
                  <c:v>597</c:v>
                </c:pt>
                <c:pt idx="53">
                  <c:v>454</c:v>
                </c:pt>
                <c:pt idx="54">
                  <c:v>498</c:v>
                </c:pt>
                <c:pt idx="55">
                  <c:v>631</c:v>
                </c:pt>
                <c:pt idx="56">
                  <c:v>671</c:v>
                </c:pt>
                <c:pt idx="57">
                  <c:v>556</c:v>
                </c:pt>
                <c:pt idx="58">
                  <c:v>615</c:v>
                </c:pt>
                <c:pt idx="59">
                  <c:v>657</c:v>
                </c:pt>
                <c:pt idx="60">
                  <c:v>511</c:v>
                </c:pt>
                <c:pt idx="61">
                  <c:v>538</c:v>
                </c:pt>
                <c:pt idx="62">
                  <c:v>771</c:v>
                </c:pt>
                <c:pt idx="63">
                  <c:v>991</c:v>
                </c:pt>
                <c:pt idx="64">
                  <c:v>987</c:v>
                </c:pt>
                <c:pt idx="65">
                  <c:v>1745</c:v>
                </c:pt>
                <c:pt idx="66">
                  <c:v>790</c:v>
                </c:pt>
                <c:pt idx="67">
                  <c:v>462</c:v>
                </c:pt>
                <c:pt idx="68">
                  <c:v>423</c:v>
                </c:pt>
                <c:pt idx="69">
                  <c:v>584</c:v>
                </c:pt>
                <c:pt idx="70">
                  <c:v>461</c:v>
                </c:pt>
                <c:pt idx="71">
                  <c:v>465</c:v>
                </c:pt>
                <c:pt idx="72">
                  <c:v>749</c:v>
                </c:pt>
                <c:pt idx="73">
                  <c:v>738</c:v>
                </c:pt>
                <c:pt idx="74">
                  <c:v>578</c:v>
                </c:pt>
                <c:pt idx="75">
                  <c:v>594</c:v>
                </c:pt>
                <c:pt idx="76">
                  <c:v>792</c:v>
                </c:pt>
                <c:pt idx="77">
                  <c:v>835</c:v>
                </c:pt>
                <c:pt idx="78">
                  <c:v>786</c:v>
                </c:pt>
                <c:pt idx="79">
                  <c:v>587</c:v>
                </c:pt>
                <c:pt idx="80">
                  <c:v>531</c:v>
                </c:pt>
                <c:pt idx="81">
                  <c:v>468</c:v>
                </c:pt>
                <c:pt idx="82">
                  <c:v>517</c:v>
                </c:pt>
                <c:pt idx="83">
                  <c:v>709</c:v>
                </c:pt>
                <c:pt idx="84">
                  <c:v>662</c:v>
                </c:pt>
                <c:pt idx="85">
                  <c:v>782</c:v>
                </c:pt>
                <c:pt idx="86">
                  <c:v>691</c:v>
                </c:pt>
                <c:pt idx="87">
                  <c:v>628</c:v>
                </c:pt>
                <c:pt idx="88">
                  <c:v>384</c:v>
                </c:pt>
                <c:pt idx="89">
                  <c:v>554</c:v>
                </c:pt>
                <c:pt idx="90">
                  <c:v>755</c:v>
                </c:pt>
                <c:pt idx="91">
                  <c:v>606</c:v>
                </c:pt>
                <c:pt idx="92">
                  <c:v>763</c:v>
                </c:pt>
                <c:pt idx="93">
                  <c:v>958</c:v>
                </c:pt>
                <c:pt idx="94">
                  <c:v>590</c:v>
                </c:pt>
                <c:pt idx="95">
                  <c:v>371</c:v>
                </c:pt>
                <c:pt idx="96">
                  <c:v>415</c:v>
                </c:pt>
                <c:pt idx="97">
                  <c:v>512</c:v>
                </c:pt>
                <c:pt idx="98">
                  <c:v>567</c:v>
                </c:pt>
                <c:pt idx="99">
                  <c:v>773</c:v>
                </c:pt>
                <c:pt idx="100">
                  <c:v>581</c:v>
                </c:pt>
                <c:pt idx="101">
                  <c:v>457</c:v>
                </c:pt>
                <c:pt idx="102">
                  <c:v>330</c:v>
                </c:pt>
                <c:pt idx="103">
                  <c:v>351</c:v>
                </c:pt>
                <c:pt idx="104">
                  <c:v>566</c:v>
                </c:pt>
                <c:pt idx="105">
                  <c:v>538</c:v>
                </c:pt>
                <c:pt idx="106">
                  <c:v>597</c:v>
                </c:pt>
                <c:pt idx="107">
                  <c:v>648</c:v>
                </c:pt>
                <c:pt idx="108">
                  <c:v>583</c:v>
                </c:pt>
                <c:pt idx="109">
                  <c:v>374</c:v>
                </c:pt>
                <c:pt idx="110">
                  <c:v>494</c:v>
                </c:pt>
                <c:pt idx="111">
                  <c:v>621</c:v>
                </c:pt>
                <c:pt idx="112">
                  <c:v>531</c:v>
                </c:pt>
                <c:pt idx="113">
                  <c:v>714</c:v>
                </c:pt>
                <c:pt idx="114">
                  <c:v>625</c:v>
                </c:pt>
                <c:pt idx="115">
                  <c:v>455</c:v>
                </c:pt>
                <c:pt idx="116">
                  <c:v>356</c:v>
                </c:pt>
                <c:pt idx="117">
                  <c:v>388</c:v>
                </c:pt>
                <c:pt idx="118">
                  <c:v>481</c:v>
                </c:pt>
                <c:pt idx="119">
                  <c:v>545</c:v>
                </c:pt>
                <c:pt idx="120">
                  <c:v>529</c:v>
                </c:pt>
                <c:pt idx="121">
                  <c:v>418</c:v>
                </c:pt>
                <c:pt idx="122">
                  <c:v>436</c:v>
                </c:pt>
                <c:pt idx="123">
                  <c:v>306</c:v>
                </c:pt>
                <c:pt idx="124">
                  <c:v>334</c:v>
                </c:pt>
                <c:pt idx="125">
                  <c:v>474</c:v>
                </c:pt>
                <c:pt idx="126">
                  <c:v>581</c:v>
                </c:pt>
                <c:pt idx="127">
                  <c:v>509</c:v>
                </c:pt>
                <c:pt idx="128">
                  <c:v>494</c:v>
                </c:pt>
                <c:pt idx="129">
                  <c:v>448</c:v>
                </c:pt>
                <c:pt idx="130">
                  <c:v>389</c:v>
                </c:pt>
                <c:pt idx="131">
                  <c:v>404</c:v>
                </c:pt>
                <c:pt idx="132">
                  <c:v>569</c:v>
                </c:pt>
                <c:pt idx="133">
                  <c:v>680</c:v>
                </c:pt>
                <c:pt idx="134">
                  <c:v>697</c:v>
                </c:pt>
                <c:pt idx="135">
                  <c:v>768</c:v>
                </c:pt>
                <c:pt idx="136">
                  <c:v>543</c:v>
                </c:pt>
                <c:pt idx="137">
                  <c:v>382</c:v>
                </c:pt>
                <c:pt idx="138">
                  <c:v>439</c:v>
                </c:pt>
                <c:pt idx="139">
                  <c:v>580</c:v>
                </c:pt>
                <c:pt idx="140">
                  <c:v>569</c:v>
                </c:pt>
                <c:pt idx="141">
                  <c:v>668</c:v>
                </c:pt>
                <c:pt idx="142">
                  <c:v>586</c:v>
                </c:pt>
                <c:pt idx="143">
                  <c:v>442</c:v>
                </c:pt>
                <c:pt idx="144">
                  <c:v>363</c:v>
                </c:pt>
                <c:pt idx="145">
                  <c:v>884</c:v>
                </c:pt>
                <c:pt idx="146">
                  <c:v>705</c:v>
                </c:pt>
                <c:pt idx="147">
                  <c:v>610</c:v>
                </c:pt>
                <c:pt idx="148">
                  <c:v>722</c:v>
                </c:pt>
                <c:pt idx="149">
                  <c:v>610</c:v>
                </c:pt>
                <c:pt idx="150">
                  <c:v>546</c:v>
                </c:pt>
                <c:pt idx="151">
                  <c:v>423</c:v>
                </c:pt>
                <c:pt idx="152">
                  <c:v>531</c:v>
                </c:pt>
                <c:pt idx="153">
                  <c:v>557</c:v>
                </c:pt>
                <c:pt idx="154">
                  <c:v>524</c:v>
                </c:pt>
                <c:pt idx="155">
                  <c:v>491</c:v>
                </c:pt>
                <c:pt idx="156">
                  <c:v>404</c:v>
                </c:pt>
                <c:pt idx="157">
                  <c:v>417</c:v>
                </c:pt>
                <c:pt idx="158">
                  <c:v>299</c:v>
                </c:pt>
                <c:pt idx="159">
                  <c:v>274</c:v>
                </c:pt>
                <c:pt idx="160">
                  <c:v>282</c:v>
                </c:pt>
                <c:pt idx="161">
                  <c:v>319</c:v>
                </c:pt>
                <c:pt idx="162">
                  <c:v>594</c:v>
                </c:pt>
                <c:pt idx="163">
                  <c:v>495</c:v>
                </c:pt>
                <c:pt idx="164">
                  <c:v>513</c:v>
                </c:pt>
                <c:pt idx="165">
                  <c:v>403</c:v>
                </c:pt>
                <c:pt idx="166">
                  <c:v>352</c:v>
                </c:pt>
                <c:pt idx="167">
                  <c:v>500</c:v>
                </c:pt>
                <c:pt idx="168">
                  <c:v>555</c:v>
                </c:pt>
                <c:pt idx="169">
                  <c:v>542</c:v>
                </c:pt>
                <c:pt idx="170">
                  <c:v>491</c:v>
                </c:pt>
                <c:pt idx="171">
                  <c:v>484</c:v>
                </c:pt>
                <c:pt idx="172">
                  <c:v>331</c:v>
                </c:pt>
                <c:pt idx="173">
                  <c:v>301</c:v>
                </c:pt>
                <c:pt idx="174">
                  <c:v>538</c:v>
                </c:pt>
                <c:pt idx="175">
                  <c:v>580</c:v>
                </c:pt>
                <c:pt idx="176">
                  <c:v>501</c:v>
                </c:pt>
                <c:pt idx="177">
                  <c:v>477</c:v>
                </c:pt>
                <c:pt idx="178">
                  <c:v>410</c:v>
                </c:pt>
                <c:pt idx="179">
                  <c:v>263</c:v>
                </c:pt>
                <c:pt idx="180">
                  <c:v>356</c:v>
                </c:pt>
                <c:pt idx="181">
                  <c:v>561</c:v>
                </c:pt>
                <c:pt idx="182">
                  <c:v>607</c:v>
                </c:pt>
                <c:pt idx="183">
                  <c:v>380</c:v>
                </c:pt>
                <c:pt idx="184">
                  <c:v>509</c:v>
                </c:pt>
                <c:pt idx="185">
                  <c:v>426</c:v>
                </c:pt>
                <c:pt idx="186">
                  <c:v>296</c:v>
                </c:pt>
                <c:pt idx="187">
                  <c:v>363</c:v>
                </c:pt>
                <c:pt idx="188">
                  <c:v>410</c:v>
                </c:pt>
                <c:pt idx="189">
                  <c:v>418</c:v>
                </c:pt>
                <c:pt idx="190">
                  <c:v>588</c:v>
                </c:pt>
                <c:pt idx="191">
                  <c:v>478</c:v>
                </c:pt>
                <c:pt idx="192">
                  <c:v>847</c:v>
                </c:pt>
                <c:pt idx="193">
                  <c:v>452</c:v>
                </c:pt>
                <c:pt idx="194">
                  <c:v>476</c:v>
                </c:pt>
                <c:pt idx="195">
                  <c:v>546</c:v>
                </c:pt>
                <c:pt idx="196">
                  <c:v>461</c:v>
                </c:pt>
                <c:pt idx="197">
                  <c:v>428</c:v>
                </c:pt>
                <c:pt idx="198">
                  <c:v>395</c:v>
                </c:pt>
                <c:pt idx="199">
                  <c:v>338</c:v>
                </c:pt>
                <c:pt idx="200">
                  <c:v>269</c:v>
                </c:pt>
                <c:pt idx="201">
                  <c:v>287</c:v>
                </c:pt>
                <c:pt idx="202">
                  <c:v>491</c:v>
                </c:pt>
                <c:pt idx="203">
                  <c:v>490</c:v>
                </c:pt>
                <c:pt idx="204">
                  <c:v>473</c:v>
                </c:pt>
                <c:pt idx="205">
                  <c:v>488</c:v>
                </c:pt>
                <c:pt idx="206">
                  <c:v>538</c:v>
                </c:pt>
                <c:pt idx="207">
                  <c:v>355</c:v>
                </c:pt>
                <c:pt idx="208">
                  <c:v>383</c:v>
                </c:pt>
                <c:pt idx="209">
                  <c:v>336</c:v>
                </c:pt>
                <c:pt idx="210">
                  <c:v>461</c:v>
                </c:pt>
                <c:pt idx="211">
                  <c:v>518</c:v>
                </c:pt>
                <c:pt idx="212">
                  <c:v>650</c:v>
                </c:pt>
                <c:pt idx="213">
                  <c:v>437</c:v>
                </c:pt>
                <c:pt idx="214">
                  <c:v>304</c:v>
                </c:pt>
                <c:pt idx="215">
                  <c:v>297</c:v>
                </c:pt>
                <c:pt idx="216">
                  <c:v>452</c:v>
                </c:pt>
                <c:pt idx="217">
                  <c:v>502</c:v>
                </c:pt>
                <c:pt idx="218">
                  <c:v>585</c:v>
                </c:pt>
                <c:pt idx="219">
                  <c:v>535</c:v>
                </c:pt>
                <c:pt idx="220">
                  <c:v>458</c:v>
                </c:pt>
                <c:pt idx="221">
                  <c:v>348</c:v>
                </c:pt>
                <c:pt idx="222">
                  <c:v>275</c:v>
                </c:pt>
                <c:pt idx="223">
                  <c:v>462</c:v>
                </c:pt>
                <c:pt idx="224">
                  <c:v>394</c:v>
                </c:pt>
                <c:pt idx="225">
                  <c:v>405</c:v>
                </c:pt>
                <c:pt idx="226">
                  <c:v>283</c:v>
                </c:pt>
                <c:pt idx="227">
                  <c:v>234</c:v>
                </c:pt>
                <c:pt idx="228">
                  <c:v>212</c:v>
                </c:pt>
                <c:pt idx="229">
                  <c:v>206</c:v>
                </c:pt>
                <c:pt idx="230">
                  <c:v>1170</c:v>
                </c:pt>
                <c:pt idx="231">
                  <c:v>714</c:v>
                </c:pt>
                <c:pt idx="232">
                  <c:v>542</c:v>
                </c:pt>
                <c:pt idx="233">
                  <c:v>447</c:v>
                </c:pt>
                <c:pt idx="234">
                  <c:v>448</c:v>
                </c:pt>
                <c:pt idx="235">
                  <c:v>547</c:v>
                </c:pt>
                <c:pt idx="236">
                  <c:v>606</c:v>
                </c:pt>
                <c:pt idx="237">
                  <c:v>565</c:v>
                </c:pt>
                <c:pt idx="238">
                  <c:v>718</c:v>
                </c:pt>
                <c:pt idx="239">
                  <c:v>830</c:v>
                </c:pt>
                <c:pt idx="240">
                  <c:v>496</c:v>
                </c:pt>
                <c:pt idx="241">
                  <c:v>1033</c:v>
                </c:pt>
                <c:pt idx="242">
                  <c:v>326</c:v>
                </c:pt>
                <c:pt idx="243">
                  <c:v>644</c:v>
                </c:pt>
                <c:pt idx="244">
                  <c:v>631</c:v>
                </c:pt>
                <c:pt idx="245">
                  <c:v>537</c:v>
                </c:pt>
                <c:pt idx="246">
                  <c:v>955</c:v>
                </c:pt>
                <c:pt idx="247">
                  <c:v>470</c:v>
                </c:pt>
                <c:pt idx="248">
                  <c:v>470</c:v>
                </c:pt>
                <c:pt idx="249">
                  <c:v>528</c:v>
                </c:pt>
                <c:pt idx="250">
                  <c:v>829</c:v>
                </c:pt>
                <c:pt idx="251">
                  <c:v>919</c:v>
                </c:pt>
                <c:pt idx="252">
                  <c:v>471</c:v>
                </c:pt>
                <c:pt idx="253">
                  <c:v>738</c:v>
                </c:pt>
                <c:pt idx="254">
                  <c:v>561</c:v>
                </c:pt>
                <c:pt idx="255">
                  <c:v>363</c:v>
                </c:pt>
                <c:pt idx="256">
                  <c:v>343</c:v>
                </c:pt>
                <c:pt idx="257">
                  <c:v>322</c:v>
                </c:pt>
                <c:pt idx="258">
                  <c:v>390</c:v>
                </c:pt>
                <c:pt idx="259">
                  <c:v>408</c:v>
                </c:pt>
                <c:pt idx="260">
                  <c:v>432</c:v>
                </c:pt>
                <c:pt idx="261">
                  <c:v>415</c:v>
                </c:pt>
                <c:pt idx="262">
                  <c:v>393</c:v>
                </c:pt>
                <c:pt idx="263">
                  <c:v>263</c:v>
                </c:pt>
                <c:pt idx="264">
                  <c:v>299</c:v>
                </c:pt>
                <c:pt idx="265">
                  <c:v>516</c:v>
                </c:pt>
                <c:pt idx="266">
                  <c:v>337</c:v>
                </c:pt>
                <c:pt idx="267">
                  <c:v>425</c:v>
                </c:pt>
                <c:pt idx="268">
                  <c:v>464</c:v>
                </c:pt>
                <c:pt idx="269">
                  <c:v>538</c:v>
                </c:pt>
                <c:pt idx="270">
                  <c:v>337</c:v>
                </c:pt>
                <c:pt idx="271">
                  <c:v>511</c:v>
                </c:pt>
                <c:pt idx="272">
                  <c:v>504</c:v>
                </c:pt>
                <c:pt idx="273">
                  <c:v>623</c:v>
                </c:pt>
                <c:pt idx="274">
                  <c:v>523</c:v>
                </c:pt>
                <c:pt idx="275">
                  <c:v>518</c:v>
                </c:pt>
                <c:pt idx="276">
                  <c:v>608</c:v>
                </c:pt>
                <c:pt idx="277">
                  <c:v>506</c:v>
                </c:pt>
                <c:pt idx="278">
                  <c:v>710</c:v>
                </c:pt>
                <c:pt idx="279">
                  <c:v>587</c:v>
                </c:pt>
                <c:pt idx="280">
                  <c:v>605</c:v>
                </c:pt>
                <c:pt idx="281">
                  <c:v>807</c:v>
                </c:pt>
                <c:pt idx="282">
                  <c:v>537</c:v>
                </c:pt>
                <c:pt idx="283">
                  <c:v>501</c:v>
                </c:pt>
                <c:pt idx="284">
                  <c:v>411</c:v>
                </c:pt>
                <c:pt idx="285">
                  <c:v>313</c:v>
                </c:pt>
                <c:pt idx="286">
                  <c:v>425</c:v>
                </c:pt>
                <c:pt idx="287">
                  <c:v>581</c:v>
                </c:pt>
                <c:pt idx="288">
                  <c:v>430</c:v>
                </c:pt>
                <c:pt idx="289">
                  <c:v>524</c:v>
                </c:pt>
                <c:pt idx="290">
                  <c:v>402</c:v>
                </c:pt>
                <c:pt idx="291">
                  <c:v>276</c:v>
                </c:pt>
                <c:pt idx="292">
                  <c:v>298</c:v>
                </c:pt>
                <c:pt idx="293">
                  <c:v>421</c:v>
                </c:pt>
                <c:pt idx="294">
                  <c:v>430</c:v>
                </c:pt>
                <c:pt idx="295">
                  <c:v>401</c:v>
                </c:pt>
                <c:pt idx="296">
                  <c:v>409</c:v>
                </c:pt>
                <c:pt idx="297">
                  <c:v>478</c:v>
                </c:pt>
                <c:pt idx="298">
                  <c:v>372</c:v>
                </c:pt>
                <c:pt idx="299">
                  <c:v>420</c:v>
                </c:pt>
                <c:pt idx="300">
                  <c:v>510</c:v>
                </c:pt>
                <c:pt idx="301">
                  <c:v>534</c:v>
                </c:pt>
                <c:pt idx="302">
                  <c:v>559</c:v>
                </c:pt>
                <c:pt idx="303">
                  <c:v>820</c:v>
                </c:pt>
                <c:pt idx="304">
                  <c:v>794</c:v>
                </c:pt>
                <c:pt idx="305">
                  <c:v>921</c:v>
                </c:pt>
                <c:pt idx="306">
                  <c:v>698</c:v>
                </c:pt>
                <c:pt idx="307">
                  <c:v>742</c:v>
                </c:pt>
                <c:pt idx="308">
                  <c:v>683</c:v>
                </c:pt>
                <c:pt idx="309">
                  <c:v>572</c:v>
                </c:pt>
                <c:pt idx="310">
                  <c:v>629</c:v>
                </c:pt>
                <c:pt idx="311">
                  <c:v>626</c:v>
                </c:pt>
                <c:pt idx="312">
                  <c:v>412</c:v>
                </c:pt>
                <c:pt idx="313">
                  <c:v>375</c:v>
                </c:pt>
                <c:pt idx="314">
                  <c:v>406</c:v>
                </c:pt>
                <c:pt idx="315">
                  <c:v>444</c:v>
                </c:pt>
                <c:pt idx="316">
                  <c:v>469</c:v>
                </c:pt>
                <c:pt idx="317">
                  <c:v>380</c:v>
                </c:pt>
                <c:pt idx="318">
                  <c:v>469</c:v>
                </c:pt>
                <c:pt idx="319">
                  <c:v>388</c:v>
                </c:pt>
                <c:pt idx="320">
                  <c:v>284</c:v>
                </c:pt>
                <c:pt idx="321">
                  <c:v>512</c:v>
                </c:pt>
                <c:pt idx="322">
                  <c:v>679</c:v>
                </c:pt>
                <c:pt idx="323">
                  <c:v>586</c:v>
                </c:pt>
                <c:pt idx="324">
                  <c:v>504</c:v>
                </c:pt>
                <c:pt idx="325">
                  <c:v>483</c:v>
                </c:pt>
                <c:pt idx="326">
                  <c:v>748</c:v>
                </c:pt>
                <c:pt idx="327">
                  <c:v>846</c:v>
                </c:pt>
                <c:pt idx="328">
                  <c:v>689</c:v>
                </c:pt>
                <c:pt idx="329">
                  <c:v>648</c:v>
                </c:pt>
                <c:pt idx="330">
                  <c:v>634</c:v>
                </c:pt>
                <c:pt idx="331">
                  <c:v>456</c:v>
                </c:pt>
                <c:pt idx="332">
                  <c:v>403</c:v>
                </c:pt>
                <c:pt idx="333">
                  <c:v>396</c:v>
                </c:pt>
                <c:pt idx="334">
                  <c:v>431</c:v>
                </c:pt>
                <c:pt idx="335">
                  <c:v>678</c:v>
                </c:pt>
                <c:pt idx="336">
                  <c:v>780</c:v>
                </c:pt>
                <c:pt idx="337">
                  <c:v>295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0EAE-4160-9412-9CDC0A3DF10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6"/>
        <c:axId val="7"/>
      </c:scatterChart>
      <c:valAx>
        <c:axId val="4"/>
        <c:scaling>
          <c:orientation val="minMax"/>
          <c:max val="20355"/>
          <c:min val="20018"/>
        </c:scaling>
        <c:delete val="0"/>
        <c:axPos val="b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5"/>
        <c:crosses val="min"/>
        <c:crossBetween val="midCat"/>
      </c:valAx>
      <c:valAx>
        <c:axId val="5"/>
        <c:scaling>
          <c:orientation val="minMax"/>
          <c:max val="22000"/>
          <c:min val="10000"/>
        </c:scaling>
        <c:delete val="0"/>
        <c:axPos val="l"/>
        <c:majorGridlines>
          <c:spPr>
            <a:ln>
              <a:noFill/>
            </a:ln>
          </c:spPr>
        </c:majorGridlines>
        <c:numFmt formatCode="#,##0;&quot;-&quot;#,##0" sourceLinked="0"/>
        <c:majorTickMark val="out"/>
        <c:minorTickMark val="none"/>
        <c:tickLblPos val="nextTo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400">
                <a:solidFill>
                  <a:srgbClr val="364D6E"/>
                </a:solidFill>
                <a:latin typeface="Arial"/>
                <a:ea typeface="+mn-ea"/>
                <a:cs typeface="+mn-cs"/>
              </a:defRPr>
            </a:pPr>
            <a:endParaRPr lang="tr-TR"/>
          </a:p>
        </c:txPr>
        <c:crossAx val="4"/>
        <c:crosses val="min"/>
        <c:crossBetween val="midCat"/>
        <c:majorUnit val="2000"/>
      </c:valAx>
      <c:valAx>
        <c:axId val="6"/>
        <c:scaling>
          <c:orientation val="minMax"/>
          <c:max val="20355"/>
          <c:min val="20018"/>
        </c:scaling>
        <c:delete val="1"/>
        <c:axPos val="b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crossAx val="7"/>
        <c:crosses val="min"/>
        <c:crossBetween val="midCat"/>
      </c:valAx>
      <c:valAx>
        <c:axId val="7"/>
        <c:scaling>
          <c:orientation val="minMax"/>
          <c:max val="2000"/>
          <c:min val="0"/>
        </c:scaling>
        <c:delete val="0"/>
        <c:axPos val="r"/>
        <c:majorGridlines>
          <c:spPr>
            <a:ln>
              <a:noFill/>
            </a:ln>
          </c:spPr>
        </c:majorGridlines>
        <c:numFmt formatCode="#,##0;&quot;-&quot;#,##0" sourceLinked="0"/>
        <c:majorTickMark val="out"/>
        <c:minorTickMark val="none"/>
        <c:tickLblPos val="nextTo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400">
                <a:solidFill>
                  <a:srgbClr val="A80000"/>
                </a:solidFill>
                <a:latin typeface="Arial"/>
                <a:ea typeface="+mn-ea"/>
                <a:cs typeface="+mn-cs"/>
              </a:defRPr>
            </a:pPr>
            <a:endParaRPr lang="tr-TR"/>
          </a:p>
        </c:txPr>
        <c:crossAx val="6"/>
        <c:crosses val="max"/>
        <c:crossBetween val="midCat"/>
        <c:majorUnit val="400"/>
      </c:valAx>
    </c:plotArea>
    <c:plotVisOnly val="0"/>
    <c:dispBlanksAs val="gap"/>
    <c:showDLblsOverMax val="1"/>
  </c:chart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tr-T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3.2911392405063293E-2"/>
          <c:y val="2.2589052997393572E-2"/>
          <c:w val="0.9341772151898734"/>
          <c:h val="0.95482189400521289"/>
        </c:manualLayout>
      </c:layout>
      <c:barChart>
        <c:barDir val="bar"/>
        <c:grouping val="stacked"/>
        <c:varyColors val="0"/>
        <c:ser>
          <c:idx val="0"/>
          <c:order val="0"/>
          <c:spPr>
            <a:solidFill>
              <a:srgbClr val="A80000"/>
            </a:solidFill>
            <a:ln>
              <a:noFill/>
            </a:ln>
          </c:spPr>
          <c:invertIfNegative val="0"/>
          <c:val>
            <c:numRef>
              <c:f>Sheet1!$A$1:$E$1</c:f>
              <c:numCache>
                <c:formatCode>General</c:formatCode>
                <c:ptCount val="5"/>
                <c:pt idx="0">
                  <c:v>-21.735065446314337</c:v>
                </c:pt>
                <c:pt idx="1">
                  <c:v>-8.7126212477759282</c:v>
                </c:pt>
                <c:pt idx="2">
                  <c:v>-3.2836728488902338</c:v>
                </c:pt>
                <c:pt idx="3">
                  <c:v>-1.0636974371734311</c:v>
                </c:pt>
                <c:pt idx="4">
                  <c:v>-6.9112842422711651E-2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240-4932-B32D-D8E2633F028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1393962015"/>
        <c:axId val="1"/>
      </c:barChart>
      <c:catAx>
        <c:axId val="1393962015"/>
        <c:scaling>
          <c:orientation val="maxMin"/>
        </c:scaling>
        <c:delete val="0"/>
        <c:axPos val="r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ax"/>
        <c:auto val="0"/>
        <c:lblAlgn val="ctr"/>
        <c:lblOffset val="100"/>
        <c:noMultiLvlLbl val="0"/>
      </c:catAx>
      <c:valAx>
        <c:axId val="1"/>
        <c:scaling>
          <c:orientation val="minMax"/>
          <c:max val="0"/>
          <c:min val="-21.735065446314337"/>
        </c:scaling>
        <c:delete val="1"/>
        <c:axPos val="t"/>
        <c:numFmt formatCode="General" sourceLinked="1"/>
        <c:majorTickMark val="out"/>
        <c:minorTickMark val="none"/>
        <c:tickLblPos val="nextTo"/>
        <c:crossAx val="1393962015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tr-T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7.7059869590989927E-3"/>
          <c:y val="0.22168674698795179"/>
          <c:w val="0.98458802608180207"/>
          <c:h val="0.62329317269076301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364D6E"/>
            </a:solidFill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rgbClr val="A80000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39B5-4B75-B1AE-2444273A9E61}"/>
              </c:ext>
            </c:extLst>
          </c:dPt>
          <c:dPt>
            <c:idx val="1"/>
            <c:invertIfNegative val="0"/>
            <c:bubble3D val="0"/>
            <c:spPr>
              <a:solidFill>
                <a:srgbClr val="A80000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39B5-4B75-B1AE-2444273A9E61}"/>
              </c:ext>
            </c:extLst>
          </c:dPt>
          <c:dPt>
            <c:idx val="2"/>
            <c:invertIfNegative val="0"/>
            <c:bubble3D val="0"/>
            <c:spPr>
              <a:solidFill>
                <a:srgbClr val="A80000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2-39B5-4B75-B1AE-2444273A9E61}"/>
              </c:ext>
            </c:extLst>
          </c:dPt>
          <c:dPt>
            <c:idx val="4"/>
            <c:invertIfNegative val="0"/>
            <c:bubble3D val="0"/>
            <c:spPr>
              <a:solidFill>
                <a:srgbClr val="A80000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39B5-4B75-B1AE-2444273A9E61}"/>
              </c:ext>
            </c:extLst>
          </c:dPt>
          <c:dPt>
            <c:idx val="6"/>
            <c:invertIfNegative val="0"/>
            <c:bubble3D val="0"/>
            <c:spPr>
              <a:solidFill>
                <a:srgbClr val="A80000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4-39B5-4B75-B1AE-2444273A9E61}"/>
              </c:ext>
            </c:extLst>
          </c:dPt>
          <c:dLbls>
            <c:dLbl>
              <c:idx val="0"/>
              <c:layout>
                <c:manualLayout>
                  <c:x val="0"/>
                  <c:y val="-0.37831325301204821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>
                      <a:solidFill>
                        <a:schemeClr val="tx1"/>
                      </a:solidFill>
                      <a:latin typeface="Arial"/>
                      <a:ea typeface="+mn-ea"/>
                      <a:cs typeface="+mn-cs"/>
                    </a:defRPr>
                  </a:pPr>
                  <a:endParaRPr lang="tr-T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39B5-4B75-B1AE-2444273A9E61}"/>
                </c:ext>
              </c:extLst>
            </c:dLbl>
            <c:dLbl>
              <c:idx val="1"/>
              <c:layout>
                <c:manualLayout>
                  <c:x val="0"/>
                  <c:y val="-0.30281124497991968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>
                      <a:solidFill>
                        <a:schemeClr val="tx1"/>
                      </a:solidFill>
                      <a:latin typeface="Arial"/>
                      <a:ea typeface="+mn-ea"/>
                      <a:cs typeface="+mn-cs"/>
                    </a:defRPr>
                  </a:pPr>
                  <a:endParaRPr lang="tr-T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39B5-4B75-B1AE-2444273A9E61}"/>
                </c:ext>
              </c:extLst>
            </c:dLbl>
            <c:dLbl>
              <c:idx val="2"/>
              <c:layout>
                <c:manualLayout>
                  <c:x val="0"/>
                  <c:y val="-0.26586345381526105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>
                      <a:solidFill>
                        <a:schemeClr val="tx1"/>
                      </a:solidFill>
                      <a:latin typeface="Arial"/>
                      <a:ea typeface="+mn-ea"/>
                      <a:cs typeface="+mn-cs"/>
                    </a:defRPr>
                  </a:pPr>
                  <a:endParaRPr lang="tr-T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39B5-4B75-B1AE-2444273A9E61}"/>
                </c:ext>
              </c:extLst>
            </c:dLbl>
            <c:dLbl>
              <c:idx val="3"/>
              <c:layout>
                <c:manualLayout>
                  <c:x val="0"/>
                  <c:y val="-0.2040160642570281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>
                      <a:solidFill>
                        <a:schemeClr val="tx1"/>
                      </a:solidFill>
                      <a:latin typeface="Arial"/>
                      <a:ea typeface="+mn-ea"/>
                      <a:cs typeface="+mn-cs"/>
                    </a:defRPr>
                  </a:pPr>
                  <a:endParaRPr lang="tr-T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5-39B5-4B75-B1AE-2444273A9E61}"/>
                </c:ext>
              </c:extLst>
            </c:dLbl>
            <c:dLbl>
              <c:idx val="4"/>
              <c:layout>
                <c:manualLayout>
                  <c:x val="0"/>
                  <c:y val="-0.11004016064257029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>
                      <a:solidFill>
                        <a:schemeClr val="tx1"/>
                      </a:solidFill>
                      <a:latin typeface="Arial"/>
                      <a:ea typeface="+mn-ea"/>
                      <a:cs typeface="+mn-cs"/>
                    </a:defRPr>
                  </a:pPr>
                  <a:endParaRPr lang="tr-T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39B5-4B75-B1AE-2444273A9E61}"/>
                </c:ext>
              </c:extLst>
            </c:dLbl>
            <c:dLbl>
              <c:idx val="5"/>
              <c:layout>
                <c:manualLayout>
                  <c:x val="0"/>
                  <c:y val="-0.10361445783132531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>
                      <a:solidFill>
                        <a:schemeClr val="tx1"/>
                      </a:solidFill>
                      <a:latin typeface="Arial"/>
                      <a:ea typeface="+mn-ea"/>
                      <a:cs typeface="+mn-cs"/>
                    </a:defRPr>
                  </a:pPr>
                  <a:endParaRPr lang="tr-T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6-39B5-4B75-B1AE-2444273A9E61}"/>
                </c:ext>
              </c:extLst>
            </c:dLbl>
            <c:dLbl>
              <c:idx val="6"/>
              <c:layout>
                <c:manualLayout>
                  <c:x val="0"/>
                  <c:y val="-0.10682730923694779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>
                      <a:solidFill>
                        <a:schemeClr val="tx1"/>
                      </a:solidFill>
                      <a:latin typeface="Arial"/>
                      <a:ea typeface="+mn-ea"/>
                      <a:cs typeface="+mn-cs"/>
                    </a:defRPr>
                  </a:pPr>
                  <a:endParaRPr lang="tr-T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4-39B5-4B75-B1AE-2444273A9E61}"/>
                </c:ext>
              </c:extLst>
            </c:dLbl>
            <c:dLbl>
              <c:idx val="7"/>
              <c:layout>
                <c:manualLayout>
                  <c:x val="0"/>
                  <c:y val="-0.10361445783132531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>
                      <a:solidFill>
                        <a:schemeClr val="tx1"/>
                      </a:solidFill>
                      <a:latin typeface="Arial"/>
                      <a:ea typeface="+mn-ea"/>
                      <a:cs typeface="+mn-cs"/>
                    </a:defRPr>
                  </a:pPr>
                  <a:endParaRPr lang="tr-T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7-39B5-4B75-B1AE-2444273A9E61}"/>
                </c:ext>
              </c:extLst>
            </c:dLbl>
            <c:dLbl>
              <c:idx val="8"/>
              <c:layout>
                <c:manualLayout>
                  <c:x val="0"/>
                  <c:y val="-6.9076305220883538E-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>
                      <a:solidFill>
                        <a:schemeClr val="tx1"/>
                      </a:solidFill>
                      <a:latin typeface="Arial"/>
                      <a:ea typeface="+mn-ea"/>
                      <a:cs typeface="+mn-cs"/>
                    </a:defRPr>
                  </a:pPr>
                  <a:endParaRPr lang="tr-T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8-39B5-4B75-B1AE-2444273A9E61}"/>
                </c:ext>
              </c:extLst>
            </c:dLbl>
            <c:dLbl>
              <c:idx val="9"/>
              <c:layout>
                <c:manualLayout>
                  <c:x val="0"/>
                  <c:y val="-6.746987951807229E-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>
                      <a:solidFill>
                        <a:schemeClr val="tx1"/>
                      </a:solidFill>
                      <a:latin typeface="Arial"/>
                      <a:ea typeface="+mn-ea"/>
                      <a:cs typeface="+mn-cs"/>
                    </a:defRPr>
                  </a:pPr>
                  <a:endParaRPr lang="tr-T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9-39B5-4B75-B1AE-2444273A9E61}"/>
                </c:ext>
              </c:extLst>
            </c:dLbl>
            <c:dLbl>
              <c:idx val="10"/>
              <c:layout>
                <c:manualLayout>
                  <c:x val="0"/>
                  <c:y val="-0.1710843373493976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>
                      <a:solidFill>
                        <a:schemeClr val="tx1"/>
                      </a:solidFill>
                      <a:latin typeface="Arial"/>
                      <a:ea typeface="+mn-ea"/>
                      <a:cs typeface="+mn-cs"/>
                    </a:defRPr>
                  </a:pPr>
                  <a:endParaRPr lang="tr-T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A-39B5-4B75-B1AE-2444273A9E61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Sheet1!$A$1:$K$1</c:f>
              <c:numCache>
                <c:formatCode>General</c:formatCode>
                <c:ptCount val="11"/>
                <c:pt idx="0">
                  <c:v>118221</c:v>
                </c:pt>
                <c:pt idx="1">
                  <c:v>89411</c:v>
                </c:pt>
                <c:pt idx="2">
                  <c:v>75548</c:v>
                </c:pt>
                <c:pt idx="3">
                  <c:v>52152</c:v>
                </c:pt>
                <c:pt idx="4">
                  <c:v>16519</c:v>
                </c:pt>
                <c:pt idx="5">
                  <c:v>13999</c:v>
                </c:pt>
                <c:pt idx="6">
                  <c:v>15170</c:v>
                </c:pt>
                <c:pt idx="7">
                  <c:v>14081</c:v>
                </c:pt>
                <c:pt idx="8">
                  <c:v>911</c:v>
                </c:pt>
                <c:pt idx="9">
                  <c:v>273</c:v>
                </c:pt>
                <c:pt idx="10">
                  <c:v>39650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B-39B5-4B75-B1AE-2444273A9E6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1573384351"/>
        <c:axId val="1"/>
      </c:barChart>
      <c:catAx>
        <c:axId val="1573384351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18221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1573384351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tr-T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7.7059869590989927E-3"/>
          <c:y val="5.909090909090909E-2"/>
          <c:w val="0.98458802608180207"/>
          <c:h val="0.88181818181818183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364D6E"/>
            </a:solidFill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rgbClr val="A80000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1F4B-4892-B514-FC7072A04F16}"/>
              </c:ext>
            </c:extLst>
          </c:dPt>
          <c:dPt>
            <c:idx val="1"/>
            <c:invertIfNegative val="0"/>
            <c:bubble3D val="0"/>
            <c:spPr>
              <a:solidFill>
                <a:srgbClr val="A80000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1F4B-4892-B514-FC7072A04F16}"/>
              </c:ext>
            </c:extLst>
          </c:dPt>
          <c:dPt>
            <c:idx val="2"/>
            <c:invertIfNegative val="0"/>
            <c:bubble3D val="0"/>
            <c:spPr>
              <a:solidFill>
                <a:srgbClr val="A80000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2-1F4B-4892-B514-FC7072A04F16}"/>
              </c:ext>
            </c:extLst>
          </c:dPt>
          <c:dPt>
            <c:idx val="4"/>
            <c:invertIfNegative val="0"/>
            <c:bubble3D val="0"/>
            <c:spPr>
              <a:solidFill>
                <a:srgbClr val="A80000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1F4B-4892-B514-FC7072A04F16}"/>
              </c:ext>
            </c:extLst>
          </c:dPt>
          <c:dPt>
            <c:idx val="6"/>
            <c:invertIfNegative val="0"/>
            <c:bubble3D val="0"/>
            <c:spPr>
              <a:solidFill>
                <a:srgbClr val="A80000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4-1F4B-4892-B514-FC7072A04F16}"/>
              </c:ext>
            </c:extLst>
          </c:dPt>
          <c:val>
            <c:numRef>
              <c:f>Sheet1!$A$1:$K$1</c:f>
              <c:numCache>
                <c:formatCode>General</c:formatCode>
                <c:ptCount val="11"/>
                <c:pt idx="0">
                  <c:v>27.118951219791942</c:v>
                </c:pt>
                <c:pt idx="1">
                  <c:v>20.510167800245448</c:v>
                </c:pt>
                <c:pt idx="2">
                  <c:v>17.330106552582379</c:v>
                </c:pt>
                <c:pt idx="3">
                  <c:v>11.963251402158578</c:v>
                </c:pt>
                <c:pt idx="4">
                  <c:v>3.789326390402239</c:v>
                </c:pt>
                <c:pt idx="5">
                  <c:v>3.2112585591888698</c:v>
                </c:pt>
                <c:pt idx="6">
                  <c:v>3.4798765871058763</c:v>
                </c:pt>
                <c:pt idx="7">
                  <c:v>3.230068702902956</c:v>
                </c:pt>
                <c:pt idx="8">
                  <c:v>0.20897610882356313</c:v>
                </c:pt>
                <c:pt idx="9">
                  <c:v>6.2624015048114975E-2</c:v>
                </c:pt>
                <c:pt idx="10">
                  <c:v>9.0953926617500311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1F4B-4892-B514-FC7072A04F1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1572894591"/>
        <c:axId val="1"/>
      </c:barChart>
      <c:catAx>
        <c:axId val="1572894591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27.118951219791942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1572894591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tr-T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2.0976200080677694E-2"/>
          <c:y val="8.8289112534309239E-2"/>
          <c:w val="0.95804759983864463"/>
          <c:h val="0.82342177493138147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364D6E"/>
            </a:solidFill>
            <a:ln w="19050" cmpd="sng" algn="ctr">
              <a:solidFill>
                <a:srgbClr val="FFFFFF"/>
              </a:solidFill>
              <a:prstDash val="solid"/>
            </a:ln>
          </c:spPr>
          <c:invertIfNegative val="0"/>
          <c:dPt>
            <c:idx val="1"/>
            <c:invertIfNegative val="0"/>
            <c:bubble3D val="0"/>
            <c:spPr>
              <a:solidFill>
                <a:srgbClr val="FFFFFF"/>
              </a:solidFill>
              <a:ln w="19050" cmpd="sng" algn="ctr">
                <a:solidFill>
                  <a:srgbClr val="FFFFFF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0-BF0A-4156-8246-1C8A3AF1BB98}"/>
              </c:ext>
            </c:extLst>
          </c:dPt>
          <c:dLbls>
            <c:dLbl>
              <c:idx val="0"/>
              <c:layout>
                <c:manualLayout>
                  <c:x val="0"/>
                  <c:y val="-4.5745654162854531E-4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>
                      <a:solidFill>
                        <a:schemeClr val="bg1"/>
                      </a:solidFill>
                      <a:latin typeface="Arial"/>
                      <a:ea typeface="+mn-ea"/>
                      <a:cs typeface="+mn-cs"/>
                    </a:defRPr>
                  </a:pPr>
                  <a:endParaRPr lang="tr-T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BF0A-4156-8246-1C8A3AF1BB98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Sheet1!$A$1:$B$1</c:f>
              <c:numCache>
                <c:formatCode>General</c:formatCode>
                <c:ptCount val="2"/>
                <c:pt idx="0">
                  <c:v>52.486294299805024</c:v>
                </c:pt>
                <c:pt idx="1">
                  <c:v>52.486294299805024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F0A-4156-8246-1C8A3AF1BB98}"/>
            </c:ext>
          </c:extLst>
        </c:ser>
        <c:ser>
          <c:idx val="1"/>
          <c:order val="1"/>
          <c:spPr>
            <a:solidFill>
              <a:srgbClr val="A80000"/>
            </a:solidFill>
            <a:ln w="19050" cmpd="sng" algn="ctr">
              <a:solidFill>
                <a:srgbClr val="FFFFFF"/>
              </a:solidFill>
              <a:prstDash val="solid"/>
            </a:ln>
          </c:spPr>
          <c:invertIfNegative val="0"/>
          <c:dLbls>
            <c:dLbl>
              <c:idx val="1"/>
              <c:layout>
                <c:manualLayout>
                  <c:x val="0"/>
                  <c:y val="-4.5745654162854531E-4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>
                      <a:solidFill>
                        <a:schemeClr val="bg1"/>
                      </a:solidFill>
                      <a:latin typeface="Arial"/>
                      <a:ea typeface="+mn-ea"/>
                      <a:cs typeface="+mn-cs"/>
                    </a:defRPr>
                  </a:pPr>
                  <a:endParaRPr lang="tr-T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BF0A-4156-8246-1C8A3AF1BB98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Sheet1!$A$2:$B$2</c:f>
              <c:numCache>
                <c:formatCode>General</c:formatCode>
                <c:ptCount val="2"/>
                <c:pt idx="1">
                  <c:v>47.513705700194976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BF0A-4156-8246-1C8A3AF1BB9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1572303007"/>
        <c:axId val="1"/>
      </c:barChart>
      <c:catAx>
        <c:axId val="1572303007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00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1572303007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tr-T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1.2166588675713618E-2"/>
          <c:y val="2.4656235182550973E-2"/>
          <c:w val="0.97566682264857274"/>
          <c:h val="0.94831673779042203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364D6E"/>
            </a:solidFill>
            <a:ln>
              <a:noFill/>
            </a:ln>
          </c:spPr>
          <c:invertIfNegative val="0"/>
          <c:val>
            <c:numRef>
              <c:f>Sheet1!$A$1:$E$1</c:f>
              <c:numCache>
                <c:formatCode>General</c:formatCode>
                <c:ptCount val="5"/>
                <c:pt idx="0">
                  <c:v>89.04</c:v>
                </c:pt>
                <c:pt idx="1">
                  <c:v>74.400000000000006</c:v>
                </c:pt>
                <c:pt idx="2">
                  <c:v>57.12</c:v>
                </c:pt>
                <c:pt idx="3">
                  <c:v>89.3</c:v>
                </c:pt>
                <c:pt idx="4">
                  <c:v>95.46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98E-4614-9838-C28642FBD14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1579672191"/>
        <c:axId val="1"/>
      </c:barChart>
      <c:catAx>
        <c:axId val="1579672191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95.46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1579672191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tr-T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7.1507150715071511E-3"/>
          <c:y val="2.7310924369747899E-2"/>
          <c:w val="0.98569856985698567"/>
          <c:h val="0.94537815126050417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364D6E"/>
            </a:solidFill>
            <a:ln>
              <a:noFill/>
            </a:ln>
          </c:spPr>
          <c:invertIfNegative val="0"/>
          <c:dPt>
            <c:idx val="9"/>
            <c:invertIfNegative val="0"/>
            <c:bubble3D val="0"/>
            <c:spPr>
              <a:solidFill>
                <a:srgbClr val="808080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F3B9-4568-81D6-F29DEAA05666}"/>
              </c:ext>
            </c:extLst>
          </c:dPt>
          <c:val>
            <c:numRef>
              <c:f>Sheet1!$A$1:$J$1</c:f>
              <c:numCache>
                <c:formatCode>General</c:formatCode>
                <c:ptCount val="10"/>
                <c:pt idx="0">
                  <c:v>11.92124105011932</c:v>
                </c:pt>
                <c:pt idx="1">
                  <c:v>3.84</c:v>
                </c:pt>
                <c:pt idx="2">
                  <c:v>3.54</c:v>
                </c:pt>
                <c:pt idx="3">
                  <c:v>1.94</c:v>
                </c:pt>
                <c:pt idx="4">
                  <c:v>1.76</c:v>
                </c:pt>
                <c:pt idx="5">
                  <c:v>1.02</c:v>
                </c:pt>
                <c:pt idx="6">
                  <c:v>0.77</c:v>
                </c:pt>
                <c:pt idx="7">
                  <c:v>0.71</c:v>
                </c:pt>
                <c:pt idx="8">
                  <c:v>0.47</c:v>
                </c:pt>
                <c:pt idx="9">
                  <c:v>5.5499999999999972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3B9-4568-81D6-F29DEAA0566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1422188319"/>
        <c:axId val="1"/>
      </c:barChart>
      <c:catAx>
        <c:axId val="1422188319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1.92124105011932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1422188319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tr-T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7.1507150715071511E-3"/>
          <c:y val="2.7310924369747899E-2"/>
          <c:w val="0.98569856985698567"/>
          <c:h val="0.94537815126050417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364D6E"/>
            </a:solidFill>
            <a:ln>
              <a:noFill/>
            </a:ln>
          </c:spPr>
          <c:invertIfNegative val="0"/>
          <c:dPt>
            <c:idx val="2"/>
            <c:invertIfNegative val="0"/>
            <c:bubble3D val="0"/>
            <c:spPr>
              <a:solidFill>
                <a:srgbClr val="A80000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CCF6-48EF-8199-0CBB797ECC15}"/>
              </c:ext>
            </c:extLst>
          </c:dPt>
          <c:dPt>
            <c:idx val="4"/>
            <c:invertIfNegative val="0"/>
            <c:bubble3D val="0"/>
            <c:spPr>
              <a:solidFill>
                <a:srgbClr val="A80000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CCF6-48EF-8199-0CBB797ECC15}"/>
              </c:ext>
            </c:extLst>
          </c:dPt>
          <c:val>
            <c:numRef>
              <c:f>Sheet1!$A$1:$I$1</c:f>
              <c:numCache>
                <c:formatCode>General</c:formatCode>
                <c:ptCount val="9"/>
                <c:pt idx="0">
                  <c:v>81.84</c:v>
                </c:pt>
                <c:pt idx="1">
                  <c:v>78.900000000000006</c:v>
                </c:pt>
                <c:pt idx="2">
                  <c:v>92.23</c:v>
                </c:pt>
                <c:pt idx="3">
                  <c:v>8.44</c:v>
                </c:pt>
                <c:pt idx="4">
                  <c:v>82.38</c:v>
                </c:pt>
                <c:pt idx="5">
                  <c:v>25.65</c:v>
                </c:pt>
                <c:pt idx="6">
                  <c:v>76.56</c:v>
                </c:pt>
                <c:pt idx="7">
                  <c:v>74.75</c:v>
                </c:pt>
                <c:pt idx="8">
                  <c:v>79.69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CF6-48EF-8199-0CBB797ECC1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1519519055"/>
        <c:axId val="1"/>
      </c:barChart>
      <c:catAx>
        <c:axId val="1519519055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92.23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1519519055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tr-T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7.7059869590989927E-3"/>
          <c:y val="0.22168674698795179"/>
          <c:w val="0.98458802608180207"/>
          <c:h val="0.62329317269076301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364D6E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37831325301204821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>
                      <a:solidFill>
                        <a:schemeClr val="tx1"/>
                      </a:solidFill>
                      <a:latin typeface="Arial"/>
                      <a:ea typeface="+mn-ea"/>
                      <a:cs typeface="+mn-cs"/>
                    </a:defRPr>
                  </a:pPr>
                  <a:endParaRPr lang="tr-T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C9EE-4145-8201-7B9BFDEEF9D1}"/>
                </c:ext>
              </c:extLst>
            </c:dLbl>
            <c:dLbl>
              <c:idx val="1"/>
              <c:layout>
                <c:manualLayout>
                  <c:x val="0"/>
                  <c:y val="-0.16305220883534136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>
                      <a:solidFill>
                        <a:schemeClr val="tx1"/>
                      </a:solidFill>
                      <a:latin typeface="Arial"/>
                      <a:ea typeface="+mn-ea"/>
                      <a:cs typeface="+mn-cs"/>
                    </a:defRPr>
                  </a:pPr>
                  <a:endParaRPr lang="tr-T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C9EE-4145-8201-7B9BFDEEF9D1}"/>
                </c:ext>
              </c:extLst>
            </c:dLbl>
            <c:dLbl>
              <c:idx val="2"/>
              <c:layout>
                <c:manualLayout>
                  <c:x val="0"/>
                  <c:y val="-0.11004016064257029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>
                      <a:solidFill>
                        <a:schemeClr val="tx1"/>
                      </a:solidFill>
                      <a:latin typeface="Arial"/>
                      <a:ea typeface="+mn-ea"/>
                      <a:cs typeface="+mn-cs"/>
                    </a:defRPr>
                  </a:pPr>
                  <a:endParaRPr lang="tr-T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C9EE-4145-8201-7B9BFDEEF9D1}"/>
                </c:ext>
              </c:extLst>
            </c:dLbl>
            <c:dLbl>
              <c:idx val="3"/>
              <c:layout>
                <c:manualLayout>
                  <c:x val="0"/>
                  <c:y val="-7.2289156626506021E-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>
                      <a:solidFill>
                        <a:schemeClr val="tx1"/>
                      </a:solidFill>
                      <a:latin typeface="Arial"/>
                      <a:ea typeface="+mn-ea"/>
                      <a:cs typeface="+mn-cs"/>
                    </a:defRPr>
                  </a:pPr>
                  <a:endParaRPr lang="tr-T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C9EE-4145-8201-7B9BFDEEF9D1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Sheet1!$A$1:$I$1</c:f>
              <c:numCache>
                <c:formatCode>General</c:formatCode>
                <c:ptCount val="9"/>
                <c:pt idx="0">
                  <c:v>120688</c:v>
                </c:pt>
                <c:pt idx="1">
                  <c:v>37141</c:v>
                </c:pt>
                <c:pt idx="2">
                  <c:v>16998</c:v>
                </c:pt>
                <c:pt idx="3">
                  <c:v>2141</c:v>
                </c:pt>
                <c:pt idx="4">
                  <c:v>219</c:v>
                </c:pt>
                <c:pt idx="5">
                  <c:v>42</c:v>
                </c:pt>
                <c:pt idx="6">
                  <c:v>15</c:v>
                </c:pt>
                <c:pt idx="7">
                  <c:v>12</c:v>
                </c:pt>
                <c:pt idx="8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C9EE-4145-8201-7B9BFDEEF9D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1245409071"/>
        <c:axId val="1"/>
      </c:barChart>
      <c:catAx>
        <c:axId val="1245409071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20688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1245409071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tr-T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7.7059869590989927E-3"/>
          <c:y val="5.909090909090909E-2"/>
          <c:w val="0.98458802608180207"/>
          <c:h val="0.88181818181818183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364D6E"/>
            </a:solidFill>
            <a:ln>
              <a:noFill/>
            </a:ln>
          </c:spPr>
          <c:invertIfNegative val="0"/>
          <c:val>
            <c:numRef>
              <c:f>Sheet1!$A$1:$I$1</c:f>
              <c:numCache>
                <c:formatCode>General</c:formatCode>
                <c:ptCount val="9"/>
                <c:pt idx="0">
                  <c:v>68.085298431682276</c:v>
                </c:pt>
                <c:pt idx="1">
                  <c:v>20.952837639625411</c:v>
                </c:pt>
                <c:pt idx="2">
                  <c:v>9.5893038474557137</c:v>
                </c:pt>
                <c:pt idx="3">
                  <c:v>1.2078303057655422</c:v>
                </c:pt>
                <c:pt idx="4">
                  <c:v>0.12354733160329459</c:v>
                </c:pt>
                <c:pt idx="5">
                  <c:v>2.3694008800631841E-2</c:v>
                </c:pt>
                <c:pt idx="6">
                  <c:v>8.4621460002256566E-3</c:v>
                </c:pt>
                <c:pt idx="7">
                  <c:v>6.7697168001805254E-3</c:v>
                </c:pt>
                <c:pt idx="8">
                  <c:v>2.2565722667268421E-3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907-4E56-8154-B943C125C6D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1245408591"/>
        <c:axId val="1"/>
      </c:barChart>
      <c:catAx>
        <c:axId val="1245408591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68.085298431682276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1245408591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tr-T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8.3000798084596969E-3"/>
          <c:y val="0.10077519379844961"/>
          <c:w val="0.98339984038308059"/>
          <c:h val="0.79844961240310075"/>
        </c:manualLayout>
      </c:layout>
      <c:barChart>
        <c:barDir val="bar"/>
        <c:grouping val="stacked"/>
        <c:varyColors val="0"/>
        <c:ser>
          <c:idx val="0"/>
          <c:order val="0"/>
          <c:spPr>
            <a:solidFill>
              <a:srgbClr val="364D6E"/>
            </a:solidFill>
            <a:ln w="19050" cmpd="sng" algn="ctr">
              <a:solidFill>
                <a:srgbClr val="FFFFFF"/>
              </a:solidFill>
              <a:prstDash val="solid"/>
            </a:ln>
          </c:spPr>
          <c:invertIfNegative val="0"/>
          <c:val>
            <c:numRef>
              <c:f>Sheet1!$A$1</c:f>
              <c:numCache>
                <c:formatCode>General</c:formatCode>
                <c:ptCount val="1"/>
                <c:pt idx="0">
                  <c:v>41.973908111174133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E84-429E-B90A-9B926B138E14}"/>
            </c:ext>
          </c:extLst>
        </c:ser>
        <c:ser>
          <c:idx val="1"/>
          <c:order val="1"/>
          <c:spPr>
            <a:solidFill>
              <a:srgbClr val="A80000"/>
            </a:solidFill>
            <a:ln w="19050" cmpd="sng" algn="ctr">
              <a:solidFill>
                <a:srgbClr val="FFFFFF"/>
              </a:solidFill>
              <a:prstDash val="solid"/>
            </a:ln>
          </c:spPr>
          <c:invertIfNegative val="0"/>
          <c:val>
            <c:numRef>
              <c:f>Sheet1!$A$2</c:f>
              <c:numCache>
                <c:formatCode>General</c:formatCode>
                <c:ptCount val="1"/>
                <c:pt idx="0">
                  <c:v>58.02609188882586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E84-429E-B90A-9B926B138E1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1572378639"/>
        <c:axId val="1"/>
      </c:barChart>
      <c:catAx>
        <c:axId val="1572378639"/>
        <c:scaling>
          <c:orientation val="maxMin"/>
        </c:scaling>
        <c:delete val="1"/>
        <c:axPos val="l"/>
        <c:majorTickMark val="out"/>
        <c:minorTickMark val="none"/>
        <c:tickLblPos val="nextTo"/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00"/>
          <c:min val="0"/>
        </c:scaling>
        <c:delete val="1"/>
        <c:axPos val="t"/>
        <c:numFmt formatCode="General" sourceLinked="1"/>
        <c:majorTickMark val="out"/>
        <c:minorTickMark val="none"/>
        <c:tickLblPos val="nextTo"/>
        <c:crossAx val="1572378639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tr-T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8.3000798084596969E-3"/>
          <c:y val="0.10077519379844961"/>
          <c:w val="0.98339984038308059"/>
          <c:h val="0.79844961240310075"/>
        </c:manualLayout>
      </c:layout>
      <c:barChart>
        <c:barDir val="bar"/>
        <c:grouping val="stacked"/>
        <c:varyColors val="0"/>
        <c:ser>
          <c:idx val="0"/>
          <c:order val="0"/>
          <c:spPr>
            <a:solidFill>
              <a:srgbClr val="364D6E"/>
            </a:solidFill>
            <a:ln w="19050" cmpd="sng" algn="ctr">
              <a:solidFill>
                <a:srgbClr val="FFFFFF"/>
              </a:solidFill>
              <a:prstDash val="solid"/>
            </a:ln>
          </c:spPr>
          <c:invertIfNegative val="0"/>
          <c:val>
            <c:numRef>
              <c:f>Sheet1!$A$1</c:f>
              <c:numCache>
                <c:formatCode>General</c:formatCode>
                <c:ptCount val="1"/>
                <c:pt idx="0">
                  <c:v>75.078818023381061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AEE-4CE1-B26A-66A2993E9234}"/>
            </c:ext>
          </c:extLst>
        </c:ser>
        <c:ser>
          <c:idx val="1"/>
          <c:order val="1"/>
          <c:spPr>
            <a:solidFill>
              <a:srgbClr val="A80000"/>
            </a:solidFill>
            <a:ln w="19050" cmpd="sng" algn="ctr">
              <a:solidFill>
                <a:srgbClr val="FFFFFF"/>
              </a:solidFill>
              <a:prstDash val="solid"/>
            </a:ln>
          </c:spPr>
          <c:invertIfNegative val="0"/>
          <c:val>
            <c:numRef>
              <c:f>Sheet1!$A$2</c:f>
              <c:numCache>
                <c:formatCode>General</c:formatCode>
                <c:ptCount val="1"/>
                <c:pt idx="0">
                  <c:v>13.214992069242371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AEE-4CE1-B26A-66A2993E9234}"/>
            </c:ext>
          </c:extLst>
        </c:ser>
        <c:ser>
          <c:idx val="2"/>
          <c:order val="2"/>
          <c:spPr>
            <a:solidFill>
              <a:schemeClr val="accent2"/>
            </a:solidFill>
            <a:ln w="19050" cmpd="sng" algn="ctr">
              <a:solidFill>
                <a:srgbClr val="FFFFFF"/>
              </a:solidFill>
              <a:prstDash val="solid"/>
            </a:ln>
          </c:spPr>
          <c:invertIfNegative val="0"/>
          <c:val>
            <c:numRef>
              <c:f>Sheet1!$A$3</c:f>
              <c:numCache>
                <c:formatCode>General</c:formatCode>
                <c:ptCount val="1"/>
                <c:pt idx="0">
                  <c:v>11.001233673409438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AEE-4CE1-B26A-66A2993E9234}"/>
            </c:ext>
          </c:extLst>
        </c:ser>
        <c:ser>
          <c:idx val="3"/>
          <c:order val="3"/>
          <c:spPr>
            <a:solidFill>
              <a:srgbClr val="969696"/>
            </a:solidFill>
            <a:ln w="19050" cmpd="sng" algn="ctr">
              <a:solidFill>
                <a:srgbClr val="FFFFFF"/>
              </a:solidFill>
              <a:prstDash val="solid"/>
            </a:ln>
          </c:spPr>
          <c:invertIfNegative val="0"/>
          <c:val>
            <c:numRef>
              <c:f>Sheet1!$A$4</c:f>
              <c:numCache>
                <c:formatCode>General</c:formatCode>
                <c:ptCount val="1"/>
                <c:pt idx="0">
                  <c:v>0.70495623396713558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3AEE-4CE1-B26A-66A2993E923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1581581071"/>
        <c:axId val="1"/>
      </c:barChart>
      <c:catAx>
        <c:axId val="1581581071"/>
        <c:scaling>
          <c:orientation val="maxMin"/>
        </c:scaling>
        <c:delete val="1"/>
        <c:axPos val="l"/>
        <c:majorTickMark val="out"/>
        <c:minorTickMark val="none"/>
        <c:tickLblPos val="nextTo"/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00"/>
          <c:min val="0"/>
        </c:scaling>
        <c:delete val="1"/>
        <c:axPos val="t"/>
        <c:numFmt formatCode="General" sourceLinked="1"/>
        <c:majorTickMark val="out"/>
        <c:minorTickMark val="none"/>
        <c:tickLblPos val="nextTo"/>
        <c:crossAx val="1581581071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tr-T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8.2815734989648039E-3"/>
          <c:y val="0.10077519379844961"/>
          <c:w val="0.9834368530020704"/>
          <c:h val="0.79844961240310075"/>
        </c:manualLayout>
      </c:layout>
      <c:barChart>
        <c:barDir val="bar"/>
        <c:grouping val="stacked"/>
        <c:varyColors val="0"/>
        <c:ser>
          <c:idx val="0"/>
          <c:order val="0"/>
          <c:spPr>
            <a:solidFill>
              <a:srgbClr val="364D6E"/>
            </a:solidFill>
            <a:ln w="19050" cmpd="sng" algn="ctr">
              <a:solidFill>
                <a:srgbClr val="FFFFFF"/>
              </a:solidFill>
              <a:prstDash val="solid"/>
            </a:ln>
          </c:spPr>
          <c:invertIfNegative val="0"/>
          <c:val>
            <c:numRef>
              <c:f>Sheet1!$A$1</c:f>
              <c:numCache>
                <c:formatCode>General</c:formatCode>
                <c:ptCount val="1"/>
                <c:pt idx="0">
                  <c:v>57.695143497071633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4B6-43AF-A61A-68FF5306135B}"/>
            </c:ext>
          </c:extLst>
        </c:ser>
        <c:ser>
          <c:idx val="1"/>
          <c:order val="1"/>
          <c:spPr>
            <a:solidFill>
              <a:srgbClr val="A80000"/>
            </a:solidFill>
            <a:ln w="19050" cmpd="sng" algn="ctr">
              <a:solidFill>
                <a:srgbClr val="FFFFFF"/>
              </a:solidFill>
              <a:prstDash val="solid"/>
            </a:ln>
          </c:spPr>
          <c:invertIfNegative val="0"/>
          <c:val>
            <c:numRef>
              <c:f>Sheet1!$A$2</c:f>
              <c:numCache>
                <c:formatCode>General</c:formatCode>
                <c:ptCount val="1"/>
                <c:pt idx="0">
                  <c:v>35.442315985698983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4B6-43AF-A61A-68FF5306135B}"/>
            </c:ext>
          </c:extLst>
        </c:ser>
        <c:ser>
          <c:idx val="2"/>
          <c:order val="2"/>
          <c:spPr>
            <a:solidFill>
              <a:schemeClr val="accent2"/>
            </a:solidFill>
            <a:ln w="19050" cmpd="sng" algn="ctr">
              <a:solidFill>
                <a:srgbClr val="FFFFFF"/>
              </a:solidFill>
              <a:prstDash val="solid"/>
            </a:ln>
          </c:spPr>
          <c:invertIfNegative val="0"/>
          <c:val>
            <c:numRef>
              <c:f>Sheet1!$A$3</c:f>
              <c:numCache>
                <c:formatCode>General</c:formatCode>
                <c:ptCount val="1"/>
                <c:pt idx="0">
                  <c:v>4.5114978506740178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4B6-43AF-A61A-68FF5306135B}"/>
            </c:ext>
          </c:extLst>
        </c:ser>
        <c:ser>
          <c:idx val="3"/>
          <c:order val="3"/>
          <c:spPr>
            <a:solidFill>
              <a:srgbClr val="969696"/>
            </a:solidFill>
            <a:ln w="19050" cmpd="sng" algn="ctr">
              <a:solidFill>
                <a:srgbClr val="FFFFFF"/>
              </a:solidFill>
              <a:prstDash val="solid"/>
            </a:ln>
          </c:spPr>
          <c:invertIfNegative val="0"/>
          <c:val>
            <c:numRef>
              <c:f>Sheet1!$A$4</c:f>
              <c:numCache>
                <c:formatCode>General</c:formatCode>
                <c:ptCount val="1"/>
                <c:pt idx="0">
                  <c:v>2.3510426665553696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94B6-43AF-A61A-68FF5306135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1425110847"/>
        <c:axId val="1"/>
      </c:barChart>
      <c:catAx>
        <c:axId val="1425110847"/>
        <c:scaling>
          <c:orientation val="maxMin"/>
        </c:scaling>
        <c:delete val="1"/>
        <c:axPos val="l"/>
        <c:majorTickMark val="out"/>
        <c:minorTickMark val="none"/>
        <c:tickLblPos val="nextTo"/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00"/>
          <c:min val="0"/>
        </c:scaling>
        <c:delete val="1"/>
        <c:axPos val="t"/>
        <c:numFmt formatCode="General" sourceLinked="1"/>
        <c:majorTickMark val="out"/>
        <c:minorTickMark val="none"/>
        <c:tickLblPos val="nextTo"/>
        <c:crossAx val="1425110847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tr-T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1.8303414290742698E-2"/>
          <c:y val="2.2033898305084745E-2"/>
          <c:w val="0.96339317141851466"/>
          <c:h val="0.95593220338983054"/>
        </c:manualLayout>
      </c:layout>
      <c:barChart>
        <c:barDir val="bar"/>
        <c:grouping val="stacked"/>
        <c:varyColors val="0"/>
        <c:ser>
          <c:idx val="0"/>
          <c:order val="0"/>
          <c:spPr>
            <a:solidFill>
              <a:srgbClr val="364D6E"/>
            </a:solidFill>
            <a:ln>
              <a:noFill/>
            </a:ln>
          </c:spPr>
          <c:invertIfNegative val="0"/>
          <c:val>
            <c:numRef>
              <c:f>Sheet1!$A$1:$E$1</c:f>
              <c:numCache>
                <c:formatCode>General</c:formatCode>
                <c:ptCount val="5"/>
                <c:pt idx="0">
                  <c:v>7.4799999999999995</c:v>
                </c:pt>
                <c:pt idx="1">
                  <c:v>5.78</c:v>
                </c:pt>
                <c:pt idx="2">
                  <c:v>3.93</c:v>
                </c:pt>
                <c:pt idx="3">
                  <c:v>2.91</c:v>
                </c:pt>
                <c:pt idx="4">
                  <c:v>2.63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16E-48A3-977B-CB9D0CB7032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1522327919"/>
        <c:axId val="1"/>
      </c:barChart>
      <c:catAx>
        <c:axId val="1522327919"/>
        <c:scaling>
          <c:orientation val="maxMin"/>
        </c:scaling>
        <c:delete val="0"/>
        <c:axPos val="l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7.4799999999999995"/>
          <c:min val="0"/>
        </c:scaling>
        <c:delete val="1"/>
        <c:axPos val="t"/>
        <c:numFmt formatCode="General" sourceLinked="1"/>
        <c:majorTickMark val="out"/>
        <c:minorTickMark val="none"/>
        <c:tickLblPos val="nextTo"/>
        <c:crossAx val="1522327919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tr-T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1.8303414290742698E-2"/>
          <c:y val="2.2033898305084745E-2"/>
          <c:w val="0.96339317141851466"/>
          <c:h val="0.95593220338983054"/>
        </c:manualLayout>
      </c:layout>
      <c:barChart>
        <c:barDir val="bar"/>
        <c:grouping val="stacked"/>
        <c:varyColors val="0"/>
        <c:ser>
          <c:idx val="0"/>
          <c:order val="0"/>
          <c:spPr>
            <a:solidFill>
              <a:srgbClr val="364D6E"/>
            </a:solidFill>
            <a:ln>
              <a:noFill/>
            </a:ln>
          </c:spPr>
          <c:invertIfNegative val="0"/>
          <c:val>
            <c:numRef>
              <c:f>Sheet1!$A$1:$E$1</c:f>
              <c:numCache>
                <c:formatCode>General</c:formatCode>
                <c:ptCount val="5"/>
                <c:pt idx="0">
                  <c:v>3.88</c:v>
                </c:pt>
                <c:pt idx="1">
                  <c:v>2.69</c:v>
                </c:pt>
                <c:pt idx="2">
                  <c:v>2.23</c:v>
                </c:pt>
                <c:pt idx="3">
                  <c:v>2.1</c:v>
                </c:pt>
                <c:pt idx="4">
                  <c:v>1.82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96A-42E0-8204-D59BDC92313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1522329839"/>
        <c:axId val="1"/>
      </c:barChart>
      <c:catAx>
        <c:axId val="1522329839"/>
        <c:scaling>
          <c:orientation val="maxMin"/>
        </c:scaling>
        <c:delete val="0"/>
        <c:axPos val="l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3.88"/>
          <c:min val="0"/>
        </c:scaling>
        <c:delete val="1"/>
        <c:axPos val="t"/>
        <c:numFmt formatCode="General" sourceLinked="1"/>
        <c:majorTickMark val="out"/>
        <c:minorTickMark val="none"/>
        <c:tickLblPos val="nextTo"/>
        <c:crossAx val="1522329839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tr-T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1.8303414290742698E-2"/>
          <c:y val="2.2033898305084745E-2"/>
          <c:w val="0.96339317141851466"/>
          <c:h val="0.95593220338983054"/>
        </c:manualLayout>
      </c:layout>
      <c:barChart>
        <c:barDir val="bar"/>
        <c:grouping val="stacked"/>
        <c:varyColors val="0"/>
        <c:ser>
          <c:idx val="0"/>
          <c:order val="0"/>
          <c:spPr>
            <a:solidFill>
              <a:srgbClr val="364D6E"/>
            </a:solidFill>
            <a:ln>
              <a:noFill/>
            </a:ln>
          </c:spPr>
          <c:invertIfNegative val="0"/>
          <c:val>
            <c:numRef>
              <c:f>Sheet1!$A$1:$E$1</c:f>
              <c:numCache>
                <c:formatCode>General</c:formatCode>
                <c:ptCount val="5"/>
                <c:pt idx="0">
                  <c:v>6.6</c:v>
                </c:pt>
                <c:pt idx="1">
                  <c:v>2.9</c:v>
                </c:pt>
                <c:pt idx="2">
                  <c:v>1.67</c:v>
                </c:pt>
                <c:pt idx="3">
                  <c:v>1.61</c:v>
                </c:pt>
                <c:pt idx="4">
                  <c:v>1.45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86F-4C68-90AB-0A96810791F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1422128095"/>
        <c:axId val="1"/>
      </c:barChart>
      <c:catAx>
        <c:axId val="1422128095"/>
        <c:scaling>
          <c:orientation val="maxMin"/>
        </c:scaling>
        <c:delete val="0"/>
        <c:axPos val="l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6.6"/>
          <c:min val="0"/>
        </c:scaling>
        <c:delete val="1"/>
        <c:axPos val="t"/>
        <c:numFmt formatCode="General" sourceLinked="1"/>
        <c:majorTickMark val="out"/>
        <c:minorTickMark val="none"/>
        <c:tickLblPos val="nextTo"/>
        <c:crossAx val="1422128095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tr-T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8.5470085470085479E-3"/>
          <c:y val="1.9756838905775075E-2"/>
          <c:w val="0.98290598290598286"/>
          <c:h val="0.96048632218844987"/>
        </c:manualLayout>
      </c:layout>
      <c:barChart>
        <c:barDir val="bar"/>
        <c:grouping val="stacked"/>
        <c:varyColors val="0"/>
        <c:ser>
          <c:idx val="0"/>
          <c:order val="0"/>
          <c:spPr>
            <a:solidFill>
              <a:srgbClr val="364D6E"/>
            </a:solidFill>
            <a:ln>
              <a:noFill/>
            </a:ln>
          </c:spPr>
          <c:invertIfNegative val="0"/>
          <c:val>
            <c:numRef>
              <c:f>Sheet1!$A$1:$L$1</c:f>
              <c:numCache>
                <c:formatCode>General</c:formatCode>
                <c:ptCount val="12"/>
                <c:pt idx="0">
                  <c:v>7.353237981724277</c:v>
                </c:pt>
                <c:pt idx="1">
                  <c:v>6.1899999999999995</c:v>
                </c:pt>
                <c:pt idx="2">
                  <c:v>5.33</c:v>
                </c:pt>
                <c:pt idx="3">
                  <c:v>4.5</c:v>
                </c:pt>
                <c:pt idx="4">
                  <c:v>4.4400000000000004</c:v>
                </c:pt>
                <c:pt idx="5">
                  <c:v>4.04</c:v>
                </c:pt>
                <c:pt idx="6">
                  <c:v>4.0199999999999996</c:v>
                </c:pt>
                <c:pt idx="7">
                  <c:v>3.29</c:v>
                </c:pt>
                <c:pt idx="8">
                  <c:v>2.09</c:v>
                </c:pt>
                <c:pt idx="9">
                  <c:v>2.06</c:v>
                </c:pt>
                <c:pt idx="10">
                  <c:v>1.89</c:v>
                </c:pt>
                <c:pt idx="11">
                  <c:v>1.81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7F1-4BE7-BA8E-7DEB1188498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1569356719"/>
        <c:axId val="1"/>
      </c:barChart>
      <c:catAx>
        <c:axId val="1569356719"/>
        <c:scaling>
          <c:orientation val="maxMin"/>
        </c:scaling>
        <c:delete val="0"/>
        <c:axPos val="l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7.353237981724277"/>
          <c:min val="0"/>
        </c:scaling>
        <c:delete val="1"/>
        <c:axPos val="t"/>
        <c:numFmt formatCode="General" sourceLinked="1"/>
        <c:majorTickMark val="out"/>
        <c:minorTickMark val="none"/>
        <c:tickLblPos val="nextTo"/>
        <c:crossAx val="1569356719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F294154-533D-9192-AFEE-67172A4C690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CC2DBE-EC08-7EF3-22D3-287D089BEAE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1DECE7-DB40-44E7-9358-C752C9E6E979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F92F5E-2E91-60B4-7916-D92EB6515A8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A47073-5C28-19C5-F4B0-9860C45DF2A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67DF8B-8F9F-484D-9E03-CD4985A862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996712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8D00BA-8157-45F7-ADC5-1BC9E0F93763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47CF39-0074-4317-9C51-B82C4B7E23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07384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24-25-26/12/2024: M. Coşkun Cangöz: Merkez Bankasının beklenen faiz kararı ve olası etkileri. https://www.tepav.org.tr/tr/blog/s/7502</a:t>
            </a:r>
          </a:p>
          <a:p>
            <a:r>
              <a:rPr lang="tr-TR" dirty="0"/>
              <a:t>23/01/2025: M. Coşkun Cangöz: Merkez Bankasının beklenen faiz kararı ve olası etkileri. https://www.tepav.org.tr/tr/blog/s/7502</a:t>
            </a:r>
          </a:p>
          <a:p>
            <a:r>
              <a:rPr lang="tr-TR" dirty="0"/>
              <a:t>09/06/2025: Güven Sak: “İç pazarda sıkışırsan dışarıya açılırsın” ezberi bozuluyor. https://www.tepav.org.tr/tr/blog/s/7592 </a:t>
            </a:r>
          </a:p>
          <a:p>
            <a:r>
              <a:rPr lang="tr-TR" dirty="0"/>
              <a:t>20/06/2025: </a:t>
            </a:r>
            <a:r>
              <a:rPr lang="tr-TR" dirty="0" err="1"/>
              <a:t>Gülrü</a:t>
            </a:r>
            <a:r>
              <a:rPr lang="tr-TR" dirty="0"/>
              <a:t> Gezer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tr-TR" dirty="0"/>
              <a:t>25/06/2025: </a:t>
            </a:r>
            <a:r>
              <a:rPr lang="tr-TR" dirty="0" err="1"/>
              <a:t>Gülrü</a:t>
            </a:r>
            <a:r>
              <a:rPr lang="tr-TR" dirty="0"/>
              <a:t> Gezer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47CF39-0074-4317-9C51-B82C4B7E23F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85288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5" Type="http://schemas.openxmlformats.org/officeDocument/2006/relationships/image" Target="../media/image4.jpg"/><Relationship Id="rId4" Type="http://schemas.openxmlformats.org/officeDocument/2006/relationships/image" Target="../media/image3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5" Type="http://schemas.openxmlformats.org/officeDocument/2006/relationships/image" Target="../media/image3.emf"/><Relationship Id="rId4" Type="http://schemas.openxmlformats.org/officeDocument/2006/relationships/oleObject" Target="../embeddings/oleObject3.bin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4" Type="http://schemas.openxmlformats.org/officeDocument/2006/relationships/image" Target="../media/image5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Relationship Id="rId4" Type="http://schemas.openxmlformats.org/officeDocument/2006/relationships/image" Target="../media/image5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Nesne 5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20169213"/>
              </p:ext>
            </p:extLst>
          </p:nvPr>
        </p:nvGraphicFramePr>
        <p:xfrm>
          <a:off x="2119" y="1591"/>
          <a:ext cx="2116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16" imgH="416" progId="TCLayout.ActiveDocument.1">
                  <p:embed/>
                </p:oleObj>
              </mc:Choice>
              <mc:Fallback>
                <p:oleObj name="think-cell Slide" r:id="rId3" imgW="416" imgH="416" progId="TCLayout.ActiveDocument.1">
                  <p:embed/>
                  <p:pic>
                    <p:nvPicPr>
                      <p:cNvPr id="6" name="Nesne 5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19" y="1591"/>
                        <a:ext cx="2116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2 Alt Başlık"/>
          <p:cNvSpPr>
            <a:spLocks noGrp="1"/>
          </p:cNvSpPr>
          <p:nvPr>
            <p:ph type="subTitle" idx="1"/>
          </p:nvPr>
        </p:nvSpPr>
        <p:spPr>
          <a:xfrm>
            <a:off x="1114700" y="3886200"/>
            <a:ext cx="10398033" cy="1752600"/>
          </a:xfrm>
        </p:spPr>
        <p:txBody>
          <a:bodyPr/>
          <a:lstStyle>
            <a:lvl1pPr marL="0" indent="0" algn="r" rtl="0">
              <a:buNone/>
              <a:defRPr b="1">
                <a:solidFill>
                  <a:srgbClr val="1F318D"/>
                </a:solidFill>
                <a:latin typeface="+mj-lt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tr-TR" noProof="0"/>
              <a:t>Asıl alt başlık stilini düzenlemek için tıklatın</a:t>
            </a:r>
            <a:endParaRPr lang="tr-TR" dirty="0"/>
          </a:p>
        </p:txBody>
      </p:sp>
      <p:pic>
        <p:nvPicPr>
          <p:cNvPr id="10" name="Resim 9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24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71445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Nesne 5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48253588"/>
              </p:ext>
            </p:extLst>
          </p:nvPr>
        </p:nvGraphicFramePr>
        <p:xfrm>
          <a:off x="2119" y="1593"/>
          <a:ext cx="2116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16" imgH="416" progId="TCLayout.ActiveDocument.1">
                  <p:embed/>
                </p:oleObj>
              </mc:Choice>
              <mc:Fallback>
                <p:oleObj name="think-cell Slide" r:id="rId4" imgW="416" imgH="416" progId="TCLayout.ActiveDocument.1">
                  <p:embed/>
                  <p:pic>
                    <p:nvPicPr>
                      <p:cNvPr id="6" name="Nesne 5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9" y="1593"/>
                        <a:ext cx="2116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Dikdörtgen 6" hidden="1"/>
          <p:cNvSpPr/>
          <p:nvPr>
            <p:custDataLst>
              <p:tags r:id="rId2"/>
            </p:custDataLst>
          </p:nvPr>
        </p:nvSpPr>
        <p:spPr bwMode="auto">
          <a:xfrm>
            <a:off x="1" y="0"/>
            <a:ext cx="211667" cy="15875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spcCol="0" rtlCol="0" anchor="t" anchorCtr="0" compatLnSpc="1">
            <a:prstTxWarp prst="textNoShape">
              <a:avLst/>
            </a:prstTxWarp>
            <a:noAutofit/>
          </a:bodyPr>
          <a:lstStyle/>
          <a:p>
            <a:pPr rtl="0" fontAlgn="base">
              <a:spcBef>
                <a:spcPct val="0"/>
              </a:spcBef>
              <a:spcAft>
                <a:spcPct val="0"/>
              </a:spcAft>
            </a:pPr>
            <a:endParaRPr lang="tr-TR" sz="3600" b="1" dirty="0">
              <a:solidFill>
                <a:srgbClr val="000000"/>
              </a:solidFill>
              <a:sym typeface="Tahoma" panose="020B0604030504040204" pitchFamily="34" charset="0"/>
            </a:endParaRPr>
          </a:p>
        </p:txBody>
      </p:sp>
      <p:sp>
        <p:nvSpPr>
          <p:cNvPr id="2" name="1 Başlık"/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 rtl="0">
              <a:defRPr b="1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tr-TR"/>
              <a:t>Asıl başlık stili için tıklatın</a:t>
            </a:r>
            <a:endParaRPr lang="tr-TR" dirty="0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>
            <a:lvl1pPr rtl="0">
              <a:defRPr>
                <a:latin typeface="+mj-lt"/>
                <a:cs typeface="Arial" panose="020B0604020202020204" pitchFamily="34" charset="0"/>
              </a:defRPr>
            </a:lvl1pPr>
            <a:lvl2pPr rtl="0">
              <a:defRPr>
                <a:latin typeface="+mj-lt"/>
                <a:cs typeface="Arial" panose="020B0604020202020204" pitchFamily="34" charset="0"/>
              </a:defRPr>
            </a:lvl2pPr>
            <a:lvl3pPr rtl="0">
              <a:defRPr>
                <a:latin typeface="+mj-lt"/>
                <a:cs typeface="Arial" panose="020B0604020202020204" pitchFamily="34" charset="0"/>
              </a:defRPr>
            </a:lvl3pPr>
            <a:lvl4pPr rtl="0">
              <a:defRPr>
                <a:latin typeface="+mj-lt"/>
                <a:cs typeface="Arial" panose="020B0604020202020204" pitchFamily="34" charset="0"/>
              </a:defRPr>
            </a:lvl4pPr>
            <a:lvl5pPr rtl="0">
              <a:defRPr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tr-TR" noProof="0"/>
              <a:t>Asıl metin stillerini düzenlemek için tıklatın</a:t>
            </a:r>
          </a:p>
          <a:p>
            <a:pPr lvl="1"/>
            <a:r>
              <a:rPr lang="tr-TR" noProof="0"/>
              <a:t>İkinci düzey</a:t>
            </a:r>
          </a:p>
          <a:p>
            <a:pPr lvl="2"/>
            <a:r>
              <a:rPr lang="tr-TR" noProof="0"/>
              <a:t>Üçüncü düzey</a:t>
            </a:r>
          </a:p>
          <a:p>
            <a:pPr lvl="3"/>
            <a:r>
              <a:rPr lang="tr-TR" noProof="0"/>
              <a:t>Dördüncü düzey</a:t>
            </a:r>
          </a:p>
          <a:p>
            <a:pPr lvl="4"/>
            <a:r>
              <a:rPr lang="tr-TR" noProof="0"/>
              <a:t>Beşinci düzey</a:t>
            </a:r>
            <a:endParaRPr lang="tr-TR" noProof="0" dirty="0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 rtl="0">
              <a:defRPr>
                <a:latin typeface="+mj-lt"/>
                <a:cs typeface="Arial" panose="020B0604020202020204" pitchFamily="34" charset="0"/>
              </a:defRPr>
            </a:lvl1pPr>
          </a:lstStyle>
          <a:p>
            <a:fld id="{07E531B1-FA9B-4D05-8633-5B9F82DD65D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99146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19FD1974-3E00-FA97-E5FE-2F6E8619C60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2018710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6" progId="TCLayout.ActiveDocument.1">
                  <p:embed/>
                </p:oleObj>
              </mc:Choice>
              <mc:Fallback>
                <p:oleObj name="think-cell Slide" r:id="rId3" imgW="425" imgH="426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9FD1974-3E00-FA97-E5FE-2F6E8619C60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AE100209-1175-870D-202F-563A533B028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 b="1">
                <a:solidFill>
                  <a:srgbClr val="1F318D"/>
                </a:solidFill>
                <a:latin typeface="+mj-lt"/>
              </a:defRPr>
            </a:lvl1pPr>
          </a:lstStyle>
          <a:p>
            <a:r>
              <a:rPr lang="en-GB"/>
              <a:t>#INSERT ACTION WORD HERE#</a:t>
            </a:r>
            <a:endParaRPr lang="tr-TR"/>
          </a:p>
        </p:txBody>
      </p:sp>
      <p:sp>
        <p:nvSpPr>
          <p:cNvPr id="64" name="Content Placeholder 63">
            <a:extLst>
              <a:ext uri="{FF2B5EF4-FFF2-40B4-BE49-F238E27FC236}">
                <a16:creationId xmlns:a16="http://schemas.microsoft.com/office/drawing/2014/main" id="{DA87A993-A410-C7F0-6C2D-F69DAF11BF1E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0" y="1841962"/>
            <a:ext cx="12192000" cy="420948"/>
          </a:xfrm>
          <a:solidFill>
            <a:srgbClr val="002060"/>
          </a:solidFill>
        </p:spPr>
        <p:txBody>
          <a:bodyPr/>
          <a:lstStyle>
            <a:lvl1pPr marL="0" indent="0" algn="ctr">
              <a:buNone/>
              <a:defRPr sz="2000">
                <a:solidFill>
                  <a:schemeClr val="bg1">
                    <a:lumMod val="95000"/>
                  </a:schemeClr>
                </a:solidFill>
                <a:latin typeface="+mj-lt"/>
              </a:defRPr>
            </a:lvl1pPr>
            <a:lvl2pPr>
              <a:defRPr sz="2000">
                <a:latin typeface="+mj-lt"/>
              </a:defRPr>
            </a:lvl2pPr>
            <a:lvl3pPr>
              <a:defRPr sz="2000">
                <a:latin typeface="+mj-lt"/>
              </a:defRPr>
            </a:lvl3pPr>
            <a:lvl4pPr>
              <a:defRPr sz="2000">
                <a:latin typeface="+mj-lt"/>
              </a:defRPr>
            </a:lvl4pPr>
            <a:lvl5pPr>
              <a:defRPr sz="2000">
                <a:latin typeface="+mj-lt"/>
              </a:defRPr>
            </a:lvl5pPr>
          </a:lstStyle>
          <a:p>
            <a:pPr lvl="0"/>
            <a:r>
              <a:rPr lang="en-GB"/>
              <a:t>#INSERT ACTION WORD HERE#</a:t>
            </a:r>
          </a:p>
        </p:txBody>
      </p:sp>
    </p:spTree>
    <p:extLst>
      <p:ext uri="{BB962C8B-B14F-4D97-AF65-F5344CB8AC3E}">
        <p14:creationId xmlns:p14="http://schemas.microsoft.com/office/powerpoint/2010/main" val="15891955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19FD1974-3E00-FA97-E5FE-2F6E8619C60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55854100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6" progId="TCLayout.ActiveDocument.1">
                  <p:embed/>
                </p:oleObj>
              </mc:Choice>
              <mc:Fallback>
                <p:oleObj name="think-cell Slide" r:id="rId3" imgW="425" imgH="426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9FD1974-3E00-FA97-E5FE-2F6E8619C60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AE100209-1175-870D-202F-563A533B028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55136" y="740663"/>
            <a:ext cx="3157730" cy="298621"/>
          </a:xfrm>
          <a:solidFill>
            <a:schemeClr val="bg1">
              <a:alpha val="30000"/>
            </a:schemeClr>
          </a:solidFill>
        </p:spPr>
        <p:txBody>
          <a:bodyPr vert="horz"/>
          <a:lstStyle>
            <a:lvl1pPr>
              <a:defRPr sz="1400" b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GB"/>
              <a:t>#INSERT ACTION WORD HERE#</a:t>
            </a:r>
            <a:endParaRPr lang="tr-TR"/>
          </a:p>
        </p:txBody>
      </p:sp>
      <p:sp>
        <p:nvSpPr>
          <p:cNvPr id="64" name="Content Placeholder 63">
            <a:extLst>
              <a:ext uri="{FF2B5EF4-FFF2-40B4-BE49-F238E27FC236}">
                <a16:creationId xmlns:a16="http://schemas.microsoft.com/office/drawing/2014/main" id="{DA87A993-A410-C7F0-6C2D-F69DAF11BF1E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0" y="713231"/>
            <a:ext cx="3739896" cy="5846147"/>
          </a:xfrm>
          <a:solidFill>
            <a:srgbClr val="002060"/>
          </a:solidFill>
        </p:spPr>
        <p:txBody>
          <a:bodyPr anchor="ctr"/>
          <a:lstStyle>
            <a:lvl1pPr marL="0" indent="0" algn="ctr">
              <a:buNone/>
              <a:defRPr sz="2000">
                <a:solidFill>
                  <a:schemeClr val="bg1">
                    <a:lumMod val="95000"/>
                  </a:schemeClr>
                </a:solidFill>
                <a:latin typeface="+mj-lt"/>
              </a:defRPr>
            </a:lvl1pPr>
            <a:lvl2pPr>
              <a:defRPr sz="2000">
                <a:latin typeface="+mj-lt"/>
              </a:defRPr>
            </a:lvl2pPr>
            <a:lvl3pPr>
              <a:defRPr sz="2000">
                <a:latin typeface="+mj-lt"/>
              </a:defRPr>
            </a:lvl3pPr>
            <a:lvl4pPr>
              <a:defRPr sz="2000">
                <a:latin typeface="+mj-lt"/>
              </a:defRPr>
            </a:lvl4pPr>
            <a:lvl5pPr>
              <a:defRPr sz="2000">
                <a:latin typeface="+mj-lt"/>
              </a:defRPr>
            </a:lvl5pPr>
          </a:lstStyle>
          <a:p>
            <a:pPr lvl="0"/>
            <a:r>
              <a:rPr lang="en-GB"/>
              <a:t>#INSERT ACTION WORD HERE#</a:t>
            </a:r>
          </a:p>
        </p:txBody>
      </p:sp>
    </p:spTree>
    <p:extLst>
      <p:ext uri="{BB962C8B-B14F-4D97-AF65-F5344CB8AC3E}">
        <p14:creationId xmlns:p14="http://schemas.microsoft.com/office/powerpoint/2010/main" val="29533525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ags" Target="../tags/tag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ags" Target="../tags/tag2.xml"/><Relationship Id="rId5" Type="http://schemas.openxmlformats.org/officeDocument/2006/relationships/theme" Target="../theme/theme1.xml"/><Relationship Id="rId10" Type="http://schemas.openxmlformats.org/officeDocument/2006/relationships/image" Target="../media/image2.emf"/><Relationship Id="rId4" Type="http://schemas.openxmlformats.org/officeDocument/2006/relationships/slideLayout" Target="../slideLayouts/slideLayout4.xml"/><Relationship Id="rId9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8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9 Nesne" hidden="1"/>
          <p:cNvGraphicFramePr>
            <a:graphicFrameLocks noChangeAspect="1"/>
          </p:cNvGraphicFramePr>
          <p:nvPr>
            <p:custDataLst>
              <p:tags r:id="rId6"/>
            </p:custDataLst>
            <p:extLst>
              <p:ext uri="{D42A27DB-BD31-4B8C-83A1-F6EECF244321}">
                <p14:modId xmlns:p14="http://schemas.microsoft.com/office/powerpoint/2010/main" val="2283841434"/>
              </p:ext>
            </p:extLst>
          </p:nvPr>
        </p:nvGraphicFramePr>
        <p:xfrm>
          <a:off x="2119" y="1593"/>
          <a:ext cx="2116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270" imgH="270" progId="TCLayout.ActiveDocument.1">
                  <p:embed/>
                </p:oleObj>
              </mc:Choice>
              <mc:Fallback>
                <p:oleObj name="think-cell Slide" r:id="rId9" imgW="270" imgH="270" progId="TCLayout.ActiveDocument.1">
                  <p:embed/>
                  <p:pic>
                    <p:nvPicPr>
                      <p:cNvPr id="10" name="9 Nesne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19" y="1593"/>
                        <a:ext cx="2116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Dikdörtgen 2" hidden="1"/>
          <p:cNvSpPr/>
          <p:nvPr>
            <p:custDataLst>
              <p:tags r:id="rId7"/>
            </p:custDataLst>
          </p:nvPr>
        </p:nvSpPr>
        <p:spPr bwMode="auto">
          <a:xfrm>
            <a:off x="1" y="0"/>
            <a:ext cx="211667" cy="15875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spcCol="0" rtlCol="0" anchor="t" anchorCtr="0" compatLnSpc="1">
            <a:prstTxWarp prst="textNoShape">
              <a:avLst/>
            </a:prstTxWarp>
            <a:noAutofit/>
          </a:bodyPr>
          <a:lstStyle/>
          <a:p>
            <a:pPr rtl="0" fontAlgn="base">
              <a:spcBef>
                <a:spcPct val="0"/>
              </a:spcBef>
              <a:spcAft>
                <a:spcPct val="0"/>
              </a:spcAft>
            </a:pPr>
            <a:endParaRPr lang="tr-TR" sz="3600" b="1" dirty="0">
              <a:solidFill>
                <a:srgbClr val="000000"/>
              </a:solidFill>
              <a:sym typeface="Tahoma" panose="020B0604030504040204" pitchFamily="34" charset="0"/>
            </a:endParaRPr>
          </a:p>
        </p:txBody>
      </p:sp>
      <p:sp>
        <p:nvSpPr>
          <p:cNvPr id="102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06400" y="838200"/>
            <a:ext cx="113792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tr-TR" dirty="0"/>
              <a:t>Asıl </a:t>
            </a:r>
            <a:r>
              <a:rPr lang="tr-TR" noProof="0" dirty="0"/>
              <a:t>başlık</a:t>
            </a:r>
            <a:r>
              <a:rPr lang="tr-TR" dirty="0"/>
              <a:t> stili için tıklatın</a:t>
            </a:r>
          </a:p>
        </p:txBody>
      </p:sp>
      <p:sp>
        <p:nvSpPr>
          <p:cNvPr id="102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06400" y="1752600"/>
            <a:ext cx="11379200" cy="47305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tr-TR" dirty="0"/>
              <a:t>Asıl metin stillerini düzenlemek için tıklatın</a:t>
            </a:r>
          </a:p>
          <a:p>
            <a:pPr lvl="1"/>
            <a:r>
              <a:rPr lang="tr-TR" dirty="0"/>
              <a:t>İkinci düzey</a:t>
            </a:r>
          </a:p>
          <a:p>
            <a:pPr lvl="2"/>
            <a:r>
              <a:rPr lang="tr-TR" dirty="0"/>
              <a:t>Üçüncü düzey</a:t>
            </a:r>
          </a:p>
          <a:p>
            <a:pPr lvl="3"/>
            <a:r>
              <a:rPr lang="tr-TR" dirty="0"/>
              <a:t>Dördüncü düzey</a:t>
            </a:r>
          </a:p>
          <a:p>
            <a:pPr lvl="4"/>
            <a:r>
              <a:rPr lang="tr-TR" dirty="0"/>
              <a:t>Beşinci düzey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1785600" y="6559378"/>
            <a:ext cx="400908" cy="2986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rtl="0">
              <a:defRPr sz="1400" b="0">
                <a:solidFill>
                  <a:srgbClr val="CBDDE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07E531B1-FA9B-4D05-8633-5B9F82DD65D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97641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8" r:id="rId3"/>
    <p:sldLayoutId id="2147483671" r:id="rId4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1F318D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400">
          <a:solidFill>
            <a:srgbClr val="1F318D"/>
          </a:solidFill>
          <a:latin typeface="Tahoma" pitchFamily="34" charset="0"/>
          <a:cs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400">
          <a:solidFill>
            <a:srgbClr val="1F318D"/>
          </a:solidFill>
          <a:latin typeface="Tahoma" pitchFamily="34" charset="0"/>
          <a:cs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400">
          <a:solidFill>
            <a:srgbClr val="1F318D"/>
          </a:solidFill>
          <a:latin typeface="Tahoma" pitchFamily="34" charset="0"/>
          <a:cs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400">
          <a:solidFill>
            <a:srgbClr val="1F318D"/>
          </a:solidFill>
          <a:latin typeface="Tahoma" pitchFamily="34" charset="0"/>
          <a:cs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400">
          <a:solidFill>
            <a:srgbClr val="1F318D"/>
          </a:solidFill>
          <a:latin typeface="Tahoma" pitchFamily="34" charset="0"/>
          <a:cs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400">
          <a:solidFill>
            <a:srgbClr val="1F318D"/>
          </a:solidFill>
          <a:latin typeface="Tahoma" pitchFamily="34" charset="0"/>
          <a:cs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400">
          <a:solidFill>
            <a:srgbClr val="1F318D"/>
          </a:solidFill>
          <a:latin typeface="Tahoma" pitchFamily="34" charset="0"/>
          <a:cs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400">
          <a:solidFill>
            <a:srgbClr val="1F318D"/>
          </a:solidFill>
          <a:latin typeface="Tahoma" pitchFamily="34" charset="0"/>
          <a:cs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rgbClr val="E60000"/>
        </a:buClr>
        <a:buSzPct val="85000"/>
        <a:buFont typeface="Wingdings" pitchFamily="2" charset="2"/>
        <a:buChar char="n"/>
        <a:defRPr sz="3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rgbClr val="1F318D"/>
        </a:buClr>
        <a:buSzPct val="90000"/>
        <a:buFont typeface="Wingdings" pitchFamily="2" charset="2"/>
        <a:buChar char="è"/>
        <a:defRPr sz="28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Relationship Id="rId4" Type="http://schemas.openxmlformats.org/officeDocument/2006/relationships/image" Target="../media/image5.emf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tags" Target="../tags/tag22.xml"/><Relationship Id="rId18" Type="http://schemas.openxmlformats.org/officeDocument/2006/relationships/tags" Target="../tags/tag27.xml"/><Relationship Id="rId26" Type="http://schemas.openxmlformats.org/officeDocument/2006/relationships/tags" Target="../tags/tag35.xml"/><Relationship Id="rId3" Type="http://schemas.openxmlformats.org/officeDocument/2006/relationships/tags" Target="../tags/tag12.xml"/><Relationship Id="rId21" Type="http://schemas.openxmlformats.org/officeDocument/2006/relationships/tags" Target="../tags/tag30.xml"/><Relationship Id="rId7" Type="http://schemas.openxmlformats.org/officeDocument/2006/relationships/tags" Target="../tags/tag16.xml"/><Relationship Id="rId12" Type="http://schemas.openxmlformats.org/officeDocument/2006/relationships/tags" Target="../tags/tag21.xml"/><Relationship Id="rId17" Type="http://schemas.openxmlformats.org/officeDocument/2006/relationships/tags" Target="../tags/tag26.xml"/><Relationship Id="rId25" Type="http://schemas.openxmlformats.org/officeDocument/2006/relationships/tags" Target="../tags/tag34.xml"/><Relationship Id="rId33" Type="http://schemas.openxmlformats.org/officeDocument/2006/relationships/chart" Target="../charts/chart1.xml"/><Relationship Id="rId2" Type="http://schemas.openxmlformats.org/officeDocument/2006/relationships/tags" Target="../tags/tag11.xml"/><Relationship Id="rId16" Type="http://schemas.openxmlformats.org/officeDocument/2006/relationships/tags" Target="../tags/tag25.xml"/><Relationship Id="rId20" Type="http://schemas.openxmlformats.org/officeDocument/2006/relationships/tags" Target="../tags/tag29.xml"/><Relationship Id="rId29" Type="http://schemas.openxmlformats.org/officeDocument/2006/relationships/slideLayout" Target="../slideLayouts/slideLayout3.xml"/><Relationship Id="rId1" Type="http://schemas.openxmlformats.org/officeDocument/2006/relationships/tags" Target="../tags/tag10.xml"/><Relationship Id="rId6" Type="http://schemas.openxmlformats.org/officeDocument/2006/relationships/tags" Target="../tags/tag15.xml"/><Relationship Id="rId11" Type="http://schemas.openxmlformats.org/officeDocument/2006/relationships/tags" Target="../tags/tag20.xml"/><Relationship Id="rId24" Type="http://schemas.openxmlformats.org/officeDocument/2006/relationships/tags" Target="../tags/tag33.xml"/><Relationship Id="rId32" Type="http://schemas.openxmlformats.org/officeDocument/2006/relationships/image" Target="../media/image5.emf"/><Relationship Id="rId5" Type="http://schemas.openxmlformats.org/officeDocument/2006/relationships/tags" Target="../tags/tag14.xml"/><Relationship Id="rId15" Type="http://schemas.openxmlformats.org/officeDocument/2006/relationships/tags" Target="../tags/tag24.xml"/><Relationship Id="rId23" Type="http://schemas.openxmlformats.org/officeDocument/2006/relationships/tags" Target="../tags/tag32.xml"/><Relationship Id="rId28" Type="http://schemas.openxmlformats.org/officeDocument/2006/relationships/tags" Target="../tags/tag37.xml"/><Relationship Id="rId10" Type="http://schemas.openxmlformats.org/officeDocument/2006/relationships/tags" Target="../tags/tag19.xml"/><Relationship Id="rId19" Type="http://schemas.openxmlformats.org/officeDocument/2006/relationships/tags" Target="../tags/tag28.xml"/><Relationship Id="rId31" Type="http://schemas.openxmlformats.org/officeDocument/2006/relationships/oleObject" Target="../embeddings/oleObject7.bin"/><Relationship Id="rId4" Type="http://schemas.openxmlformats.org/officeDocument/2006/relationships/tags" Target="../tags/tag13.xml"/><Relationship Id="rId9" Type="http://schemas.openxmlformats.org/officeDocument/2006/relationships/tags" Target="../tags/tag18.xml"/><Relationship Id="rId14" Type="http://schemas.openxmlformats.org/officeDocument/2006/relationships/tags" Target="../tags/tag23.xml"/><Relationship Id="rId22" Type="http://schemas.openxmlformats.org/officeDocument/2006/relationships/tags" Target="../tags/tag31.xml"/><Relationship Id="rId27" Type="http://schemas.openxmlformats.org/officeDocument/2006/relationships/tags" Target="../tags/tag36.xml"/><Relationship Id="rId30" Type="http://schemas.openxmlformats.org/officeDocument/2006/relationships/notesSlide" Target="../notesSlides/notesSlide1.xml"/><Relationship Id="rId8" Type="http://schemas.openxmlformats.org/officeDocument/2006/relationships/tags" Target="../tags/tag1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45.xml"/><Relationship Id="rId13" Type="http://schemas.openxmlformats.org/officeDocument/2006/relationships/slideLayout" Target="../slideLayouts/slideLayout3.xml"/><Relationship Id="rId3" Type="http://schemas.openxmlformats.org/officeDocument/2006/relationships/tags" Target="../tags/tag40.xml"/><Relationship Id="rId7" Type="http://schemas.openxmlformats.org/officeDocument/2006/relationships/tags" Target="../tags/tag44.xml"/><Relationship Id="rId12" Type="http://schemas.openxmlformats.org/officeDocument/2006/relationships/tags" Target="../tags/tag49.xml"/><Relationship Id="rId2" Type="http://schemas.openxmlformats.org/officeDocument/2006/relationships/tags" Target="../tags/tag39.xml"/><Relationship Id="rId16" Type="http://schemas.openxmlformats.org/officeDocument/2006/relationships/chart" Target="../charts/chart2.xml"/><Relationship Id="rId1" Type="http://schemas.openxmlformats.org/officeDocument/2006/relationships/tags" Target="../tags/tag38.xml"/><Relationship Id="rId6" Type="http://schemas.openxmlformats.org/officeDocument/2006/relationships/tags" Target="../tags/tag43.xml"/><Relationship Id="rId11" Type="http://schemas.openxmlformats.org/officeDocument/2006/relationships/tags" Target="../tags/tag48.xml"/><Relationship Id="rId5" Type="http://schemas.openxmlformats.org/officeDocument/2006/relationships/tags" Target="../tags/tag42.xml"/><Relationship Id="rId15" Type="http://schemas.openxmlformats.org/officeDocument/2006/relationships/image" Target="../media/image6.emf"/><Relationship Id="rId10" Type="http://schemas.openxmlformats.org/officeDocument/2006/relationships/tags" Target="../tags/tag47.xml"/><Relationship Id="rId4" Type="http://schemas.openxmlformats.org/officeDocument/2006/relationships/tags" Target="../tags/tag41.xml"/><Relationship Id="rId9" Type="http://schemas.openxmlformats.org/officeDocument/2006/relationships/tags" Target="../tags/tag46.xml"/><Relationship Id="rId14" Type="http://schemas.openxmlformats.org/officeDocument/2006/relationships/oleObject" Target="../embeddings/oleObject8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57.xml"/><Relationship Id="rId13" Type="http://schemas.openxmlformats.org/officeDocument/2006/relationships/tags" Target="../tags/tag62.xml"/><Relationship Id="rId18" Type="http://schemas.openxmlformats.org/officeDocument/2006/relationships/tags" Target="../tags/tag67.xml"/><Relationship Id="rId26" Type="http://schemas.openxmlformats.org/officeDocument/2006/relationships/slideLayout" Target="../slideLayouts/slideLayout3.xml"/><Relationship Id="rId3" Type="http://schemas.openxmlformats.org/officeDocument/2006/relationships/tags" Target="../tags/tag52.xml"/><Relationship Id="rId21" Type="http://schemas.openxmlformats.org/officeDocument/2006/relationships/tags" Target="../tags/tag70.xml"/><Relationship Id="rId7" Type="http://schemas.openxmlformats.org/officeDocument/2006/relationships/tags" Target="../tags/tag56.xml"/><Relationship Id="rId12" Type="http://schemas.openxmlformats.org/officeDocument/2006/relationships/tags" Target="../tags/tag61.xml"/><Relationship Id="rId17" Type="http://schemas.openxmlformats.org/officeDocument/2006/relationships/tags" Target="../tags/tag66.xml"/><Relationship Id="rId25" Type="http://schemas.openxmlformats.org/officeDocument/2006/relationships/tags" Target="../tags/tag74.xml"/><Relationship Id="rId2" Type="http://schemas.openxmlformats.org/officeDocument/2006/relationships/tags" Target="../tags/tag51.xml"/><Relationship Id="rId16" Type="http://schemas.openxmlformats.org/officeDocument/2006/relationships/tags" Target="../tags/tag65.xml"/><Relationship Id="rId20" Type="http://schemas.openxmlformats.org/officeDocument/2006/relationships/tags" Target="../tags/tag69.xml"/><Relationship Id="rId29" Type="http://schemas.openxmlformats.org/officeDocument/2006/relationships/chart" Target="../charts/chart3.xml"/><Relationship Id="rId1" Type="http://schemas.openxmlformats.org/officeDocument/2006/relationships/tags" Target="../tags/tag50.xml"/><Relationship Id="rId6" Type="http://schemas.openxmlformats.org/officeDocument/2006/relationships/tags" Target="../tags/tag55.xml"/><Relationship Id="rId11" Type="http://schemas.openxmlformats.org/officeDocument/2006/relationships/tags" Target="../tags/tag60.xml"/><Relationship Id="rId24" Type="http://schemas.openxmlformats.org/officeDocument/2006/relationships/tags" Target="../tags/tag73.xml"/><Relationship Id="rId5" Type="http://schemas.openxmlformats.org/officeDocument/2006/relationships/tags" Target="../tags/tag54.xml"/><Relationship Id="rId15" Type="http://schemas.openxmlformats.org/officeDocument/2006/relationships/tags" Target="../tags/tag64.xml"/><Relationship Id="rId23" Type="http://schemas.openxmlformats.org/officeDocument/2006/relationships/tags" Target="../tags/tag72.xml"/><Relationship Id="rId28" Type="http://schemas.openxmlformats.org/officeDocument/2006/relationships/image" Target="../media/image6.emf"/><Relationship Id="rId10" Type="http://schemas.openxmlformats.org/officeDocument/2006/relationships/tags" Target="../tags/tag59.xml"/><Relationship Id="rId19" Type="http://schemas.openxmlformats.org/officeDocument/2006/relationships/tags" Target="../tags/tag68.xml"/><Relationship Id="rId4" Type="http://schemas.openxmlformats.org/officeDocument/2006/relationships/tags" Target="../tags/tag53.xml"/><Relationship Id="rId9" Type="http://schemas.openxmlformats.org/officeDocument/2006/relationships/tags" Target="../tags/tag58.xml"/><Relationship Id="rId14" Type="http://schemas.openxmlformats.org/officeDocument/2006/relationships/tags" Target="../tags/tag63.xml"/><Relationship Id="rId22" Type="http://schemas.openxmlformats.org/officeDocument/2006/relationships/tags" Target="../tags/tag71.xml"/><Relationship Id="rId27" Type="http://schemas.openxmlformats.org/officeDocument/2006/relationships/oleObject" Target="../embeddings/oleObject9.bin"/><Relationship Id="rId30" Type="http://schemas.openxmlformats.org/officeDocument/2006/relationships/chart" Target="../charts/chart4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tags" Target="../tags/tag82.xml"/><Relationship Id="rId13" Type="http://schemas.openxmlformats.org/officeDocument/2006/relationships/tags" Target="../tags/tag87.xml"/><Relationship Id="rId18" Type="http://schemas.openxmlformats.org/officeDocument/2006/relationships/oleObject" Target="../embeddings/oleObject10.bin"/><Relationship Id="rId3" Type="http://schemas.openxmlformats.org/officeDocument/2006/relationships/tags" Target="../tags/tag77.xml"/><Relationship Id="rId21" Type="http://schemas.openxmlformats.org/officeDocument/2006/relationships/chart" Target="../charts/chart6.xml"/><Relationship Id="rId7" Type="http://schemas.openxmlformats.org/officeDocument/2006/relationships/tags" Target="../tags/tag81.xml"/><Relationship Id="rId12" Type="http://schemas.openxmlformats.org/officeDocument/2006/relationships/tags" Target="../tags/tag86.xml"/><Relationship Id="rId17" Type="http://schemas.openxmlformats.org/officeDocument/2006/relationships/slideLayout" Target="../slideLayouts/slideLayout3.xml"/><Relationship Id="rId2" Type="http://schemas.openxmlformats.org/officeDocument/2006/relationships/tags" Target="../tags/tag76.xml"/><Relationship Id="rId16" Type="http://schemas.openxmlformats.org/officeDocument/2006/relationships/tags" Target="../tags/tag90.xml"/><Relationship Id="rId20" Type="http://schemas.openxmlformats.org/officeDocument/2006/relationships/chart" Target="../charts/chart5.xml"/><Relationship Id="rId1" Type="http://schemas.openxmlformats.org/officeDocument/2006/relationships/tags" Target="../tags/tag75.xml"/><Relationship Id="rId6" Type="http://schemas.openxmlformats.org/officeDocument/2006/relationships/tags" Target="../tags/tag80.xml"/><Relationship Id="rId11" Type="http://schemas.openxmlformats.org/officeDocument/2006/relationships/tags" Target="../tags/tag85.xml"/><Relationship Id="rId5" Type="http://schemas.openxmlformats.org/officeDocument/2006/relationships/tags" Target="../tags/tag79.xml"/><Relationship Id="rId15" Type="http://schemas.openxmlformats.org/officeDocument/2006/relationships/tags" Target="../tags/tag89.xml"/><Relationship Id="rId10" Type="http://schemas.openxmlformats.org/officeDocument/2006/relationships/tags" Target="../tags/tag84.xml"/><Relationship Id="rId19" Type="http://schemas.openxmlformats.org/officeDocument/2006/relationships/image" Target="../media/image6.emf"/><Relationship Id="rId4" Type="http://schemas.openxmlformats.org/officeDocument/2006/relationships/tags" Target="../tags/tag78.xml"/><Relationship Id="rId9" Type="http://schemas.openxmlformats.org/officeDocument/2006/relationships/tags" Target="../tags/tag83.xml"/><Relationship Id="rId14" Type="http://schemas.openxmlformats.org/officeDocument/2006/relationships/tags" Target="../tags/tag8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1.xml"/><Relationship Id="rId5" Type="http://schemas.openxmlformats.org/officeDocument/2006/relationships/image" Target="../media/image7.png"/><Relationship Id="rId4" Type="http://schemas.openxmlformats.org/officeDocument/2006/relationships/image" Target="../media/image6.e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tags" Target="../tags/tag99.xml"/><Relationship Id="rId13" Type="http://schemas.openxmlformats.org/officeDocument/2006/relationships/tags" Target="../tags/tag104.xml"/><Relationship Id="rId18" Type="http://schemas.openxmlformats.org/officeDocument/2006/relationships/tags" Target="../tags/tag109.xml"/><Relationship Id="rId26" Type="http://schemas.openxmlformats.org/officeDocument/2006/relationships/slideLayout" Target="../slideLayouts/slideLayout3.xml"/><Relationship Id="rId3" Type="http://schemas.openxmlformats.org/officeDocument/2006/relationships/tags" Target="../tags/tag94.xml"/><Relationship Id="rId21" Type="http://schemas.openxmlformats.org/officeDocument/2006/relationships/tags" Target="../tags/tag112.xml"/><Relationship Id="rId7" Type="http://schemas.openxmlformats.org/officeDocument/2006/relationships/tags" Target="../tags/tag98.xml"/><Relationship Id="rId12" Type="http://schemas.openxmlformats.org/officeDocument/2006/relationships/tags" Target="../tags/tag103.xml"/><Relationship Id="rId17" Type="http://schemas.openxmlformats.org/officeDocument/2006/relationships/tags" Target="../tags/tag108.xml"/><Relationship Id="rId25" Type="http://schemas.openxmlformats.org/officeDocument/2006/relationships/tags" Target="../tags/tag116.xml"/><Relationship Id="rId2" Type="http://schemas.openxmlformats.org/officeDocument/2006/relationships/tags" Target="../tags/tag93.xml"/><Relationship Id="rId16" Type="http://schemas.openxmlformats.org/officeDocument/2006/relationships/tags" Target="../tags/tag107.xml"/><Relationship Id="rId20" Type="http://schemas.openxmlformats.org/officeDocument/2006/relationships/tags" Target="../tags/tag111.xml"/><Relationship Id="rId29" Type="http://schemas.openxmlformats.org/officeDocument/2006/relationships/chart" Target="../charts/chart7.xml"/><Relationship Id="rId1" Type="http://schemas.openxmlformats.org/officeDocument/2006/relationships/tags" Target="../tags/tag92.xml"/><Relationship Id="rId6" Type="http://schemas.openxmlformats.org/officeDocument/2006/relationships/tags" Target="../tags/tag97.xml"/><Relationship Id="rId11" Type="http://schemas.openxmlformats.org/officeDocument/2006/relationships/tags" Target="../tags/tag102.xml"/><Relationship Id="rId24" Type="http://schemas.openxmlformats.org/officeDocument/2006/relationships/tags" Target="../tags/tag115.xml"/><Relationship Id="rId5" Type="http://schemas.openxmlformats.org/officeDocument/2006/relationships/tags" Target="../tags/tag96.xml"/><Relationship Id="rId15" Type="http://schemas.openxmlformats.org/officeDocument/2006/relationships/tags" Target="../tags/tag106.xml"/><Relationship Id="rId23" Type="http://schemas.openxmlformats.org/officeDocument/2006/relationships/tags" Target="../tags/tag114.xml"/><Relationship Id="rId28" Type="http://schemas.openxmlformats.org/officeDocument/2006/relationships/image" Target="../media/image6.emf"/><Relationship Id="rId10" Type="http://schemas.openxmlformats.org/officeDocument/2006/relationships/tags" Target="../tags/tag101.xml"/><Relationship Id="rId19" Type="http://schemas.openxmlformats.org/officeDocument/2006/relationships/tags" Target="../tags/tag110.xml"/><Relationship Id="rId4" Type="http://schemas.openxmlformats.org/officeDocument/2006/relationships/tags" Target="../tags/tag95.xml"/><Relationship Id="rId9" Type="http://schemas.openxmlformats.org/officeDocument/2006/relationships/tags" Target="../tags/tag100.xml"/><Relationship Id="rId14" Type="http://schemas.openxmlformats.org/officeDocument/2006/relationships/tags" Target="../tags/tag105.xml"/><Relationship Id="rId22" Type="http://schemas.openxmlformats.org/officeDocument/2006/relationships/tags" Target="../tags/tag113.xml"/><Relationship Id="rId27" Type="http://schemas.openxmlformats.org/officeDocument/2006/relationships/oleObject" Target="../embeddings/oleObject12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tags" Target="../tags/tag124.xml"/><Relationship Id="rId13" Type="http://schemas.openxmlformats.org/officeDocument/2006/relationships/tags" Target="../tags/tag129.xml"/><Relationship Id="rId18" Type="http://schemas.openxmlformats.org/officeDocument/2006/relationships/tags" Target="../tags/tag134.xml"/><Relationship Id="rId3" Type="http://schemas.openxmlformats.org/officeDocument/2006/relationships/tags" Target="../tags/tag119.xml"/><Relationship Id="rId21" Type="http://schemas.openxmlformats.org/officeDocument/2006/relationships/tags" Target="../tags/tag137.xml"/><Relationship Id="rId7" Type="http://schemas.openxmlformats.org/officeDocument/2006/relationships/tags" Target="../tags/tag123.xml"/><Relationship Id="rId12" Type="http://schemas.openxmlformats.org/officeDocument/2006/relationships/tags" Target="../tags/tag128.xml"/><Relationship Id="rId17" Type="http://schemas.openxmlformats.org/officeDocument/2006/relationships/tags" Target="../tags/tag133.xml"/><Relationship Id="rId25" Type="http://schemas.openxmlformats.org/officeDocument/2006/relationships/chart" Target="../charts/chart8.xml"/><Relationship Id="rId2" Type="http://schemas.openxmlformats.org/officeDocument/2006/relationships/tags" Target="../tags/tag118.xml"/><Relationship Id="rId16" Type="http://schemas.openxmlformats.org/officeDocument/2006/relationships/tags" Target="../tags/tag132.xml"/><Relationship Id="rId20" Type="http://schemas.openxmlformats.org/officeDocument/2006/relationships/tags" Target="../tags/tag136.xml"/><Relationship Id="rId1" Type="http://schemas.openxmlformats.org/officeDocument/2006/relationships/tags" Target="../tags/tag117.xml"/><Relationship Id="rId6" Type="http://schemas.openxmlformats.org/officeDocument/2006/relationships/tags" Target="../tags/tag122.xml"/><Relationship Id="rId11" Type="http://schemas.openxmlformats.org/officeDocument/2006/relationships/tags" Target="../tags/tag127.xml"/><Relationship Id="rId24" Type="http://schemas.openxmlformats.org/officeDocument/2006/relationships/image" Target="../media/image6.emf"/><Relationship Id="rId5" Type="http://schemas.openxmlformats.org/officeDocument/2006/relationships/tags" Target="../tags/tag121.xml"/><Relationship Id="rId15" Type="http://schemas.openxmlformats.org/officeDocument/2006/relationships/tags" Target="../tags/tag131.xml"/><Relationship Id="rId23" Type="http://schemas.openxmlformats.org/officeDocument/2006/relationships/oleObject" Target="../embeddings/oleObject13.bin"/><Relationship Id="rId10" Type="http://schemas.openxmlformats.org/officeDocument/2006/relationships/tags" Target="../tags/tag126.xml"/><Relationship Id="rId19" Type="http://schemas.openxmlformats.org/officeDocument/2006/relationships/tags" Target="../tags/tag135.xml"/><Relationship Id="rId4" Type="http://schemas.openxmlformats.org/officeDocument/2006/relationships/tags" Target="../tags/tag120.xml"/><Relationship Id="rId9" Type="http://schemas.openxmlformats.org/officeDocument/2006/relationships/tags" Target="../tags/tag125.xml"/><Relationship Id="rId14" Type="http://schemas.openxmlformats.org/officeDocument/2006/relationships/tags" Target="../tags/tag130.xml"/><Relationship Id="rId22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tags" Target="../tags/tag145.xml"/><Relationship Id="rId13" Type="http://schemas.openxmlformats.org/officeDocument/2006/relationships/tags" Target="../tags/tag150.xml"/><Relationship Id="rId18" Type="http://schemas.openxmlformats.org/officeDocument/2006/relationships/tags" Target="../tags/tag155.xml"/><Relationship Id="rId26" Type="http://schemas.openxmlformats.org/officeDocument/2006/relationships/tags" Target="../tags/tag163.xml"/><Relationship Id="rId3" Type="http://schemas.openxmlformats.org/officeDocument/2006/relationships/tags" Target="../tags/tag140.xml"/><Relationship Id="rId21" Type="http://schemas.openxmlformats.org/officeDocument/2006/relationships/tags" Target="../tags/tag158.xml"/><Relationship Id="rId7" Type="http://schemas.openxmlformats.org/officeDocument/2006/relationships/tags" Target="../tags/tag144.xml"/><Relationship Id="rId12" Type="http://schemas.openxmlformats.org/officeDocument/2006/relationships/tags" Target="../tags/tag149.xml"/><Relationship Id="rId17" Type="http://schemas.openxmlformats.org/officeDocument/2006/relationships/tags" Target="../tags/tag154.xml"/><Relationship Id="rId25" Type="http://schemas.openxmlformats.org/officeDocument/2006/relationships/tags" Target="../tags/tag162.xml"/><Relationship Id="rId2" Type="http://schemas.openxmlformats.org/officeDocument/2006/relationships/tags" Target="../tags/tag139.xml"/><Relationship Id="rId16" Type="http://schemas.openxmlformats.org/officeDocument/2006/relationships/tags" Target="../tags/tag153.xml"/><Relationship Id="rId20" Type="http://schemas.openxmlformats.org/officeDocument/2006/relationships/tags" Target="../tags/tag157.xml"/><Relationship Id="rId29" Type="http://schemas.openxmlformats.org/officeDocument/2006/relationships/image" Target="../media/image6.emf"/><Relationship Id="rId1" Type="http://schemas.openxmlformats.org/officeDocument/2006/relationships/tags" Target="../tags/tag138.xml"/><Relationship Id="rId6" Type="http://schemas.openxmlformats.org/officeDocument/2006/relationships/tags" Target="../tags/tag143.xml"/><Relationship Id="rId11" Type="http://schemas.openxmlformats.org/officeDocument/2006/relationships/tags" Target="../tags/tag148.xml"/><Relationship Id="rId24" Type="http://schemas.openxmlformats.org/officeDocument/2006/relationships/tags" Target="../tags/tag161.xml"/><Relationship Id="rId5" Type="http://schemas.openxmlformats.org/officeDocument/2006/relationships/tags" Target="../tags/tag142.xml"/><Relationship Id="rId15" Type="http://schemas.openxmlformats.org/officeDocument/2006/relationships/tags" Target="../tags/tag152.xml"/><Relationship Id="rId23" Type="http://schemas.openxmlformats.org/officeDocument/2006/relationships/tags" Target="../tags/tag160.xml"/><Relationship Id="rId28" Type="http://schemas.openxmlformats.org/officeDocument/2006/relationships/oleObject" Target="../embeddings/oleObject14.bin"/><Relationship Id="rId10" Type="http://schemas.openxmlformats.org/officeDocument/2006/relationships/tags" Target="../tags/tag147.xml"/><Relationship Id="rId19" Type="http://schemas.openxmlformats.org/officeDocument/2006/relationships/tags" Target="../tags/tag156.xml"/><Relationship Id="rId31" Type="http://schemas.openxmlformats.org/officeDocument/2006/relationships/chart" Target="../charts/chart10.xml"/><Relationship Id="rId4" Type="http://schemas.openxmlformats.org/officeDocument/2006/relationships/tags" Target="../tags/tag141.xml"/><Relationship Id="rId9" Type="http://schemas.openxmlformats.org/officeDocument/2006/relationships/tags" Target="../tags/tag146.xml"/><Relationship Id="rId14" Type="http://schemas.openxmlformats.org/officeDocument/2006/relationships/tags" Target="../tags/tag151.xml"/><Relationship Id="rId22" Type="http://schemas.openxmlformats.org/officeDocument/2006/relationships/tags" Target="../tags/tag159.xml"/><Relationship Id="rId27" Type="http://schemas.openxmlformats.org/officeDocument/2006/relationships/slideLayout" Target="../slideLayouts/slideLayout3.xml"/><Relationship Id="rId30" Type="http://schemas.openxmlformats.org/officeDocument/2006/relationships/chart" Target="../charts/chart9.xml"/></Relationships>
</file>

<file path=ppt/slides/_rels/slide11.xml.rels><?xml version="1.0" encoding="UTF-8" standalone="yes"?>
<Relationships xmlns="http://schemas.openxmlformats.org/package/2006/relationships"><Relationship Id="rId13" Type="http://schemas.openxmlformats.org/officeDocument/2006/relationships/tags" Target="../tags/tag176.xml"/><Relationship Id="rId18" Type="http://schemas.openxmlformats.org/officeDocument/2006/relationships/tags" Target="../tags/tag181.xml"/><Relationship Id="rId26" Type="http://schemas.openxmlformats.org/officeDocument/2006/relationships/tags" Target="../tags/tag189.xml"/><Relationship Id="rId3" Type="http://schemas.openxmlformats.org/officeDocument/2006/relationships/tags" Target="../tags/tag166.xml"/><Relationship Id="rId21" Type="http://schemas.openxmlformats.org/officeDocument/2006/relationships/tags" Target="../tags/tag184.xml"/><Relationship Id="rId7" Type="http://schemas.openxmlformats.org/officeDocument/2006/relationships/tags" Target="../tags/tag170.xml"/><Relationship Id="rId12" Type="http://schemas.openxmlformats.org/officeDocument/2006/relationships/tags" Target="../tags/tag175.xml"/><Relationship Id="rId17" Type="http://schemas.openxmlformats.org/officeDocument/2006/relationships/tags" Target="../tags/tag180.xml"/><Relationship Id="rId25" Type="http://schemas.openxmlformats.org/officeDocument/2006/relationships/tags" Target="../tags/tag188.xml"/><Relationship Id="rId33" Type="http://schemas.openxmlformats.org/officeDocument/2006/relationships/chart" Target="../charts/chart13.xml"/><Relationship Id="rId2" Type="http://schemas.openxmlformats.org/officeDocument/2006/relationships/tags" Target="../tags/tag165.xml"/><Relationship Id="rId16" Type="http://schemas.openxmlformats.org/officeDocument/2006/relationships/tags" Target="../tags/tag179.xml"/><Relationship Id="rId20" Type="http://schemas.openxmlformats.org/officeDocument/2006/relationships/tags" Target="../tags/tag183.xml"/><Relationship Id="rId29" Type="http://schemas.openxmlformats.org/officeDocument/2006/relationships/oleObject" Target="../embeddings/oleObject15.bin"/><Relationship Id="rId1" Type="http://schemas.openxmlformats.org/officeDocument/2006/relationships/tags" Target="../tags/tag164.xml"/><Relationship Id="rId6" Type="http://schemas.openxmlformats.org/officeDocument/2006/relationships/tags" Target="../tags/tag169.xml"/><Relationship Id="rId11" Type="http://schemas.openxmlformats.org/officeDocument/2006/relationships/tags" Target="../tags/tag174.xml"/><Relationship Id="rId24" Type="http://schemas.openxmlformats.org/officeDocument/2006/relationships/tags" Target="../tags/tag187.xml"/><Relationship Id="rId32" Type="http://schemas.openxmlformats.org/officeDocument/2006/relationships/chart" Target="../charts/chart12.xml"/><Relationship Id="rId5" Type="http://schemas.openxmlformats.org/officeDocument/2006/relationships/tags" Target="../tags/tag168.xml"/><Relationship Id="rId15" Type="http://schemas.openxmlformats.org/officeDocument/2006/relationships/tags" Target="../tags/tag178.xml"/><Relationship Id="rId23" Type="http://schemas.openxmlformats.org/officeDocument/2006/relationships/tags" Target="../tags/tag186.xml"/><Relationship Id="rId28" Type="http://schemas.openxmlformats.org/officeDocument/2006/relationships/slideLayout" Target="../slideLayouts/slideLayout3.xml"/><Relationship Id="rId10" Type="http://schemas.openxmlformats.org/officeDocument/2006/relationships/tags" Target="../tags/tag173.xml"/><Relationship Id="rId19" Type="http://schemas.openxmlformats.org/officeDocument/2006/relationships/tags" Target="../tags/tag182.xml"/><Relationship Id="rId31" Type="http://schemas.openxmlformats.org/officeDocument/2006/relationships/chart" Target="../charts/chart11.xml"/><Relationship Id="rId4" Type="http://schemas.openxmlformats.org/officeDocument/2006/relationships/tags" Target="../tags/tag167.xml"/><Relationship Id="rId9" Type="http://schemas.openxmlformats.org/officeDocument/2006/relationships/tags" Target="../tags/tag172.xml"/><Relationship Id="rId14" Type="http://schemas.openxmlformats.org/officeDocument/2006/relationships/tags" Target="../tags/tag177.xml"/><Relationship Id="rId22" Type="http://schemas.openxmlformats.org/officeDocument/2006/relationships/tags" Target="../tags/tag185.xml"/><Relationship Id="rId27" Type="http://schemas.openxmlformats.org/officeDocument/2006/relationships/tags" Target="../tags/tag190.xml"/><Relationship Id="rId30" Type="http://schemas.openxmlformats.org/officeDocument/2006/relationships/image" Target="../media/image6.emf"/><Relationship Id="rId8" Type="http://schemas.openxmlformats.org/officeDocument/2006/relationships/tags" Target="../tags/tag171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tags" Target="../tags/tag198.xml"/><Relationship Id="rId13" Type="http://schemas.openxmlformats.org/officeDocument/2006/relationships/slideLayout" Target="../slideLayouts/slideLayout3.xml"/><Relationship Id="rId3" Type="http://schemas.openxmlformats.org/officeDocument/2006/relationships/tags" Target="../tags/tag193.xml"/><Relationship Id="rId7" Type="http://schemas.openxmlformats.org/officeDocument/2006/relationships/tags" Target="../tags/tag197.xml"/><Relationship Id="rId12" Type="http://schemas.openxmlformats.org/officeDocument/2006/relationships/tags" Target="../tags/tag202.xml"/><Relationship Id="rId2" Type="http://schemas.openxmlformats.org/officeDocument/2006/relationships/tags" Target="../tags/tag192.xml"/><Relationship Id="rId16" Type="http://schemas.openxmlformats.org/officeDocument/2006/relationships/chart" Target="../charts/chart14.xml"/><Relationship Id="rId1" Type="http://schemas.openxmlformats.org/officeDocument/2006/relationships/tags" Target="../tags/tag191.xml"/><Relationship Id="rId6" Type="http://schemas.openxmlformats.org/officeDocument/2006/relationships/tags" Target="../tags/tag196.xml"/><Relationship Id="rId11" Type="http://schemas.openxmlformats.org/officeDocument/2006/relationships/tags" Target="../tags/tag201.xml"/><Relationship Id="rId5" Type="http://schemas.openxmlformats.org/officeDocument/2006/relationships/tags" Target="../tags/tag195.xml"/><Relationship Id="rId15" Type="http://schemas.openxmlformats.org/officeDocument/2006/relationships/image" Target="../media/image6.emf"/><Relationship Id="rId10" Type="http://schemas.openxmlformats.org/officeDocument/2006/relationships/tags" Target="../tags/tag200.xml"/><Relationship Id="rId4" Type="http://schemas.openxmlformats.org/officeDocument/2006/relationships/tags" Target="../tags/tag194.xml"/><Relationship Id="rId9" Type="http://schemas.openxmlformats.org/officeDocument/2006/relationships/tags" Target="../tags/tag199.xml"/><Relationship Id="rId14" Type="http://schemas.openxmlformats.org/officeDocument/2006/relationships/oleObject" Target="../embeddings/oleObject16.bin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tags" Target="../tags/tag210.xml"/><Relationship Id="rId13" Type="http://schemas.openxmlformats.org/officeDocument/2006/relationships/slideLayout" Target="../slideLayouts/slideLayout3.xml"/><Relationship Id="rId3" Type="http://schemas.openxmlformats.org/officeDocument/2006/relationships/tags" Target="../tags/tag205.xml"/><Relationship Id="rId7" Type="http://schemas.openxmlformats.org/officeDocument/2006/relationships/tags" Target="../tags/tag209.xml"/><Relationship Id="rId12" Type="http://schemas.openxmlformats.org/officeDocument/2006/relationships/tags" Target="../tags/tag214.xml"/><Relationship Id="rId2" Type="http://schemas.openxmlformats.org/officeDocument/2006/relationships/tags" Target="../tags/tag204.xml"/><Relationship Id="rId16" Type="http://schemas.openxmlformats.org/officeDocument/2006/relationships/chart" Target="../charts/chart15.xml"/><Relationship Id="rId1" Type="http://schemas.openxmlformats.org/officeDocument/2006/relationships/tags" Target="../tags/tag203.xml"/><Relationship Id="rId6" Type="http://schemas.openxmlformats.org/officeDocument/2006/relationships/tags" Target="../tags/tag208.xml"/><Relationship Id="rId11" Type="http://schemas.openxmlformats.org/officeDocument/2006/relationships/tags" Target="../tags/tag213.xml"/><Relationship Id="rId5" Type="http://schemas.openxmlformats.org/officeDocument/2006/relationships/tags" Target="../tags/tag207.xml"/><Relationship Id="rId15" Type="http://schemas.openxmlformats.org/officeDocument/2006/relationships/image" Target="../media/image6.emf"/><Relationship Id="rId10" Type="http://schemas.openxmlformats.org/officeDocument/2006/relationships/tags" Target="../tags/tag212.xml"/><Relationship Id="rId4" Type="http://schemas.openxmlformats.org/officeDocument/2006/relationships/tags" Target="../tags/tag206.xml"/><Relationship Id="rId9" Type="http://schemas.openxmlformats.org/officeDocument/2006/relationships/tags" Target="../tags/tag211.xml"/><Relationship Id="rId14" Type="http://schemas.openxmlformats.org/officeDocument/2006/relationships/oleObject" Target="../embeddings/oleObject17.bin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tags" Target="../tags/tag222.xml"/><Relationship Id="rId13" Type="http://schemas.openxmlformats.org/officeDocument/2006/relationships/slideLayout" Target="../slideLayouts/slideLayout3.xml"/><Relationship Id="rId3" Type="http://schemas.openxmlformats.org/officeDocument/2006/relationships/tags" Target="../tags/tag217.xml"/><Relationship Id="rId7" Type="http://schemas.openxmlformats.org/officeDocument/2006/relationships/tags" Target="../tags/tag221.xml"/><Relationship Id="rId12" Type="http://schemas.openxmlformats.org/officeDocument/2006/relationships/tags" Target="../tags/tag226.xml"/><Relationship Id="rId2" Type="http://schemas.openxmlformats.org/officeDocument/2006/relationships/tags" Target="../tags/tag216.xml"/><Relationship Id="rId16" Type="http://schemas.openxmlformats.org/officeDocument/2006/relationships/chart" Target="../charts/chart16.xml"/><Relationship Id="rId1" Type="http://schemas.openxmlformats.org/officeDocument/2006/relationships/tags" Target="../tags/tag215.xml"/><Relationship Id="rId6" Type="http://schemas.openxmlformats.org/officeDocument/2006/relationships/tags" Target="../tags/tag220.xml"/><Relationship Id="rId11" Type="http://schemas.openxmlformats.org/officeDocument/2006/relationships/tags" Target="../tags/tag225.xml"/><Relationship Id="rId5" Type="http://schemas.openxmlformats.org/officeDocument/2006/relationships/tags" Target="../tags/tag219.xml"/><Relationship Id="rId15" Type="http://schemas.openxmlformats.org/officeDocument/2006/relationships/image" Target="../media/image6.emf"/><Relationship Id="rId10" Type="http://schemas.openxmlformats.org/officeDocument/2006/relationships/tags" Target="../tags/tag224.xml"/><Relationship Id="rId4" Type="http://schemas.openxmlformats.org/officeDocument/2006/relationships/tags" Target="../tags/tag218.xml"/><Relationship Id="rId9" Type="http://schemas.openxmlformats.org/officeDocument/2006/relationships/tags" Target="../tags/tag223.xml"/><Relationship Id="rId14" Type="http://schemas.openxmlformats.org/officeDocument/2006/relationships/oleObject" Target="../embeddings/oleObject18.bin"/></Relationships>
</file>

<file path=ppt/slides/_rels/slide15.xml.rels><?xml version="1.0" encoding="UTF-8" standalone="yes"?>
<Relationships xmlns="http://schemas.openxmlformats.org/package/2006/relationships"><Relationship Id="rId13" Type="http://schemas.openxmlformats.org/officeDocument/2006/relationships/tags" Target="../tags/tag239.xml"/><Relationship Id="rId18" Type="http://schemas.openxmlformats.org/officeDocument/2006/relationships/tags" Target="../tags/tag244.xml"/><Relationship Id="rId26" Type="http://schemas.openxmlformats.org/officeDocument/2006/relationships/tags" Target="../tags/tag252.xml"/><Relationship Id="rId3" Type="http://schemas.openxmlformats.org/officeDocument/2006/relationships/tags" Target="../tags/tag229.xml"/><Relationship Id="rId21" Type="http://schemas.openxmlformats.org/officeDocument/2006/relationships/tags" Target="../tags/tag247.xml"/><Relationship Id="rId7" Type="http://schemas.openxmlformats.org/officeDocument/2006/relationships/tags" Target="../tags/tag233.xml"/><Relationship Id="rId12" Type="http://schemas.openxmlformats.org/officeDocument/2006/relationships/tags" Target="../tags/tag238.xml"/><Relationship Id="rId17" Type="http://schemas.openxmlformats.org/officeDocument/2006/relationships/tags" Target="../tags/tag243.xml"/><Relationship Id="rId25" Type="http://schemas.openxmlformats.org/officeDocument/2006/relationships/tags" Target="../tags/tag251.xml"/><Relationship Id="rId33" Type="http://schemas.openxmlformats.org/officeDocument/2006/relationships/chart" Target="../charts/chart17.xml"/><Relationship Id="rId2" Type="http://schemas.openxmlformats.org/officeDocument/2006/relationships/tags" Target="../tags/tag228.xml"/><Relationship Id="rId16" Type="http://schemas.openxmlformats.org/officeDocument/2006/relationships/tags" Target="../tags/tag242.xml"/><Relationship Id="rId20" Type="http://schemas.openxmlformats.org/officeDocument/2006/relationships/tags" Target="../tags/tag246.xml"/><Relationship Id="rId29" Type="http://schemas.openxmlformats.org/officeDocument/2006/relationships/tags" Target="../tags/tag255.xml"/><Relationship Id="rId1" Type="http://schemas.openxmlformats.org/officeDocument/2006/relationships/tags" Target="../tags/tag227.xml"/><Relationship Id="rId6" Type="http://schemas.openxmlformats.org/officeDocument/2006/relationships/tags" Target="../tags/tag232.xml"/><Relationship Id="rId11" Type="http://schemas.openxmlformats.org/officeDocument/2006/relationships/tags" Target="../tags/tag237.xml"/><Relationship Id="rId24" Type="http://schemas.openxmlformats.org/officeDocument/2006/relationships/tags" Target="../tags/tag250.xml"/><Relationship Id="rId32" Type="http://schemas.openxmlformats.org/officeDocument/2006/relationships/image" Target="../media/image6.emf"/><Relationship Id="rId5" Type="http://schemas.openxmlformats.org/officeDocument/2006/relationships/tags" Target="../tags/tag231.xml"/><Relationship Id="rId15" Type="http://schemas.openxmlformats.org/officeDocument/2006/relationships/tags" Target="../tags/tag241.xml"/><Relationship Id="rId23" Type="http://schemas.openxmlformats.org/officeDocument/2006/relationships/tags" Target="../tags/tag249.xml"/><Relationship Id="rId28" Type="http://schemas.openxmlformats.org/officeDocument/2006/relationships/tags" Target="../tags/tag254.xml"/><Relationship Id="rId10" Type="http://schemas.openxmlformats.org/officeDocument/2006/relationships/tags" Target="../tags/tag236.xml"/><Relationship Id="rId19" Type="http://schemas.openxmlformats.org/officeDocument/2006/relationships/tags" Target="../tags/tag245.xml"/><Relationship Id="rId31" Type="http://schemas.openxmlformats.org/officeDocument/2006/relationships/oleObject" Target="../embeddings/oleObject19.bin"/><Relationship Id="rId4" Type="http://schemas.openxmlformats.org/officeDocument/2006/relationships/tags" Target="../tags/tag230.xml"/><Relationship Id="rId9" Type="http://schemas.openxmlformats.org/officeDocument/2006/relationships/tags" Target="../tags/tag235.xml"/><Relationship Id="rId14" Type="http://schemas.openxmlformats.org/officeDocument/2006/relationships/tags" Target="../tags/tag240.xml"/><Relationship Id="rId22" Type="http://schemas.openxmlformats.org/officeDocument/2006/relationships/tags" Target="../tags/tag248.xml"/><Relationship Id="rId27" Type="http://schemas.openxmlformats.org/officeDocument/2006/relationships/tags" Target="../tags/tag253.xml"/><Relationship Id="rId30" Type="http://schemas.openxmlformats.org/officeDocument/2006/relationships/slideLayout" Target="../slideLayouts/slideLayout3.xml"/><Relationship Id="rId8" Type="http://schemas.openxmlformats.org/officeDocument/2006/relationships/tags" Target="../tags/tag2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lt Başlık 1">
            <a:extLst>
              <a:ext uri="{FF2B5EF4-FFF2-40B4-BE49-F238E27FC236}">
                <a16:creationId xmlns:a16="http://schemas.microsoft.com/office/drawing/2014/main" id="{920F7D73-10BE-DA16-0BA0-2F68D65C74D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tr-TR" noProof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Websites</a:t>
            </a:r>
            <a:endParaRPr lang="en-GB" noProof="1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tr-TR" sz="2400" b="0" noProof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##</a:t>
            </a:r>
            <a:r>
              <a:rPr lang="en-GB" sz="2400" b="0" noProof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  <a:r>
              <a:rPr lang="tr-TR" sz="2400" b="0" noProof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09</a:t>
            </a:r>
            <a:r>
              <a:rPr lang="en-GB" sz="2400" b="0" noProof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.2025</a:t>
            </a:r>
            <a:endParaRPr lang="en-GB" b="0" noProof="1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tr-TR" noProof="1">
                <a:solidFill>
                  <a:schemeClr val="bg1">
                    <a:lumMod val="6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####</a:t>
            </a:r>
          </a:p>
        </p:txBody>
      </p:sp>
    </p:spTree>
    <p:extLst>
      <p:ext uri="{BB962C8B-B14F-4D97-AF65-F5344CB8AC3E}">
        <p14:creationId xmlns:p14="http://schemas.microsoft.com/office/powerpoint/2010/main" val="2744587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7F17F5E9-EC8A-3E80-0B51-7737508BECA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7916936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32" imgH="533" progId="TCLayout.ActiveDocument.1">
                  <p:embed/>
                </p:oleObj>
              </mc:Choice>
              <mc:Fallback>
                <p:oleObj name="think-cell Slide" r:id="rId3" imgW="532" imgH="533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5D0051BA-65BD-B45B-00CB-3E7E330E32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/>
              <a:t>Framework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F81EB1-02ED-3F5B-8EB1-EACFDA48C9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sz="2800" noProof="1"/>
              <a:t>Economic recovery important for political stability</a:t>
            </a:r>
          </a:p>
          <a:p>
            <a:pPr lvl="1"/>
            <a:r>
              <a:rPr lang="tr-TR" sz="2400" noProof="1"/>
              <a:t>Reconstruction is not possible without recovery</a:t>
            </a:r>
          </a:p>
          <a:p>
            <a:r>
              <a:rPr lang="tr-TR" sz="2800" noProof="1"/>
              <a:t>TEPAV Surveys of Turkish companies on Syria</a:t>
            </a:r>
          </a:p>
          <a:p>
            <a:pPr lvl="1"/>
            <a:r>
              <a:rPr lang="tr-TR" sz="2400" noProof="1"/>
              <a:t>Syrian partnered Turkish companies numbered around 30K</a:t>
            </a:r>
          </a:p>
          <a:p>
            <a:pPr lvl="2"/>
            <a:r>
              <a:rPr lang="tr-TR" sz="2000" noProof="1"/>
              <a:t>6k being manufacturing industry companies</a:t>
            </a:r>
          </a:p>
          <a:p>
            <a:pPr lvl="1"/>
            <a:r>
              <a:rPr lang="tr-TR" sz="2400" noProof="1"/>
              <a:t>54 percent making plans to extend their supply chains into Syria</a:t>
            </a:r>
          </a:p>
          <a:p>
            <a:pPr lvl="2"/>
            <a:r>
              <a:rPr lang="tr-TR" sz="2000" noProof="1"/>
              <a:t>23 percent of Turkish companies also have similar plans</a:t>
            </a:r>
          </a:p>
          <a:p>
            <a:r>
              <a:rPr lang="tr-TR" sz="2800" noProof="1"/>
              <a:t>Focus on industrial zones inside Syria to achieve orderly transformation</a:t>
            </a:r>
          </a:p>
          <a:p>
            <a:pPr lvl="1"/>
            <a:r>
              <a:rPr lang="tr-TR" sz="2400" noProof="1"/>
              <a:t>Take existing ones and turn them into safe industrial zones</a:t>
            </a:r>
          </a:p>
          <a:p>
            <a:pPr lvl="1"/>
            <a:r>
              <a:rPr lang="tr-TR" sz="2400" noProof="1"/>
              <a:t>PSD program to alleviate economic recovery process</a:t>
            </a:r>
            <a:endParaRPr lang="tr-TR" sz="2000" noProof="1"/>
          </a:p>
        </p:txBody>
      </p:sp>
    </p:spTree>
    <p:extLst>
      <p:ext uri="{BB962C8B-B14F-4D97-AF65-F5344CB8AC3E}">
        <p14:creationId xmlns:p14="http://schemas.microsoft.com/office/powerpoint/2010/main" val="1794858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10249D3C-4096-2A6E-8531-8CFF0629FD4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5707235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1" imgW="532" imgH="533" progId="TCLayout.ActiveDocument.1">
                  <p:embed/>
                </p:oleObj>
              </mc:Choice>
              <mc:Fallback>
                <p:oleObj name="think-cell Slide" r:id="rId31" imgW="532" imgH="533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6330202E-5723-2B8C-0886-FAC8DACD2B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endParaRPr lang="en-US" sz="1800" b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E54978-146D-E646-283D-3B9AB5BF2EE7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tr-TR" b="1" dirty="0"/>
              <a:t>Günlük ve 30 günlük hareketli toplama göre ziyaretçi sayısı , 23.09.2024-24.09.2025</a:t>
            </a:r>
            <a:endParaRPr lang="en-GB" b="1" dirty="0"/>
          </a:p>
        </p:txBody>
      </p:sp>
      <p:sp>
        <p:nvSpPr>
          <p:cNvPr id="44" name="Metin kutusu 75">
            <a:extLst>
              <a:ext uri="{FF2B5EF4-FFF2-40B4-BE49-F238E27FC236}">
                <a16:creationId xmlns:a16="http://schemas.microsoft.com/office/drawing/2014/main" id="{70B00EAB-AB62-7C05-5805-06B1886F05EC}"/>
              </a:ext>
            </a:extLst>
          </p:cNvPr>
          <p:cNvSpPr txBox="1"/>
          <p:nvPr/>
        </p:nvSpPr>
        <p:spPr>
          <a:xfrm>
            <a:off x="13493" y="6580188"/>
            <a:ext cx="1219200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100" dirty="0">
                <a:latin typeface="+mj-lt"/>
                <a:ea typeface="Tahoma" panose="020B0604030504040204" pitchFamily="34" charset="0"/>
                <a:cs typeface="Tahoma" panose="020B0604030504040204" pitchFamily="34" charset="0"/>
              </a:rPr>
              <a:t>Kaynak: Google, TEPAV hesaplamaları</a:t>
            </a:r>
          </a:p>
        </p:txBody>
      </p:sp>
      <p:cxnSp>
        <p:nvCxnSpPr>
          <p:cNvPr id="81" name="Düz Bağlayıcı 80">
            <a:extLst>
              <a:ext uri="{FF2B5EF4-FFF2-40B4-BE49-F238E27FC236}">
                <a16:creationId xmlns:a16="http://schemas.microsoft.com/office/drawing/2014/main" id="{C73F25BB-3391-55B9-4E82-CC4C8B654C8B}"/>
              </a:ext>
            </a:extLst>
          </p:cNvPr>
          <p:cNvCxnSpPr/>
          <p:nvPr>
            <p:custDataLst>
              <p:tags r:id="rId2"/>
            </p:custDataLst>
          </p:nvPr>
        </p:nvCxnSpPr>
        <p:spPr bwMode="auto">
          <a:xfrm>
            <a:off x="1208088" y="5511800"/>
            <a:ext cx="0" cy="58738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2" name="Düz Bağlayıcı 101">
            <a:extLst>
              <a:ext uri="{FF2B5EF4-FFF2-40B4-BE49-F238E27FC236}">
                <a16:creationId xmlns:a16="http://schemas.microsoft.com/office/drawing/2014/main" id="{AA67B68D-A802-D3AF-2592-7EDF64929C1A}"/>
              </a:ext>
            </a:extLst>
          </p:cNvPr>
          <p:cNvCxnSpPr/>
          <p:nvPr>
            <p:custDataLst>
              <p:tags r:id="rId3"/>
            </p:custDataLst>
          </p:nvPr>
        </p:nvCxnSpPr>
        <p:spPr bwMode="auto">
          <a:xfrm>
            <a:off x="2125663" y="5511800"/>
            <a:ext cx="0" cy="58738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9" name="Düz Bağlayıcı 68">
            <a:extLst>
              <a:ext uri="{FF2B5EF4-FFF2-40B4-BE49-F238E27FC236}">
                <a16:creationId xmlns:a16="http://schemas.microsoft.com/office/drawing/2014/main" id="{7D312266-87AB-2AD7-50B4-F5CE2E5C374E}"/>
              </a:ext>
            </a:extLst>
          </p:cNvPr>
          <p:cNvCxnSpPr/>
          <p:nvPr>
            <p:custDataLst>
              <p:tags r:id="rId4"/>
            </p:custDataLst>
          </p:nvPr>
        </p:nvCxnSpPr>
        <p:spPr bwMode="auto">
          <a:xfrm>
            <a:off x="3073400" y="5511800"/>
            <a:ext cx="0" cy="58738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3" name="Düz Bağlayıcı 102">
            <a:extLst>
              <a:ext uri="{FF2B5EF4-FFF2-40B4-BE49-F238E27FC236}">
                <a16:creationId xmlns:a16="http://schemas.microsoft.com/office/drawing/2014/main" id="{BDDEF16A-D0BF-A3CF-15C0-4F38C948C31D}"/>
              </a:ext>
            </a:extLst>
          </p:cNvPr>
          <p:cNvCxnSpPr/>
          <p:nvPr>
            <p:custDataLst>
              <p:tags r:id="rId5"/>
            </p:custDataLst>
          </p:nvPr>
        </p:nvCxnSpPr>
        <p:spPr bwMode="auto">
          <a:xfrm>
            <a:off x="4021138" y="5511800"/>
            <a:ext cx="0" cy="58738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2" name="Düz Bağlayıcı 81">
            <a:extLst>
              <a:ext uri="{FF2B5EF4-FFF2-40B4-BE49-F238E27FC236}">
                <a16:creationId xmlns:a16="http://schemas.microsoft.com/office/drawing/2014/main" id="{EF656E5D-CB1C-C2A8-4B84-DEF3363BACEC}"/>
              </a:ext>
            </a:extLst>
          </p:cNvPr>
          <p:cNvCxnSpPr/>
          <p:nvPr>
            <p:custDataLst>
              <p:tags r:id="rId6"/>
            </p:custDataLst>
          </p:nvPr>
        </p:nvCxnSpPr>
        <p:spPr bwMode="auto">
          <a:xfrm>
            <a:off x="4876800" y="5511800"/>
            <a:ext cx="0" cy="58738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4" name="Düz Bağlayıcı 103">
            <a:extLst>
              <a:ext uri="{FF2B5EF4-FFF2-40B4-BE49-F238E27FC236}">
                <a16:creationId xmlns:a16="http://schemas.microsoft.com/office/drawing/2014/main" id="{5AC76699-2DB2-D4FE-C41F-17A75A89E4E4}"/>
              </a:ext>
            </a:extLst>
          </p:cNvPr>
          <p:cNvCxnSpPr/>
          <p:nvPr>
            <p:custDataLst>
              <p:tags r:id="rId7"/>
            </p:custDataLst>
          </p:nvPr>
        </p:nvCxnSpPr>
        <p:spPr bwMode="auto">
          <a:xfrm>
            <a:off x="5826125" y="5511800"/>
            <a:ext cx="0" cy="58738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3" name="Düz Bağlayıcı 82">
            <a:extLst>
              <a:ext uri="{FF2B5EF4-FFF2-40B4-BE49-F238E27FC236}">
                <a16:creationId xmlns:a16="http://schemas.microsoft.com/office/drawing/2014/main" id="{C85D84C6-44E0-E2EF-386A-155D57FEEDFB}"/>
              </a:ext>
            </a:extLst>
          </p:cNvPr>
          <p:cNvCxnSpPr/>
          <p:nvPr>
            <p:custDataLst>
              <p:tags r:id="rId8"/>
            </p:custDataLst>
          </p:nvPr>
        </p:nvCxnSpPr>
        <p:spPr bwMode="auto">
          <a:xfrm>
            <a:off x="6742113" y="5511800"/>
            <a:ext cx="0" cy="58738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5" name="Düz Bağlayıcı 104">
            <a:extLst>
              <a:ext uri="{FF2B5EF4-FFF2-40B4-BE49-F238E27FC236}">
                <a16:creationId xmlns:a16="http://schemas.microsoft.com/office/drawing/2014/main" id="{E13F4BE7-581E-8B9E-908B-09C5AB110846}"/>
              </a:ext>
            </a:extLst>
          </p:cNvPr>
          <p:cNvCxnSpPr/>
          <p:nvPr>
            <p:custDataLst>
              <p:tags r:id="rId9"/>
            </p:custDataLst>
          </p:nvPr>
        </p:nvCxnSpPr>
        <p:spPr bwMode="auto">
          <a:xfrm>
            <a:off x="7691438" y="5511800"/>
            <a:ext cx="0" cy="58738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0" name="Düz Bağlayıcı 69">
            <a:extLst>
              <a:ext uri="{FF2B5EF4-FFF2-40B4-BE49-F238E27FC236}">
                <a16:creationId xmlns:a16="http://schemas.microsoft.com/office/drawing/2014/main" id="{8027C135-FF05-7A87-96A5-9FF4522AFAC8}"/>
              </a:ext>
            </a:extLst>
          </p:cNvPr>
          <p:cNvCxnSpPr/>
          <p:nvPr>
            <p:custDataLst>
              <p:tags r:id="rId10"/>
            </p:custDataLst>
          </p:nvPr>
        </p:nvCxnSpPr>
        <p:spPr bwMode="auto">
          <a:xfrm>
            <a:off x="8609013" y="5511800"/>
            <a:ext cx="0" cy="58738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6" name="Düz Bağlayıcı 105">
            <a:extLst>
              <a:ext uri="{FF2B5EF4-FFF2-40B4-BE49-F238E27FC236}">
                <a16:creationId xmlns:a16="http://schemas.microsoft.com/office/drawing/2014/main" id="{857D6F8D-66A1-D2D7-5577-DFDEAE5907E2}"/>
              </a:ext>
            </a:extLst>
          </p:cNvPr>
          <p:cNvCxnSpPr/>
          <p:nvPr>
            <p:custDataLst>
              <p:tags r:id="rId11"/>
            </p:custDataLst>
          </p:nvPr>
        </p:nvCxnSpPr>
        <p:spPr bwMode="auto">
          <a:xfrm>
            <a:off x="9556750" y="5511800"/>
            <a:ext cx="0" cy="58738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4" name="Düz Bağlayıcı 83">
            <a:extLst>
              <a:ext uri="{FF2B5EF4-FFF2-40B4-BE49-F238E27FC236}">
                <a16:creationId xmlns:a16="http://schemas.microsoft.com/office/drawing/2014/main" id="{F0162515-E1F1-306A-3C0A-F208C3B8DD62}"/>
              </a:ext>
            </a:extLst>
          </p:cNvPr>
          <p:cNvCxnSpPr/>
          <p:nvPr>
            <p:custDataLst>
              <p:tags r:id="rId12"/>
            </p:custDataLst>
          </p:nvPr>
        </p:nvCxnSpPr>
        <p:spPr bwMode="auto">
          <a:xfrm>
            <a:off x="10504488" y="5511800"/>
            <a:ext cx="0" cy="58738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232" name="Chart 3">
            <a:extLst>
              <a:ext uri="{FF2B5EF4-FFF2-40B4-BE49-F238E27FC236}">
                <a16:creationId xmlns:a16="http://schemas.microsoft.com/office/drawing/2014/main" id="{7114DE4D-0CF9-CB2E-C755-C58CB002B4A7}"/>
              </a:ext>
            </a:extLst>
          </p:cNvPr>
          <p:cNvGraphicFramePr/>
          <p:nvPr>
            <p:custDataLst>
              <p:tags r:id="rId13"/>
            </p:custDataLst>
            <p:extLst>
              <p:ext uri="{D42A27DB-BD31-4B8C-83A1-F6EECF244321}">
                <p14:modId xmlns:p14="http://schemas.microsoft.com/office/powerpoint/2010/main" val="1615800687"/>
              </p:ext>
            </p:extLst>
          </p:nvPr>
        </p:nvGraphicFramePr>
        <p:xfrm>
          <a:off x="60325" y="2447925"/>
          <a:ext cx="11890375" cy="3270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3"/>
          </a:graphicData>
        </a:graphic>
      </p:graphicFrame>
      <p:sp>
        <p:nvSpPr>
          <p:cNvPr id="75" name="Rectangle 3">
            <a:extLst>
              <a:ext uri="{FF2B5EF4-FFF2-40B4-BE49-F238E27FC236}">
                <a16:creationId xmlns:a16="http://schemas.microsoft.com/office/drawing/2014/main" id="{CEF180C0-036E-7C7B-6442-D407DD6910F4}"/>
              </a:ext>
            </a:extLst>
          </p:cNvPr>
          <p:cNvSpPr>
            <a:spLocks noGrp="1" noChangeArrowheads="1"/>
          </p:cNvSpPr>
          <p:nvPr>
            <p:custDataLst>
              <p:tags r:id="rId14"/>
            </p:custDataLst>
          </p:nvPr>
        </p:nvSpPr>
        <p:spPr bwMode="gray">
          <a:xfrm>
            <a:off x="987425" y="5629275"/>
            <a:ext cx="442913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FFFCD516-64F5-4545-875E-7A96E9FFC63F}" type="datetime'11''''''''''''''''/''2''''''''''''''''''''4'''">
              <a:rPr lang="en-US" altLang="en-US" sz="1400" kern="0" smtClean="0">
                <a:cs typeface="+mn-cs"/>
              </a:rPr>
              <a:pPr/>
              <a:t>11/24</a:t>
            </a:fld>
            <a:endParaRPr lang="en-US" sz="1400" kern="0" dirty="0">
              <a:cs typeface="+mn-cs"/>
            </a:endParaRPr>
          </a:p>
        </p:txBody>
      </p:sp>
      <p:sp>
        <p:nvSpPr>
          <p:cNvPr id="95" name="Rectangle 3">
            <a:extLst>
              <a:ext uri="{FF2B5EF4-FFF2-40B4-BE49-F238E27FC236}">
                <a16:creationId xmlns:a16="http://schemas.microsoft.com/office/drawing/2014/main" id="{2101BA1C-5E50-D6D6-D52B-CB5DEB1A217B}"/>
              </a:ext>
            </a:extLst>
          </p:cNvPr>
          <p:cNvSpPr>
            <a:spLocks noGrp="1" noChangeArrowheads="1"/>
          </p:cNvSpPr>
          <p:nvPr>
            <p:custDataLst>
              <p:tags r:id="rId15"/>
            </p:custDataLst>
          </p:nvPr>
        </p:nvSpPr>
        <p:spPr bwMode="gray">
          <a:xfrm>
            <a:off x="1905000" y="5629275"/>
            <a:ext cx="442913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4DCF08C7-DBFD-487E-8949-B5B0D3A5B530}" type="datetime'''''''''1''''''''2''''''''/''2''''''''''''''''4'''''''''''">
              <a:rPr lang="en-US" altLang="en-US" sz="1400" kern="0" smtClean="0">
                <a:effectLst/>
                <a:cs typeface="+mn-cs"/>
              </a:rPr>
              <a:pPr marL="0" lvl="0" indent="0" algn="ctr">
                <a:spcBef>
                  <a:spcPct val="0"/>
                </a:spcBef>
                <a:buNone/>
              </a:pPr>
              <a:t>12/24</a:t>
            </a:fld>
            <a:endParaRPr lang="en-US" sz="1400" kern="0" dirty="0">
              <a:cs typeface="+mn-cs"/>
            </a:endParaRPr>
          </a:p>
        </p:txBody>
      </p:sp>
      <p:sp>
        <p:nvSpPr>
          <p:cNvPr id="65" name="Rectangle 3">
            <a:extLst>
              <a:ext uri="{FF2B5EF4-FFF2-40B4-BE49-F238E27FC236}">
                <a16:creationId xmlns:a16="http://schemas.microsoft.com/office/drawing/2014/main" id="{667BF28B-8E84-E6C0-19AA-29507E32F748}"/>
              </a:ext>
            </a:extLst>
          </p:cNvPr>
          <p:cNvSpPr>
            <a:spLocks noGrp="1" noChangeArrowheads="1"/>
          </p:cNvSpPr>
          <p:nvPr>
            <p:custDataLst>
              <p:tags r:id="rId16"/>
            </p:custDataLst>
          </p:nvPr>
        </p:nvSpPr>
        <p:spPr bwMode="gray">
          <a:xfrm>
            <a:off x="2852738" y="5629275"/>
            <a:ext cx="442913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26B4EE1C-A4A0-4C7A-85DE-3A4B0E5A2FD4}" type="datetime'''''0''''''''''''''1''''''''''''''''''/''''''''''2''''''''5'''">
              <a:rPr lang="en-US" altLang="en-US" sz="1400" kern="0" smtClean="0">
                <a:cs typeface="+mn-cs"/>
              </a:rPr>
              <a:pPr/>
              <a:t>01/25</a:t>
            </a:fld>
            <a:endParaRPr lang="en-US" sz="1400" kern="0" dirty="0">
              <a:cs typeface="+mn-cs"/>
            </a:endParaRPr>
          </a:p>
        </p:txBody>
      </p:sp>
      <p:sp>
        <p:nvSpPr>
          <p:cNvPr id="96" name="Rectangle 3">
            <a:extLst>
              <a:ext uri="{FF2B5EF4-FFF2-40B4-BE49-F238E27FC236}">
                <a16:creationId xmlns:a16="http://schemas.microsoft.com/office/drawing/2014/main" id="{686778BE-0EB4-1627-C355-E1D3CE41D2C1}"/>
              </a:ext>
            </a:extLst>
          </p:cNvPr>
          <p:cNvSpPr>
            <a:spLocks noGrp="1" noChangeArrowheads="1"/>
          </p:cNvSpPr>
          <p:nvPr>
            <p:custDataLst>
              <p:tags r:id="rId17"/>
            </p:custDataLst>
          </p:nvPr>
        </p:nvSpPr>
        <p:spPr bwMode="gray">
          <a:xfrm>
            <a:off x="3800475" y="5629275"/>
            <a:ext cx="442913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648A66C1-920E-45AC-A7DD-5AB2A5E56299}" type="datetime'''''''0''2''''/''''''''''''''25'''''''''''''''''">
              <a:rPr lang="en-US" altLang="en-US" sz="1400" kern="0" smtClean="0">
                <a:effectLst/>
                <a:cs typeface="+mn-cs"/>
              </a:rPr>
              <a:pPr marL="0" lvl="0" indent="0" algn="ctr">
                <a:spcBef>
                  <a:spcPct val="0"/>
                </a:spcBef>
                <a:buNone/>
              </a:pPr>
              <a:t>02/25</a:t>
            </a:fld>
            <a:endParaRPr lang="en-US" sz="1400" kern="0" dirty="0">
              <a:cs typeface="+mn-cs"/>
            </a:endParaRPr>
          </a:p>
        </p:txBody>
      </p:sp>
      <p:sp>
        <p:nvSpPr>
          <p:cNvPr id="76" name="Rectangle 3">
            <a:extLst>
              <a:ext uri="{FF2B5EF4-FFF2-40B4-BE49-F238E27FC236}">
                <a16:creationId xmlns:a16="http://schemas.microsoft.com/office/drawing/2014/main" id="{73692A90-185C-61A2-F811-31D396DF7B87}"/>
              </a:ext>
            </a:extLst>
          </p:cNvPr>
          <p:cNvSpPr>
            <a:spLocks noGrp="1" noChangeArrowheads="1"/>
          </p:cNvSpPr>
          <p:nvPr>
            <p:custDataLst>
              <p:tags r:id="rId18"/>
            </p:custDataLst>
          </p:nvPr>
        </p:nvSpPr>
        <p:spPr bwMode="gray">
          <a:xfrm>
            <a:off x="4656138" y="5629275"/>
            <a:ext cx="442913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487989F5-74A3-4538-A39F-2639014761A3}" type="datetime'0''''''''''''''''''''''''3''''''/''''''''''2''''''''''5'''">
              <a:rPr lang="en-US" altLang="en-US" sz="1400" kern="0" smtClean="0">
                <a:cs typeface="+mn-cs"/>
              </a:rPr>
              <a:pPr/>
              <a:t>03/25</a:t>
            </a:fld>
            <a:endParaRPr lang="en-US" sz="1400" kern="0" dirty="0">
              <a:cs typeface="+mn-cs"/>
            </a:endParaRPr>
          </a:p>
        </p:txBody>
      </p:sp>
      <p:sp>
        <p:nvSpPr>
          <p:cNvPr id="97" name="Rectangle 3">
            <a:extLst>
              <a:ext uri="{FF2B5EF4-FFF2-40B4-BE49-F238E27FC236}">
                <a16:creationId xmlns:a16="http://schemas.microsoft.com/office/drawing/2014/main" id="{0AE99A0A-70C1-F1E5-FEC8-45647DCC6F8C}"/>
              </a:ext>
            </a:extLst>
          </p:cNvPr>
          <p:cNvSpPr>
            <a:spLocks noGrp="1" noChangeArrowheads="1"/>
          </p:cNvSpPr>
          <p:nvPr>
            <p:custDataLst>
              <p:tags r:id="rId19"/>
            </p:custDataLst>
          </p:nvPr>
        </p:nvSpPr>
        <p:spPr bwMode="gray">
          <a:xfrm>
            <a:off x="5605463" y="5629275"/>
            <a:ext cx="442913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A22FAC46-CBF3-464F-BE7F-8453CD475890}" type="datetime'''''0''''''''''''''4''''''''''/''''2''''''''''''5'">
              <a:rPr lang="en-US" altLang="en-US" sz="1400" kern="0" smtClean="0">
                <a:effectLst/>
                <a:cs typeface="+mn-cs"/>
              </a:rPr>
              <a:pPr marL="0" lvl="0" indent="0" algn="ctr">
                <a:spcBef>
                  <a:spcPct val="0"/>
                </a:spcBef>
                <a:buNone/>
              </a:pPr>
              <a:t>04/25</a:t>
            </a:fld>
            <a:endParaRPr lang="en-US" sz="1400" kern="0" dirty="0">
              <a:cs typeface="+mn-cs"/>
            </a:endParaRPr>
          </a:p>
        </p:txBody>
      </p:sp>
      <p:sp>
        <p:nvSpPr>
          <p:cNvPr id="77" name="Rectangle 3">
            <a:extLst>
              <a:ext uri="{FF2B5EF4-FFF2-40B4-BE49-F238E27FC236}">
                <a16:creationId xmlns:a16="http://schemas.microsoft.com/office/drawing/2014/main" id="{F578DAA5-18B8-08DD-BE4C-BF09C06B10F4}"/>
              </a:ext>
            </a:extLst>
          </p:cNvPr>
          <p:cNvSpPr>
            <a:spLocks noGrp="1" noChangeArrowheads="1"/>
          </p:cNvSpPr>
          <p:nvPr>
            <p:custDataLst>
              <p:tags r:id="rId20"/>
            </p:custDataLst>
          </p:nvPr>
        </p:nvSpPr>
        <p:spPr bwMode="gray">
          <a:xfrm>
            <a:off x="6521450" y="5629275"/>
            <a:ext cx="442913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59EBF178-50AF-4914-931A-DB81EAF99630}" type="datetime'''''''''''''''''''''''05''/''''''''''''''''''''2''''5'''">
              <a:rPr lang="en-US" altLang="en-US" sz="1400" kern="0" smtClean="0">
                <a:cs typeface="+mn-cs"/>
              </a:rPr>
              <a:pPr/>
              <a:t>05/25</a:t>
            </a:fld>
            <a:endParaRPr lang="en-US" sz="1400" kern="0" dirty="0">
              <a:cs typeface="+mn-cs"/>
            </a:endParaRPr>
          </a:p>
        </p:txBody>
      </p:sp>
      <p:sp>
        <p:nvSpPr>
          <p:cNvPr id="98" name="Rectangle 3">
            <a:extLst>
              <a:ext uri="{FF2B5EF4-FFF2-40B4-BE49-F238E27FC236}">
                <a16:creationId xmlns:a16="http://schemas.microsoft.com/office/drawing/2014/main" id="{9AD039AC-D2F3-0E1F-5067-2125B1B7A767}"/>
              </a:ext>
            </a:extLst>
          </p:cNvPr>
          <p:cNvSpPr>
            <a:spLocks noGrp="1" noChangeArrowheads="1"/>
          </p:cNvSpPr>
          <p:nvPr>
            <p:custDataLst>
              <p:tags r:id="rId21"/>
            </p:custDataLst>
          </p:nvPr>
        </p:nvSpPr>
        <p:spPr bwMode="gray">
          <a:xfrm>
            <a:off x="7470775" y="5629275"/>
            <a:ext cx="442913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BB2010A5-14A0-4758-8706-AB2266092F58}" type="datetime'''''''0''''''''6''''''/''''25'">
              <a:rPr lang="en-US" altLang="en-US" sz="1400" kern="0" smtClean="0">
                <a:effectLst/>
                <a:cs typeface="+mn-cs"/>
              </a:rPr>
              <a:pPr marL="0" lvl="0" indent="0" algn="ctr">
                <a:spcBef>
                  <a:spcPct val="0"/>
                </a:spcBef>
                <a:buNone/>
              </a:pPr>
              <a:t>06/25</a:t>
            </a:fld>
            <a:endParaRPr lang="en-US" sz="1400" kern="0" dirty="0">
              <a:cs typeface="+mn-cs"/>
            </a:endParaRPr>
          </a:p>
        </p:txBody>
      </p:sp>
      <p:sp>
        <p:nvSpPr>
          <p:cNvPr id="66" name="Rectangle 3">
            <a:extLst>
              <a:ext uri="{FF2B5EF4-FFF2-40B4-BE49-F238E27FC236}">
                <a16:creationId xmlns:a16="http://schemas.microsoft.com/office/drawing/2014/main" id="{65FA04C2-AF4D-55FB-279B-48B8130CDA79}"/>
              </a:ext>
            </a:extLst>
          </p:cNvPr>
          <p:cNvSpPr>
            <a:spLocks noGrp="1" noChangeArrowheads="1"/>
          </p:cNvSpPr>
          <p:nvPr>
            <p:custDataLst>
              <p:tags r:id="rId22"/>
            </p:custDataLst>
          </p:nvPr>
        </p:nvSpPr>
        <p:spPr bwMode="gray">
          <a:xfrm>
            <a:off x="8388350" y="5629275"/>
            <a:ext cx="442913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41B59619-7678-4AD3-80D6-639A88B8C76F}" type="datetime'''''''''''''''''0''''''''''''7''/''''2''''5'''''''''''''''">
              <a:rPr lang="en-US" altLang="en-US" sz="1400" kern="0" smtClean="0">
                <a:cs typeface="+mn-cs"/>
              </a:rPr>
              <a:pPr/>
              <a:t>07/25</a:t>
            </a:fld>
            <a:endParaRPr lang="en-US" sz="1400" kern="0" dirty="0">
              <a:cs typeface="+mn-cs"/>
            </a:endParaRPr>
          </a:p>
        </p:txBody>
      </p:sp>
      <p:sp>
        <p:nvSpPr>
          <p:cNvPr id="99" name="Rectangle 3">
            <a:extLst>
              <a:ext uri="{FF2B5EF4-FFF2-40B4-BE49-F238E27FC236}">
                <a16:creationId xmlns:a16="http://schemas.microsoft.com/office/drawing/2014/main" id="{6BDA25F2-96B1-63A9-5DF4-B91365AF8FCC}"/>
              </a:ext>
            </a:extLst>
          </p:cNvPr>
          <p:cNvSpPr>
            <a:spLocks noGrp="1" noChangeArrowheads="1"/>
          </p:cNvSpPr>
          <p:nvPr>
            <p:custDataLst>
              <p:tags r:id="rId23"/>
            </p:custDataLst>
          </p:nvPr>
        </p:nvSpPr>
        <p:spPr bwMode="gray">
          <a:xfrm>
            <a:off x="9336088" y="5629275"/>
            <a:ext cx="442913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B78D1DAA-C0D5-48AD-AC2E-C4A813B2475A}" type="datetime'''''''''''''0''''''''8''''/''''''''2''5'''''''''''''''''">
              <a:rPr lang="en-US" altLang="en-US" sz="1400" kern="0" smtClean="0">
                <a:effectLst/>
                <a:cs typeface="+mn-cs"/>
              </a:rPr>
              <a:pPr marL="0" lvl="0" indent="0" algn="ctr">
                <a:spcBef>
                  <a:spcPct val="0"/>
                </a:spcBef>
                <a:buNone/>
              </a:pPr>
              <a:t>08/25</a:t>
            </a:fld>
            <a:endParaRPr lang="en-US" sz="1400" kern="0" dirty="0">
              <a:cs typeface="+mn-cs"/>
            </a:endParaRPr>
          </a:p>
        </p:txBody>
      </p:sp>
      <p:sp>
        <p:nvSpPr>
          <p:cNvPr id="78" name="Rectangle 3">
            <a:extLst>
              <a:ext uri="{FF2B5EF4-FFF2-40B4-BE49-F238E27FC236}">
                <a16:creationId xmlns:a16="http://schemas.microsoft.com/office/drawing/2014/main" id="{576B6A62-C132-128B-EBC7-7F988461414F}"/>
              </a:ext>
            </a:extLst>
          </p:cNvPr>
          <p:cNvSpPr>
            <a:spLocks noGrp="1" noChangeArrowheads="1"/>
          </p:cNvSpPr>
          <p:nvPr>
            <p:custDataLst>
              <p:tags r:id="rId24"/>
            </p:custDataLst>
          </p:nvPr>
        </p:nvSpPr>
        <p:spPr bwMode="gray">
          <a:xfrm>
            <a:off x="10283825" y="5629275"/>
            <a:ext cx="442913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28814C73-E7BB-4EF0-A89A-18A732F86D6F}" type="datetime'''''''''''0''9''/2''''''''''''''''''''''''''''''''5'''''''''">
              <a:rPr lang="en-US" altLang="en-US" sz="1400" kern="0" smtClean="0">
                <a:cs typeface="+mn-cs"/>
              </a:rPr>
              <a:pPr/>
              <a:t>09/25</a:t>
            </a:fld>
            <a:endParaRPr lang="en-US" sz="1400" kern="0" dirty="0">
              <a:cs typeface="+mn-cs"/>
            </a:endParaRPr>
          </a:p>
        </p:txBody>
      </p:sp>
      <p:cxnSp>
        <p:nvCxnSpPr>
          <p:cNvPr id="89" name="Düz Bağlayıcı 88">
            <a:extLst>
              <a:ext uri="{FF2B5EF4-FFF2-40B4-BE49-F238E27FC236}">
                <a16:creationId xmlns:a16="http://schemas.microsoft.com/office/drawing/2014/main" id="{251768C2-C02F-72C6-B220-C4B07F5F0DAD}"/>
              </a:ext>
            </a:extLst>
          </p:cNvPr>
          <p:cNvCxnSpPr/>
          <p:nvPr>
            <p:custDataLst>
              <p:tags r:id="rId25"/>
            </p:custDataLst>
          </p:nvPr>
        </p:nvCxnSpPr>
        <p:spPr bwMode="gray">
          <a:xfrm>
            <a:off x="2633663" y="6221413"/>
            <a:ext cx="381000" cy="0"/>
          </a:xfrm>
          <a:prstGeom prst="line">
            <a:avLst/>
          </a:prstGeom>
          <a:ln w="38100" cap="rnd" cmpd="sng" algn="ctr">
            <a:solidFill>
              <a:srgbClr val="D73027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0" name="Düz Bağlayıcı 89">
            <a:extLst>
              <a:ext uri="{FF2B5EF4-FFF2-40B4-BE49-F238E27FC236}">
                <a16:creationId xmlns:a16="http://schemas.microsoft.com/office/drawing/2014/main" id="{7AE6C5FD-24C4-F239-364E-2A1E3904D096}"/>
              </a:ext>
            </a:extLst>
          </p:cNvPr>
          <p:cNvCxnSpPr/>
          <p:nvPr>
            <p:custDataLst>
              <p:tags r:id="rId26"/>
            </p:custDataLst>
          </p:nvPr>
        </p:nvCxnSpPr>
        <p:spPr bwMode="gray">
          <a:xfrm>
            <a:off x="5916613" y="6221413"/>
            <a:ext cx="381000" cy="0"/>
          </a:xfrm>
          <a:prstGeom prst="line">
            <a:avLst/>
          </a:prstGeom>
          <a:ln w="38100" cap="rnd" cmpd="sng" algn="ctr">
            <a:solidFill>
              <a:srgbClr val="364D6E"/>
            </a:solidFill>
            <a:prstDash val="dash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Rectangle 3">
            <a:extLst>
              <a:ext uri="{FF2B5EF4-FFF2-40B4-BE49-F238E27FC236}">
                <a16:creationId xmlns:a16="http://schemas.microsoft.com/office/drawing/2014/main" id="{0530AC74-0993-2645-2F35-A20E48B83A14}"/>
              </a:ext>
            </a:extLst>
          </p:cNvPr>
          <p:cNvSpPr>
            <a:spLocks noGrp="1" noChangeArrowheads="1"/>
          </p:cNvSpPr>
          <p:nvPr>
            <p:custDataLst>
              <p:tags r:id="rId27"/>
            </p:custDataLst>
          </p:nvPr>
        </p:nvSpPr>
        <p:spPr bwMode="auto">
          <a:xfrm>
            <a:off x="3084513" y="6108700"/>
            <a:ext cx="27114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>
              <a:spcBef>
                <a:spcPct val="0"/>
              </a:spcBef>
              <a:buNone/>
            </a:pPr>
            <a:fld id="{2DBF13FF-90F5-47B0-B4EA-D01571328279}" type="datetime'''Kulla''nı''''cı Sayısı'''' (''S''''ağ ''''''Ek''''s''en'')'">
              <a:rPr lang="en-US" altLang="en-US" sz="1600" b="1" kern="0" smtClean="0">
                <a:cs typeface="+mn-cs"/>
              </a:rPr>
              <a:pPr/>
              <a:t>Kullanıcı Sayısı (Sağ Eksen)</a:t>
            </a:fld>
            <a:endParaRPr lang="en-US" sz="1600" b="1" kern="0" dirty="0">
              <a:cs typeface="+mn-cs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3F21C6A6-D332-8803-5DF1-2386FB2AF919}"/>
              </a:ext>
            </a:extLst>
          </p:cNvPr>
          <p:cNvSpPr>
            <a:spLocks noGrp="1" noChangeArrowheads="1"/>
          </p:cNvSpPr>
          <p:nvPr>
            <p:custDataLst>
              <p:tags r:id="rId28"/>
            </p:custDataLst>
          </p:nvPr>
        </p:nvSpPr>
        <p:spPr bwMode="auto">
          <a:xfrm>
            <a:off x="6367463" y="6108700"/>
            <a:ext cx="2801938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>
              <a:spcBef>
                <a:spcPct val="0"/>
              </a:spcBef>
              <a:buNone/>
            </a:pPr>
            <a:fld id="{4E37E11E-418E-42D7-886E-06A525748CF2}" type="datetime'''Hareketli'' T''''o''''plam'' (S''o''''l'''' Eks''en'''')'">
              <a:rPr lang="en-US" altLang="en-US" sz="1600" b="1" kern="0" smtClean="0">
                <a:cs typeface="+mn-cs"/>
              </a:rPr>
              <a:pPr/>
              <a:t>Hareketli Toplam (Sol Eksen)</a:t>
            </a:fld>
            <a:endParaRPr lang="en-US" sz="1600" b="1" kern="0" dirty="0">
              <a:cs typeface="+mn-cs"/>
            </a:endParaRPr>
          </a:p>
        </p:txBody>
      </p:sp>
      <p:cxnSp>
        <p:nvCxnSpPr>
          <p:cNvPr id="180" name="Düz Bağlayıcı 179">
            <a:extLst>
              <a:ext uri="{FF2B5EF4-FFF2-40B4-BE49-F238E27FC236}">
                <a16:creationId xmlns:a16="http://schemas.microsoft.com/office/drawing/2014/main" id="{C93AF982-1EDC-2141-E780-3A661AD58A77}"/>
              </a:ext>
            </a:extLst>
          </p:cNvPr>
          <p:cNvCxnSpPr/>
          <p:nvPr/>
        </p:nvCxnSpPr>
        <p:spPr bwMode="auto">
          <a:xfrm flipV="1">
            <a:off x="2884488" y="2511334"/>
            <a:ext cx="0" cy="299720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>
                <a:lumMod val="95000"/>
                <a:lumOff val="5000"/>
              </a:schemeClr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185" name="Düz Bağlayıcı 184">
            <a:extLst>
              <a:ext uri="{FF2B5EF4-FFF2-40B4-BE49-F238E27FC236}">
                <a16:creationId xmlns:a16="http://schemas.microsoft.com/office/drawing/2014/main" id="{D7A258FB-CF2A-6574-65CF-F4028BCF1F03}"/>
              </a:ext>
            </a:extLst>
          </p:cNvPr>
          <p:cNvCxnSpPr/>
          <p:nvPr/>
        </p:nvCxnSpPr>
        <p:spPr bwMode="auto">
          <a:xfrm flipV="1">
            <a:off x="7921626" y="2515582"/>
            <a:ext cx="0" cy="299720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>
                <a:lumMod val="95000"/>
                <a:lumOff val="5000"/>
              </a:schemeClr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187" name="Düz Bağlayıcı 186">
            <a:extLst>
              <a:ext uri="{FF2B5EF4-FFF2-40B4-BE49-F238E27FC236}">
                <a16:creationId xmlns:a16="http://schemas.microsoft.com/office/drawing/2014/main" id="{0B791332-E951-B3B7-20A2-8E962235349E}"/>
              </a:ext>
            </a:extLst>
          </p:cNvPr>
          <p:cNvCxnSpPr/>
          <p:nvPr/>
        </p:nvCxnSpPr>
        <p:spPr bwMode="auto">
          <a:xfrm flipV="1">
            <a:off x="8276163" y="2514359"/>
            <a:ext cx="0" cy="299720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>
                <a:lumMod val="95000"/>
                <a:lumOff val="5000"/>
              </a:schemeClr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188" name="Düz Bağlayıcı 187">
            <a:extLst>
              <a:ext uri="{FF2B5EF4-FFF2-40B4-BE49-F238E27FC236}">
                <a16:creationId xmlns:a16="http://schemas.microsoft.com/office/drawing/2014/main" id="{992ABC8C-21C8-4679-A3A7-070B8C36A8CD}"/>
              </a:ext>
            </a:extLst>
          </p:cNvPr>
          <p:cNvCxnSpPr/>
          <p:nvPr/>
        </p:nvCxnSpPr>
        <p:spPr bwMode="auto">
          <a:xfrm flipV="1">
            <a:off x="3741076" y="2526807"/>
            <a:ext cx="0" cy="299720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>
                <a:lumMod val="95000"/>
                <a:lumOff val="5000"/>
              </a:schemeClr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189" name="Düz Bağlayıcı 188">
            <a:extLst>
              <a:ext uri="{FF2B5EF4-FFF2-40B4-BE49-F238E27FC236}">
                <a16:creationId xmlns:a16="http://schemas.microsoft.com/office/drawing/2014/main" id="{7C380BDE-F01C-9D27-F05E-63F87DC805EE}"/>
              </a:ext>
            </a:extLst>
          </p:cNvPr>
          <p:cNvCxnSpPr/>
          <p:nvPr/>
        </p:nvCxnSpPr>
        <p:spPr bwMode="auto">
          <a:xfrm flipV="1">
            <a:off x="8438190" y="2508099"/>
            <a:ext cx="0" cy="299720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>
                <a:lumMod val="95000"/>
                <a:lumOff val="5000"/>
              </a:schemeClr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sp>
        <p:nvSpPr>
          <p:cNvPr id="198" name="Metin kutusu 197">
            <a:extLst>
              <a:ext uri="{FF2B5EF4-FFF2-40B4-BE49-F238E27FC236}">
                <a16:creationId xmlns:a16="http://schemas.microsoft.com/office/drawing/2014/main" id="{AEFFD32E-193F-C0D1-10BF-C0BEFB2A3AEF}"/>
              </a:ext>
            </a:extLst>
          </p:cNvPr>
          <p:cNvSpPr txBox="1"/>
          <p:nvPr/>
        </p:nvSpPr>
        <p:spPr>
          <a:xfrm>
            <a:off x="2886064" y="2447925"/>
            <a:ext cx="9144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400" b="1" dirty="0"/>
              <a:t>Coşkun Cangöz</a:t>
            </a:r>
            <a:endParaRPr lang="en-US" sz="1400" b="1" dirty="0"/>
          </a:p>
        </p:txBody>
      </p:sp>
      <p:sp>
        <p:nvSpPr>
          <p:cNvPr id="199" name="Metin kutusu 198">
            <a:extLst>
              <a:ext uri="{FF2B5EF4-FFF2-40B4-BE49-F238E27FC236}">
                <a16:creationId xmlns:a16="http://schemas.microsoft.com/office/drawing/2014/main" id="{2A4FBEDF-1800-8CC0-ECBA-6A6D571CFFDF}"/>
              </a:ext>
            </a:extLst>
          </p:cNvPr>
          <p:cNvSpPr txBox="1"/>
          <p:nvPr/>
        </p:nvSpPr>
        <p:spPr>
          <a:xfrm>
            <a:off x="6742114" y="2428472"/>
            <a:ext cx="11963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400" b="1" dirty="0"/>
              <a:t>Güven Sak</a:t>
            </a:r>
            <a:endParaRPr lang="en-US" sz="1400" b="1" dirty="0"/>
          </a:p>
        </p:txBody>
      </p:sp>
      <p:sp>
        <p:nvSpPr>
          <p:cNvPr id="200" name="Metin kutusu 199">
            <a:extLst>
              <a:ext uri="{FF2B5EF4-FFF2-40B4-BE49-F238E27FC236}">
                <a16:creationId xmlns:a16="http://schemas.microsoft.com/office/drawing/2014/main" id="{8D53EF92-6198-1253-0A6D-4CCDFFFDEFF5}"/>
              </a:ext>
            </a:extLst>
          </p:cNvPr>
          <p:cNvSpPr txBox="1"/>
          <p:nvPr/>
        </p:nvSpPr>
        <p:spPr>
          <a:xfrm>
            <a:off x="8507069" y="2414588"/>
            <a:ext cx="7059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400" b="1" dirty="0"/>
              <a:t>Gülru Gezer</a:t>
            </a:r>
            <a:endParaRPr lang="en-US" sz="1400" b="1" dirty="0"/>
          </a:p>
        </p:txBody>
      </p:sp>
      <p:sp>
        <p:nvSpPr>
          <p:cNvPr id="201" name="Akış Çizelgesi: Bağlayıcı 200">
            <a:extLst>
              <a:ext uri="{FF2B5EF4-FFF2-40B4-BE49-F238E27FC236}">
                <a16:creationId xmlns:a16="http://schemas.microsoft.com/office/drawing/2014/main" id="{BC6A7634-EC8C-9C20-917B-79B89779F53C}"/>
              </a:ext>
            </a:extLst>
          </p:cNvPr>
          <p:cNvSpPr/>
          <p:nvPr/>
        </p:nvSpPr>
        <p:spPr bwMode="auto">
          <a:xfrm>
            <a:off x="2726395" y="2414588"/>
            <a:ext cx="1196314" cy="607376"/>
          </a:xfrm>
          <a:prstGeom prst="flowChartConnector">
            <a:avLst/>
          </a:prstGeom>
          <a:noFill/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4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202" name="Akış Çizelgesi: Bağlayıcı 201">
            <a:extLst>
              <a:ext uri="{FF2B5EF4-FFF2-40B4-BE49-F238E27FC236}">
                <a16:creationId xmlns:a16="http://schemas.microsoft.com/office/drawing/2014/main" id="{B208BD02-5658-8F2A-5CEA-C7222D3B3CF9}"/>
              </a:ext>
            </a:extLst>
          </p:cNvPr>
          <p:cNvSpPr/>
          <p:nvPr/>
        </p:nvSpPr>
        <p:spPr bwMode="auto">
          <a:xfrm>
            <a:off x="8113287" y="2380830"/>
            <a:ext cx="1196314" cy="607376"/>
          </a:xfrm>
          <a:prstGeom prst="flowChartConnector">
            <a:avLst/>
          </a:prstGeom>
          <a:noFill/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4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80843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think-cell data - do not delete" hidden="1">
            <a:extLst>
              <a:ext uri="{FF2B5EF4-FFF2-40B4-BE49-F238E27FC236}">
                <a16:creationId xmlns:a16="http://schemas.microsoft.com/office/drawing/2014/main" id="{E01D0322-19FB-870E-F727-C6277F81E5A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546634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4" imgW="454" imgH="454" progId="TCLayout.ActiveDocument.1">
                  <p:embed/>
                </p:oleObj>
              </mc:Choice>
              <mc:Fallback>
                <p:oleObj name="think-cell Slide" r:id="rId14" imgW="454" imgH="454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Başlık 1">
            <a:extLst>
              <a:ext uri="{FF2B5EF4-FFF2-40B4-BE49-F238E27FC236}">
                <a16:creationId xmlns:a16="http://schemas.microsoft.com/office/drawing/2014/main" id="{858646AA-D9CF-4D42-2C61-A41AE191E3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endParaRPr lang="en-US" dirty="0"/>
          </a:p>
        </p:txBody>
      </p:sp>
      <p:graphicFrame>
        <p:nvGraphicFramePr>
          <p:cNvPr id="67" name="Chart 3">
            <a:extLst>
              <a:ext uri="{FF2B5EF4-FFF2-40B4-BE49-F238E27FC236}">
                <a16:creationId xmlns:a16="http://schemas.microsoft.com/office/drawing/2014/main" id="{6DF9A366-067A-F169-E115-416CB704CCFD}"/>
              </a:ext>
            </a:extLst>
          </p:cNvPr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401293623"/>
              </p:ext>
            </p:extLst>
          </p:nvPr>
        </p:nvGraphicFramePr>
        <p:xfrm>
          <a:off x="8064500" y="2549525"/>
          <a:ext cx="2508250" cy="36544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6"/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C10BF352-798B-5E50-48ED-FC893FDA27E9}"/>
              </a:ext>
            </a:extLst>
          </p:cNvPr>
          <p:cNvSpPr>
            <a:spLocks noGrp="1" noChangeArrowheads="1"/>
          </p:cNvSpPr>
          <p:nvPr>
            <p:custDataLst>
              <p:tags r:id="rId3"/>
            </p:custDataLst>
          </p:nvPr>
        </p:nvSpPr>
        <p:spPr bwMode="auto">
          <a:xfrm>
            <a:off x="10607674" y="2873375"/>
            <a:ext cx="641350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>
              <a:spcBef>
                <a:spcPct val="0"/>
              </a:spcBef>
              <a:buNone/>
            </a:pPr>
            <a:fld id="{0B1CF09F-B4C8-4A9A-A031-BD30DB9D25C6}" type="datetime'Yıl'''''' ''''''''''Ba''''''''''''''''''''ş''''''ı'''''">
              <a:rPr lang="en-US" altLang="en-US" sz="1400" b="1" kern="0" smtClean="0">
                <a:cs typeface="+mn-cs"/>
              </a:rPr>
              <a:pPr marL="0" lvl="0" indent="0">
                <a:spcBef>
                  <a:spcPct val="0"/>
                </a:spcBef>
                <a:buNone/>
              </a:pPr>
              <a:t>Yıl Başı</a:t>
            </a:fld>
            <a:endParaRPr lang="en-US" sz="1400" b="1" kern="0" dirty="0">
              <a:cs typeface="+mn-cs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D5E99941-DD31-D1D6-DD1B-1CAE2D2D00E0}"/>
              </a:ext>
            </a:extLst>
          </p:cNvPr>
          <p:cNvSpPr>
            <a:spLocks noGrp="1" noChangeArrowheads="1"/>
          </p:cNvSpPr>
          <p:nvPr>
            <p:custDataLst>
              <p:tags r:id="rId4"/>
            </p:custDataLst>
          </p:nvPr>
        </p:nvSpPr>
        <p:spPr bwMode="auto">
          <a:xfrm>
            <a:off x="10607675" y="3571875"/>
            <a:ext cx="1233488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>
              <a:spcBef>
                <a:spcPct val="0"/>
              </a:spcBef>
              <a:buNone/>
            </a:pPr>
            <a:fld id="{F0EDF5EC-F5EB-4092-A26C-B5C3E67DE219}" type="datetime'''Y''ı''llık ''O''''r''''t''''al''''''''''a''''''''''''m''a'''">
              <a:rPr lang="en-US" altLang="en-US" sz="1400" b="1" kern="0" smtClean="0">
                <a:solidFill>
                  <a:srgbClr val="A80000"/>
                </a:solidFill>
                <a:cs typeface="+mn-cs"/>
              </a:rPr>
              <a:pPr marL="0" lvl="0" indent="0">
                <a:spcBef>
                  <a:spcPct val="0"/>
                </a:spcBef>
                <a:buNone/>
              </a:pPr>
              <a:t>Yıllık Ortalama</a:t>
            </a:fld>
            <a:endParaRPr lang="en-US" sz="1400" b="1" kern="0" dirty="0">
              <a:solidFill>
                <a:srgbClr val="A80000"/>
              </a:solidFill>
              <a:cs typeface="+mn-cs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2038C6CF-013B-D2E4-33E7-93350B35E36C}"/>
              </a:ext>
            </a:extLst>
          </p:cNvPr>
          <p:cNvSpPr>
            <a:spLocks noGrp="1" noChangeArrowheads="1"/>
          </p:cNvSpPr>
          <p:nvPr>
            <p:custDataLst>
              <p:tags r:id="rId5"/>
            </p:custDataLst>
          </p:nvPr>
        </p:nvSpPr>
        <p:spPr bwMode="auto">
          <a:xfrm>
            <a:off x="10607675" y="4268788"/>
            <a:ext cx="758825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>
              <a:spcBef>
                <a:spcPct val="0"/>
              </a:spcBef>
              <a:buNone/>
            </a:pPr>
            <a:fld id="{944B805D-0069-4E91-B22C-1D73EF1C184C}" type="datetime'So''''''''''n'' ''''''6'''''''' ''A''''''''y'''''''">
              <a:rPr lang="en-US" altLang="en-US" sz="1400" b="1" kern="0" smtClean="0">
                <a:cs typeface="+mn-cs"/>
              </a:rPr>
              <a:pPr marL="0" lvl="0" indent="0">
                <a:spcBef>
                  <a:spcPct val="0"/>
                </a:spcBef>
                <a:buNone/>
              </a:pPr>
              <a:t>Son 6 Ay</a:t>
            </a:fld>
            <a:endParaRPr lang="en-US" sz="1400" b="1" kern="0" dirty="0">
              <a:cs typeface="+mn-cs"/>
            </a:endParaRPr>
          </a:p>
        </p:txBody>
      </p:sp>
      <p:sp>
        <p:nvSpPr>
          <p:cNvPr id="17" name="Rectangle 3">
            <a:extLst>
              <a:ext uri="{FF2B5EF4-FFF2-40B4-BE49-F238E27FC236}">
                <a16:creationId xmlns:a16="http://schemas.microsoft.com/office/drawing/2014/main" id="{8FE5B4B5-EC5E-4484-79E7-070586A7CCD1}"/>
              </a:ext>
            </a:extLst>
          </p:cNvPr>
          <p:cNvSpPr>
            <a:spLocks noGrp="1" noChangeArrowheads="1"/>
          </p:cNvSpPr>
          <p:nvPr>
            <p:custDataLst>
              <p:tags r:id="rId6"/>
            </p:custDataLst>
          </p:nvPr>
        </p:nvSpPr>
        <p:spPr bwMode="auto">
          <a:xfrm>
            <a:off x="10607675" y="5664200"/>
            <a:ext cx="611188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>
              <a:spcBef>
                <a:spcPct val="0"/>
              </a:spcBef>
              <a:buNone/>
            </a:pPr>
            <a:fld id="{27733F87-1819-4D9D-A383-9E487C3E6A9C}" type="datetime'''''''''''S''o''''n'' ''''''''''''''''''''''''''''A''y'''''''">
              <a:rPr lang="en-US" altLang="en-US" sz="1400" b="1" kern="0" smtClean="0">
                <a:cs typeface="+mn-cs"/>
              </a:rPr>
              <a:pPr marL="0" lvl="0" indent="0">
                <a:spcBef>
                  <a:spcPct val="0"/>
                </a:spcBef>
                <a:buNone/>
              </a:pPr>
              <a:t>Son Ay</a:t>
            </a:fld>
            <a:endParaRPr lang="en-US" sz="1400" b="1" kern="0" dirty="0">
              <a:cs typeface="+mn-cs"/>
            </a:endParaRPr>
          </a:p>
        </p:txBody>
      </p:sp>
      <p:sp>
        <p:nvSpPr>
          <p:cNvPr id="20" name="Rectangle 3">
            <a:extLst>
              <a:ext uri="{FF2B5EF4-FFF2-40B4-BE49-F238E27FC236}">
                <a16:creationId xmlns:a16="http://schemas.microsoft.com/office/drawing/2014/main" id="{C534E5C7-DF3B-4F3A-CD2F-80C6BCF8355F}"/>
              </a:ext>
            </a:extLst>
          </p:cNvPr>
          <p:cNvSpPr>
            <a:spLocks noGrp="1" noChangeArrowheads="1"/>
          </p:cNvSpPr>
          <p:nvPr>
            <p:custDataLst>
              <p:tags r:id="rId7"/>
            </p:custDataLst>
          </p:nvPr>
        </p:nvSpPr>
        <p:spPr bwMode="auto">
          <a:xfrm>
            <a:off x="10607675" y="4967288"/>
            <a:ext cx="758825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>
              <a:spcBef>
                <a:spcPct val="0"/>
              </a:spcBef>
              <a:buNone/>
            </a:pPr>
            <a:fld id="{2B0D5039-624C-4B4B-9991-B3DDB9B7C5B6}" type="datetime'S''''''''''''''''''o''''n ''''''3'' ''''A''y'''''''''''">
              <a:rPr lang="en-US" altLang="en-US" sz="1400" b="1" kern="0" smtClean="0">
                <a:cs typeface="+mn-cs"/>
              </a:rPr>
              <a:pPr marL="0" lvl="0" indent="0">
                <a:spcBef>
                  <a:spcPct val="0"/>
                </a:spcBef>
                <a:buNone/>
              </a:pPr>
              <a:t>Son 3 Ay</a:t>
            </a:fld>
            <a:endParaRPr lang="en-US" sz="1400" b="1" kern="0" dirty="0">
              <a:cs typeface="+mn-cs"/>
            </a:endParaRPr>
          </a:p>
        </p:txBody>
      </p:sp>
      <p:sp>
        <p:nvSpPr>
          <p:cNvPr id="37" name="Rectangle 3">
            <a:extLst>
              <a:ext uri="{FF2B5EF4-FFF2-40B4-BE49-F238E27FC236}">
                <a16:creationId xmlns:a16="http://schemas.microsoft.com/office/drawing/2014/main" id="{8E1F243D-A2F7-79AE-726F-258C59041107}"/>
              </a:ext>
            </a:extLst>
          </p:cNvPr>
          <p:cNvSpPr>
            <a:spLocks noGrp="1" noChangeArrowheads="1"/>
          </p:cNvSpPr>
          <p:nvPr>
            <p:custDataLst>
              <p:tags r:id="rId8"/>
            </p:custDataLst>
          </p:nvPr>
        </p:nvSpPr>
        <p:spPr bwMode="gray">
          <a:xfrm>
            <a:off x="7667625" y="2873375"/>
            <a:ext cx="454025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5400" tIns="0" rIns="25400" bIns="0" numCol="1" anchor="ctr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r">
              <a:spcBef>
                <a:spcPct val="0"/>
              </a:spcBef>
              <a:buNone/>
            </a:pPr>
            <a:fld id="{E801434F-7391-4D53-AC2F-0720ACA83665}" type="datetime'''''''''''''''''''''''''''''''''''-''''2''''''1'''',''''''7'''">
              <a:rPr lang="en-US" altLang="en-US" sz="1400" kern="0" smtClean="0">
                <a:effectLst/>
                <a:cs typeface="+mn-cs"/>
              </a:rPr>
              <a:pPr marL="0" lvl="0" indent="0" algn="r">
                <a:spcBef>
                  <a:spcPct val="0"/>
                </a:spcBef>
                <a:buNone/>
              </a:pPr>
              <a:t>-21,7</a:t>
            </a:fld>
            <a:endParaRPr lang="en-US" sz="1400" kern="0" dirty="0">
              <a:cs typeface="+mn-cs"/>
            </a:endParaRPr>
          </a:p>
        </p:txBody>
      </p:sp>
      <p:sp>
        <p:nvSpPr>
          <p:cNvPr id="38" name="Rectangle 3">
            <a:extLst>
              <a:ext uri="{FF2B5EF4-FFF2-40B4-BE49-F238E27FC236}">
                <a16:creationId xmlns:a16="http://schemas.microsoft.com/office/drawing/2014/main" id="{257CDE68-9370-D244-3B3C-B9045ADE875A}"/>
              </a:ext>
            </a:extLst>
          </p:cNvPr>
          <p:cNvSpPr>
            <a:spLocks noGrp="1" noChangeArrowheads="1"/>
          </p:cNvSpPr>
          <p:nvPr>
            <p:custDataLst>
              <p:tags r:id="rId9"/>
            </p:custDataLst>
          </p:nvPr>
        </p:nvSpPr>
        <p:spPr bwMode="gray">
          <a:xfrm>
            <a:off x="9169400" y="3571875"/>
            <a:ext cx="355600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5400" tIns="0" rIns="25400" bIns="0" numCol="1" anchor="ctr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r">
              <a:spcBef>
                <a:spcPct val="0"/>
              </a:spcBef>
              <a:buNone/>
            </a:pPr>
            <a:fld id="{5AE82CA6-AACB-4F9E-9E26-67CD2D4FCD44}" type="datetime'''''-''''''8'''''''''''''''''''''''''''',''7'''''''''''''''''">
              <a:rPr lang="en-US" altLang="en-US" sz="1400" kern="0" smtClean="0">
                <a:effectLst/>
                <a:cs typeface="+mn-cs"/>
              </a:rPr>
              <a:pPr marL="0" lvl="0" indent="0" algn="r">
                <a:spcBef>
                  <a:spcPct val="0"/>
                </a:spcBef>
                <a:buNone/>
              </a:pPr>
              <a:t>-8,7</a:t>
            </a:fld>
            <a:endParaRPr lang="en-US" sz="1400" kern="0" dirty="0">
              <a:cs typeface="+mn-cs"/>
            </a:endParaRPr>
          </a:p>
        </p:txBody>
      </p:sp>
      <p:sp>
        <p:nvSpPr>
          <p:cNvPr id="39" name="Rectangle 3">
            <a:extLst>
              <a:ext uri="{FF2B5EF4-FFF2-40B4-BE49-F238E27FC236}">
                <a16:creationId xmlns:a16="http://schemas.microsoft.com/office/drawing/2014/main" id="{2AD216E0-9801-5963-FF6F-65A424E7279F}"/>
              </a:ext>
            </a:extLst>
          </p:cNvPr>
          <p:cNvSpPr>
            <a:spLocks noGrp="1" noChangeArrowheads="1"/>
          </p:cNvSpPr>
          <p:nvPr>
            <p:custDataLst>
              <p:tags r:id="rId10"/>
            </p:custDataLst>
          </p:nvPr>
        </p:nvSpPr>
        <p:spPr bwMode="gray">
          <a:xfrm>
            <a:off x="9755188" y="4268788"/>
            <a:ext cx="355600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5400" tIns="0" rIns="25400" bIns="0" numCol="1" anchor="ctr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r">
              <a:spcBef>
                <a:spcPct val="0"/>
              </a:spcBef>
              <a:buNone/>
            </a:pPr>
            <a:fld id="{078955EA-D9EE-4C51-93E6-C85A872491BE}" type="datetime'''-3'''''''''',''''3'''''''''">
              <a:rPr lang="en-US" altLang="en-US" sz="1400" kern="0" smtClean="0">
                <a:effectLst/>
                <a:cs typeface="+mn-cs"/>
              </a:rPr>
              <a:pPr marL="0" lvl="0" indent="0" algn="r">
                <a:spcBef>
                  <a:spcPct val="0"/>
                </a:spcBef>
                <a:buNone/>
              </a:pPr>
              <a:t>-3,3</a:t>
            </a:fld>
            <a:endParaRPr lang="en-US" sz="1400" kern="0" dirty="0">
              <a:cs typeface="+mn-cs"/>
            </a:endParaRPr>
          </a:p>
        </p:txBody>
      </p:sp>
      <p:sp>
        <p:nvSpPr>
          <p:cNvPr id="40" name="Rectangle 3">
            <a:extLst>
              <a:ext uri="{FF2B5EF4-FFF2-40B4-BE49-F238E27FC236}">
                <a16:creationId xmlns:a16="http://schemas.microsoft.com/office/drawing/2014/main" id="{3F47FB4F-D863-6E65-49CA-520FE04AD3EF}"/>
              </a:ext>
            </a:extLst>
          </p:cNvPr>
          <p:cNvSpPr>
            <a:spLocks noGrp="1" noChangeArrowheads="1"/>
          </p:cNvSpPr>
          <p:nvPr>
            <p:custDataLst>
              <p:tags r:id="rId11"/>
            </p:custDataLst>
          </p:nvPr>
        </p:nvSpPr>
        <p:spPr bwMode="gray">
          <a:xfrm>
            <a:off x="9994900" y="4967288"/>
            <a:ext cx="355600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5400" tIns="0" rIns="25400" bIns="0" numCol="1" anchor="ctr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r">
              <a:spcBef>
                <a:spcPct val="0"/>
              </a:spcBef>
              <a:buNone/>
            </a:pPr>
            <a:fld id="{6771783B-531D-4931-97FE-DDBCC90501B5}" type="datetime'''''''''''''''''''''''''-''''''''''''''''''''''1,1'''''''''">
              <a:rPr lang="en-US" altLang="en-US" sz="1400" kern="0" smtClean="0">
                <a:effectLst/>
                <a:cs typeface="+mn-cs"/>
              </a:rPr>
              <a:pPr marL="0" lvl="0" indent="0" algn="r">
                <a:spcBef>
                  <a:spcPct val="0"/>
                </a:spcBef>
                <a:buNone/>
              </a:pPr>
              <a:t>-1,1</a:t>
            </a:fld>
            <a:endParaRPr lang="en-US" sz="1400" kern="0" dirty="0">
              <a:cs typeface="+mn-cs"/>
            </a:endParaRPr>
          </a:p>
        </p:txBody>
      </p:sp>
      <p:sp>
        <p:nvSpPr>
          <p:cNvPr id="41" name="Rectangle 3">
            <a:extLst>
              <a:ext uri="{FF2B5EF4-FFF2-40B4-BE49-F238E27FC236}">
                <a16:creationId xmlns:a16="http://schemas.microsoft.com/office/drawing/2014/main" id="{76BEA201-6654-CE3C-CADA-A1225E6D8040}"/>
              </a:ext>
            </a:extLst>
          </p:cNvPr>
          <p:cNvSpPr>
            <a:spLocks noGrp="1" noChangeArrowheads="1"/>
          </p:cNvSpPr>
          <p:nvPr>
            <p:custDataLst>
              <p:tags r:id="rId12"/>
            </p:custDataLst>
          </p:nvPr>
        </p:nvSpPr>
        <p:spPr bwMode="gray">
          <a:xfrm>
            <a:off x="10101263" y="5664200"/>
            <a:ext cx="355600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5400" tIns="0" rIns="25400" bIns="0" numCol="1" anchor="ctr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r">
              <a:spcBef>
                <a:spcPct val="0"/>
              </a:spcBef>
              <a:buNone/>
            </a:pPr>
            <a:fld id="{2A3AF1F1-B982-4986-870F-D03DFFB84472}" type="datetime'-''0'''',''''''1'''''''''''''''''''''''''''''''''''''''''''''">
              <a:rPr lang="en-US" altLang="en-US" sz="1400" kern="0" smtClean="0">
                <a:effectLst/>
                <a:cs typeface="+mn-cs"/>
              </a:rPr>
              <a:pPr marL="0" lvl="0" indent="0" algn="r">
                <a:spcBef>
                  <a:spcPct val="0"/>
                </a:spcBef>
                <a:buNone/>
              </a:pPr>
              <a:t>-0,1</a:t>
            </a:fld>
            <a:endParaRPr lang="en-US" sz="1400" kern="0" dirty="0">
              <a:cs typeface="+mn-cs"/>
            </a:endParaRPr>
          </a:p>
        </p:txBody>
      </p:sp>
      <p:sp>
        <p:nvSpPr>
          <p:cNvPr id="46" name="Metin kutusu 75">
            <a:extLst>
              <a:ext uri="{FF2B5EF4-FFF2-40B4-BE49-F238E27FC236}">
                <a16:creationId xmlns:a16="http://schemas.microsoft.com/office/drawing/2014/main" id="{813040ED-FC36-FA52-6F7F-3C7C0909A3A3}"/>
              </a:ext>
            </a:extLst>
          </p:cNvPr>
          <p:cNvSpPr txBox="1"/>
          <p:nvPr/>
        </p:nvSpPr>
        <p:spPr>
          <a:xfrm>
            <a:off x="13493" y="6580188"/>
            <a:ext cx="1219200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100" dirty="0">
                <a:latin typeface="+mj-lt"/>
                <a:ea typeface="Tahoma" panose="020B0604030504040204" pitchFamily="34" charset="0"/>
                <a:cs typeface="Tahoma" panose="020B0604030504040204" pitchFamily="34" charset="0"/>
              </a:rPr>
              <a:t>Kaynak: Google, TEPAV hesaplamaları</a:t>
            </a:r>
          </a:p>
        </p:txBody>
      </p:sp>
      <p:graphicFrame>
        <p:nvGraphicFramePr>
          <p:cNvPr id="51" name="Tablo 50">
            <a:extLst>
              <a:ext uri="{FF2B5EF4-FFF2-40B4-BE49-F238E27FC236}">
                <a16:creationId xmlns:a16="http://schemas.microsoft.com/office/drawing/2014/main" id="{33D6AC42-FB12-4C05-5D20-15030ABE58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905808"/>
              </p:ext>
            </p:extLst>
          </p:nvPr>
        </p:nvGraphicFramePr>
        <p:xfrm>
          <a:off x="387350" y="2632075"/>
          <a:ext cx="6642100" cy="3489324"/>
        </p:xfrm>
        <a:graphic>
          <a:graphicData uri="http://schemas.openxmlformats.org/drawingml/2006/table">
            <a:tbl>
              <a:tblPr/>
              <a:tblGrid>
                <a:gridCol w="2259683">
                  <a:extLst>
                    <a:ext uri="{9D8B030D-6E8A-4147-A177-3AD203B41FA5}">
                      <a16:colId xmlns:a16="http://schemas.microsoft.com/office/drawing/2014/main" val="3147463044"/>
                    </a:ext>
                  </a:extLst>
                </a:gridCol>
                <a:gridCol w="1985783">
                  <a:extLst>
                    <a:ext uri="{9D8B030D-6E8A-4147-A177-3AD203B41FA5}">
                      <a16:colId xmlns:a16="http://schemas.microsoft.com/office/drawing/2014/main" val="970788661"/>
                    </a:ext>
                  </a:extLst>
                </a:gridCol>
                <a:gridCol w="2396634">
                  <a:extLst>
                    <a:ext uri="{9D8B030D-6E8A-4147-A177-3AD203B41FA5}">
                      <a16:colId xmlns:a16="http://schemas.microsoft.com/office/drawing/2014/main" val="3923375691"/>
                    </a:ext>
                  </a:extLst>
                </a:gridCol>
              </a:tblGrid>
              <a:tr h="3214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tr-TR" sz="1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Tarih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tr-TR" sz="1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Yazar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tr-TR" sz="1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Yazı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5734858"/>
                  </a:ext>
                </a:extLst>
              </a:tr>
              <a:tr h="937872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tr-TR" sz="2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24-25-26/12/2024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M. Coşkun Cangöz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tr-TR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Merkez Bankasının beklenen faiz kararı ve olası etkileri. 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4822542"/>
                  </a:ext>
                </a:extLst>
              </a:tr>
              <a:tr h="937872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tr-TR" sz="2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23/01/2025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M. Coşkun Cangöz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tr-T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Merkez Bankasının beklenen faiz kararı ve olası etkileri. 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9583375"/>
                  </a:ext>
                </a:extLst>
              </a:tr>
              <a:tr h="937872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tr-TR" sz="2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09/06/2025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Güven Sak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tr-T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“İç pazarda sıkışırsan dışarıya açılırsın” ezberi bozuluyor. 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7765861"/>
                  </a:ext>
                </a:extLst>
              </a:tr>
              <a:tr h="354308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tr-TR" sz="2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20-25/06/2025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Gülru Gezer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tr-T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8691846"/>
                  </a:ext>
                </a:extLst>
              </a:tr>
            </a:tbl>
          </a:graphicData>
        </a:graphic>
      </p:graphicFrame>
      <p:sp>
        <p:nvSpPr>
          <p:cNvPr id="58" name="Metin kutusu 57">
            <a:extLst>
              <a:ext uri="{FF2B5EF4-FFF2-40B4-BE49-F238E27FC236}">
                <a16:creationId xmlns:a16="http://schemas.microsoft.com/office/drawing/2014/main" id="{52F3D2B2-1A4D-D1C9-8387-AB01C2CEA2FE}"/>
              </a:ext>
            </a:extLst>
          </p:cNvPr>
          <p:cNvSpPr txBox="1"/>
          <p:nvPr/>
        </p:nvSpPr>
        <p:spPr>
          <a:xfrm>
            <a:off x="1250950" y="1939925"/>
            <a:ext cx="5403850" cy="369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b="1" dirty="0"/>
              <a:t>Son bir yılda en çok dikkat çeken yazılar</a:t>
            </a:r>
            <a:endParaRPr lang="en-US" b="1" dirty="0"/>
          </a:p>
        </p:txBody>
      </p:sp>
      <p:sp>
        <p:nvSpPr>
          <p:cNvPr id="61" name="Metin kutusu 60">
            <a:extLst>
              <a:ext uri="{FF2B5EF4-FFF2-40B4-BE49-F238E27FC236}">
                <a16:creationId xmlns:a16="http://schemas.microsoft.com/office/drawing/2014/main" id="{39B04A52-0F4A-9F8C-FE37-11CF36BEDEF6}"/>
              </a:ext>
            </a:extLst>
          </p:cNvPr>
          <p:cNvSpPr txBox="1"/>
          <p:nvPr/>
        </p:nvSpPr>
        <p:spPr>
          <a:xfrm>
            <a:off x="7720013" y="1887538"/>
            <a:ext cx="4070350" cy="6461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b="1" dirty="0"/>
              <a:t>Ziyaret edilme sayısının değişimi, </a:t>
            </a:r>
          </a:p>
          <a:p>
            <a:r>
              <a:rPr lang="tr-TR" b="1" dirty="0"/>
              <a:t>%, 23.09.2024-23.09.2025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4245144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C79691-C196-D8DB-6347-A7D8F4669D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" name="think-cell data - do not delete" hidden="1">
            <a:extLst>
              <a:ext uri="{FF2B5EF4-FFF2-40B4-BE49-F238E27FC236}">
                <a16:creationId xmlns:a16="http://schemas.microsoft.com/office/drawing/2014/main" id="{47C305E7-498B-D7B8-1CCF-DDAFFD38DA1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1167582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7" imgW="454" imgH="454" progId="TCLayout.ActiveDocument.1">
                  <p:embed/>
                </p:oleObj>
              </mc:Choice>
              <mc:Fallback>
                <p:oleObj name="think-cell Slide" r:id="rId27" imgW="454" imgH="454" progId="TCLayout.ActiveDocument.1">
                  <p:embed/>
                  <p:pic>
                    <p:nvPicPr>
                      <p:cNvPr id="1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1B803BB-EB2E-723B-1B1B-F3CA61DE33C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Başlık 1">
            <a:extLst>
              <a:ext uri="{FF2B5EF4-FFF2-40B4-BE49-F238E27FC236}">
                <a16:creationId xmlns:a16="http://schemas.microsoft.com/office/drawing/2014/main" id="{C5B474BE-AE2A-FC26-AC3D-9B699413F5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7062F990-8F9F-6F2D-EE18-EEAAC08827A0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tr-TR" b="1" dirty="0"/>
              <a:t>Alt başlığa göre sayfa görüntülenme sayısı, 23.09.2024-24.09.2025</a:t>
            </a:r>
            <a:endParaRPr lang="en-US" b="1" dirty="0"/>
          </a:p>
        </p:txBody>
      </p:sp>
      <p:graphicFrame>
        <p:nvGraphicFramePr>
          <p:cNvPr id="7" name="Chart 3">
            <a:extLst>
              <a:ext uri="{FF2B5EF4-FFF2-40B4-BE49-F238E27FC236}">
                <a16:creationId xmlns:a16="http://schemas.microsoft.com/office/drawing/2014/main" id="{F80940D6-463D-4045-7DDC-27EE85006048}"/>
              </a:ext>
            </a:extLst>
          </p:cNvPr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00097999"/>
              </p:ext>
            </p:extLst>
          </p:nvPr>
        </p:nvGraphicFramePr>
        <p:xfrm>
          <a:off x="1155700" y="2355850"/>
          <a:ext cx="10712450" cy="19764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9"/>
          </a:graphicData>
        </a:graphic>
      </p:graphicFrame>
      <p:sp>
        <p:nvSpPr>
          <p:cNvPr id="48" name="Metin kutusu 75">
            <a:extLst>
              <a:ext uri="{FF2B5EF4-FFF2-40B4-BE49-F238E27FC236}">
                <a16:creationId xmlns:a16="http://schemas.microsoft.com/office/drawing/2014/main" id="{FB9CF314-A7AB-2B64-EA9C-FD9A252BC9AA}"/>
              </a:ext>
            </a:extLst>
          </p:cNvPr>
          <p:cNvSpPr txBox="1"/>
          <p:nvPr/>
        </p:nvSpPr>
        <p:spPr>
          <a:xfrm>
            <a:off x="13493" y="6580188"/>
            <a:ext cx="1219200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100" dirty="0">
                <a:latin typeface="+mj-lt"/>
                <a:ea typeface="Tahoma" panose="020B0604030504040204" pitchFamily="34" charset="0"/>
                <a:cs typeface="Tahoma" panose="020B0604030504040204" pitchFamily="34" charset="0"/>
              </a:rPr>
              <a:t>Kaynak: Google, TEPAV hesaplamaları</a:t>
            </a:r>
          </a:p>
        </p:txBody>
      </p:sp>
      <p:graphicFrame>
        <p:nvGraphicFramePr>
          <p:cNvPr id="6" name="Chart 3">
            <a:extLst>
              <a:ext uri="{FF2B5EF4-FFF2-40B4-BE49-F238E27FC236}">
                <a16:creationId xmlns:a16="http://schemas.microsoft.com/office/drawing/2014/main" id="{7FCEB5EA-2B7C-6F62-2480-5110E24E74A3}"/>
              </a:ext>
            </a:extLst>
          </p:cNvPr>
          <p:cNvGraphicFramePr/>
          <p:nvPr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2622803966"/>
              </p:ext>
            </p:extLst>
          </p:nvPr>
        </p:nvGraphicFramePr>
        <p:xfrm>
          <a:off x="1155700" y="4641850"/>
          <a:ext cx="10712450" cy="1397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0"/>
          </a:graphicData>
        </a:graphic>
      </p:graphicFrame>
      <p:sp>
        <p:nvSpPr>
          <p:cNvPr id="104" name="Rectangle 3">
            <a:extLst>
              <a:ext uri="{FF2B5EF4-FFF2-40B4-BE49-F238E27FC236}">
                <a16:creationId xmlns:a16="http://schemas.microsoft.com/office/drawing/2014/main" id="{D3485FA8-F0D2-D829-A75B-FE97F825F859}"/>
              </a:ext>
            </a:extLst>
          </p:cNvPr>
          <p:cNvSpPr>
            <a:spLocks noGrp="1" noChangeArrowheads="1"/>
          </p:cNvSpPr>
          <p:nvPr>
            <p:custDataLst>
              <p:tags r:id="rId4"/>
            </p:custDataLst>
          </p:nvPr>
        </p:nvSpPr>
        <p:spPr bwMode="auto">
          <a:xfrm>
            <a:off x="1560514" y="6007100"/>
            <a:ext cx="315913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955B9253-585C-4FAC-96C6-E3E5730C27E8}" type="datetime'''''''''''''''''''B''''''''''''''l''og'''''">
              <a:rPr lang="en-US" altLang="en-US" sz="1200" kern="0" smtClean="0">
                <a:cs typeface="+mn-cs"/>
              </a:rPr>
              <a:pPr/>
              <a:t>Blog</a:t>
            </a:fld>
            <a:endParaRPr lang="en-US" sz="1200" kern="0" dirty="0">
              <a:cs typeface="+mn-cs"/>
            </a:endParaRPr>
          </a:p>
        </p:txBody>
      </p:sp>
      <p:sp>
        <p:nvSpPr>
          <p:cNvPr id="105" name="Rectangle 3">
            <a:extLst>
              <a:ext uri="{FF2B5EF4-FFF2-40B4-BE49-F238E27FC236}">
                <a16:creationId xmlns:a16="http://schemas.microsoft.com/office/drawing/2014/main" id="{DC82E0C5-3F33-B63C-15F0-93908E56BA53}"/>
              </a:ext>
            </a:extLst>
          </p:cNvPr>
          <p:cNvSpPr>
            <a:spLocks noGrp="1" noChangeArrowheads="1"/>
          </p:cNvSpPr>
          <p:nvPr>
            <p:custDataLst>
              <p:tags r:id="rId5"/>
            </p:custDataLst>
          </p:nvPr>
        </p:nvSpPr>
        <p:spPr bwMode="auto">
          <a:xfrm>
            <a:off x="2379664" y="6007100"/>
            <a:ext cx="593725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5B51F858-1112-4516-B405-B4DC27EC4788}" type="datetime'''''''''''Ha''''''''''''''''''b''er''''''l''e''''r'''">
              <a:rPr lang="en-US" altLang="en-US" sz="1200" kern="0" smtClean="0">
                <a:cs typeface="+mn-cs"/>
              </a:rPr>
              <a:pPr/>
              <a:t>Haberler</a:t>
            </a:fld>
            <a:endParaRPr lang="en-US" sz="1200" kern="0" dirty="0">
              <a:cs typeface="+mn-cs"/>
            </a:endParaRPr>
          </a:p>
        </p:txBody>
      </p:sp>
      <p:sp>
        <p:nvSpPr>
          <p:cNvPr id="106" name="Rectangle 3">
            <a:extLst>
              <a:ext uri="{FF2B5EF4-FFF2-40B4-BE49-F238E27FC236}">
                <a16:creationId xmlns:a16="http://schemas.microsoft.com/office/drawing/2014/main" id="{058CA261-814C-27FA-C490-4828DD12A5CC}"/>
              </a:ext>
            </a:extLst>
          </p:cNvPr>
          <p:cNvSpPr>
            <a:spLocks noGrp="1" noChangeArrowheads="1"/>
          </p:cNvSpPr>
          <p:nvPr>
            <p:custDataLst>
              <p:tags r:id="rId6"/>
            </p:custDataLst>
          </p:nvPr>
        </p:nvSpPr>
        <p:spPr bwMode="auto">
          <a:xfrm>
            <a:off x="3155950" y="6007101"/>
            <a:ext cx="960438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577FDE1B-8CAF-446B-9942-9A96E0CFB231}" type="datetime'E''ki''b''''i''''miz +'' Araş''''tı''''rm''acı''''''lar'''''''">
              <a:rPr lang="en-US" altLang="en-US" sz="1200" kern="0" smtClean="0">
                <a:cs typeface="+mn-cs"/>
              </a:rPr>
              <a:pPr/>
              <a:t>Ekibimiz + Araştırmacılar</a:t>
            </a:fld>
            <a:endParaRPr lang="en-US" sz="1200" kern="0" dirty="0">
              <a:cs typeface="+mn-cs"/>
            </a:endParaRPr>
          </a:p>
        </p:txBody>
      </p:sp>
      <p:sp>
        <p:nvSpPr>
          <p:cNvPr id="53" name="Rectangle 3">
            <a:extLst>
              <a:ext uri="{FF2B5EF4-FFF2-40B4-BE49-F238E27FC236}">
                <a16:creationId xmlns:a16="http://schemas.microsoft.com/office/drawing/2014/main" id="{AEBC8F4A-17DD-062D-0619-7663451BF95D}"/>
              </a:ext>
            </a:extLst>
          </p:cNvPr>
          <p:cNvSpPr>
            <a:spLocks noGrp="1" noChangeArrowheads="1"/>
          </p:cNvSpPr>
          <p:nvPr>
            <p:custDataLst>
              <p:tags r:id="rId7"/>
            </p:custDataLst>
          </p:nvPr>
        </p:nvSpPr>
        <p:spPr bwMode="auto">
          <a:xfrm>
            <a:off x="4271963" y="6007101"/>
            <a:ext cx="646113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BA4A0158-C136-4FC9-AD3D-DC3FA357BCD9}" type="datetime'''Anas''a''yf''a'' ''''(''''''Türk''''''''ç''e'')'''''''''''">
              <a:rPr lang="en-US" altLang="en-US" sz="1200" kern="0" smtClean="0">
                <a:cs typeface="+mn-cs"/>
              </a:rPr>
              <a:pPr/>
              <a:t>Anasayfa (Türkçe)</a:t>
            </a:fld>
            <a:endParaRPr lang="en-US" sz="1200" kern="0" dirty="0">
              <a:cs typeface="+mn-cs"/>
            </a:endParaRPr>
          </a:p>
        </p:txBody>
      </p:sp>
      <p:sp>
        <p:nvSpPr>
          <p:cNvPr id="54" name="Rectangle 3">
            <a:extLst>
              <a:ext uri="{FF2B5EF4-FFF2-40B4-BE49-F238E27FC236}">
                <a16:creationId xmlns:a16="http://schemas.microsoft.com/office/drawing/2014/main" id="{D62BAD20-8A71-417E-C076-3F385B1232A9}"/>
              </a:ext>
            </a:extLst>
          </p:cNvPr>
          <p:cNvSpPr>
            <a:spLocks noGrp="1" noChangeArrowheads="1"/>
          </p:cNvSpPr>
          <p:nvPr>
            <p:custDataLst>
              <p:tags r:id="rId8"/>
            </p:custDataLst>
          </p:nvPr>
        </p:nvSpPr>
        <p:spPr bwMode="auto">
          <a:xfrm>
            <a:off x="5132388" y="6007100"/>
            <a:ext cx="841375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3F53BF6B-B927-4767-8D98-B61589FD8E6A}" type="datetime'A''''''''''''''r''''''aşt''''''ı''''''''''''r''''m''al''ar'''">
              <a:rPr lang="en-US" altLang="en-US" sz="1200" kern="0" smtClean="0">
                <a:cs typeface="+mn-cs"/>
              </a:rPr>
              <a:pPr/>
              <a:t>Araştırmalar</a:t>
            </a:fld>
            <a:endParaRPr lang="en-US" sz="1200" kern="0" dirty="0">
              <a:cs typeface="+mn-cs"/>
            </a:endParaRPr>
          </a:p>
        </p:txBody>
      </p:sp>
      <p:sp>
        <p:nvSpPr>
          <p:cNvPr id="55" name="Rectangle 3">
            <a:extLst>
              <a:ext uri="{FF2B5EF4-FFF2-40B4-BE49-F238E27FC236}">
                <a16:creationId xmlns:a16="http://schemas.microsoft.com/office/drawing/2014/main" id="{B410B348-F9B6-B475-59E9-1B46E06A665E}"/>
              </a:ext>
            </a:extLst>
          </p:cNvPr>
          <p:cNvSpPr>
            <a:spLocks noGrp="1" noChangeArrowheads="1"/>
          </p:cNvSpPr>
          <p:nvPr>
            <p:custDataLst>
              <p:tags r:id="rId9"/>
            </p:custDataLst>
          </p:nvPr>
        </p:nvSpPr>
        <p:spPr bwMode="auto">
          <a:xfrm>
            <a:off x="6181725" y="6007101"/>
            <a:ext cx="661988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BA99F12E-5598-40E1-B0E7-F9DBC29F7EDC}" type="datetime'''A''''''nasay''fa'' ''(İn''''''gi''lizc''''''''''''''e'')'">
              <a:rPr lang="en-US" altLang="en-US" sz="1200" kern="0" smtClean="0">
                <a:cs typeface="+mn-cs"/>
              </a:rPr>
              <a:pPr/>
              <a:t>Anasayfa (İngilizce)</a:t>
            </a:fld>
            <a:endParaRPr lang="en-US" sz="1200" kern="0" dirty="0">
              <a:cs typeface="+mn-cs"/>
            </a:endParaRPr>
          </a:p>
        </p:txBody>
      </p:sp>
      <p:sp>
        <p:nvSpPr>
          <p:cNvPr id="56" name="Rectangle 3">
            <a:extLst>
              <a:ext uri="{FF2B5EF4-FFF2-40B4-BE49-F238E27FC236}">
                <a16:creationId xmlns:a16="http://schemas.microsoft.com/office/drawing/2014/main" id="{655FA59E-ED89-6B84-6B5B-B598DF2C6626}"/>
              </a:ext>
            </a:extLst>
          </p:cNvPr>
          <p:cNvSpPr>
            <a:spLocks noGrp="1" noChangeArrowheads="1"/>
          </p:cNvSpPr>
          <p:nvPr>
            <p:custDataLst>
              <p:tags r:id="rId10"/>
            </p:custDataLst>
          </p:nvPr>
        </p:nvSpPr>
        <p:spPr bwMode="auto">
          <a:xfrm>
            <a:off x="7165975" y="6007100"/>
            <a:ext cx="611188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FD406DE3-1DFD-48EB-AE74-E5F9107FDABE}" type="datetime'B''''''ü''''''l''''''te''''nl''''er'''''''''''">
              <a:rPr lang="en-US" altLang="en-US" sz="1200" kern="0" smtClean="0">
                <a:cs typeface="+mn-cs"/>
              </a:rPr>
              <a:pPr/>
              <a:t>Bültenler</a:t>
            </a:fld>
            <a:endParaRPr lang="en-US" sz="1200" kern="0" dirty="0">
              <a:cs typeface="+mn-cs"/>
            </a:endParaRPr>
          </a:p>
        </p:txBody>
      </p:sp>
      <p:sp>
        <p:nvSpPr>
          <p:cNvPr id="107" name="Rectangle 3">
            <a:extLst>
              <a:ext uri="{FF2B5EF4-FFF2-40B4-BE49-F238E27FC236}">
                <a16:creationId xmlns:a16="http://schemas.microsoft.com/office/drawing/2014/main" id="{A44278F4-2112-CA8C-484A-D16B9C892E0B}"/>
              </a:ext>
            </a:extLst>
          </p:cNvPr>
          <p:cNvSpPr>
            <a:spLocks noGrp="1" noChangeArrowheads="1"/>
          </p:cNvSpPr>
          <p:nvPr>
            <p:custDataLst>
              <p:tags r:id="rId11"/>
            </p:custDataLst>
          </p:nvPr>
        </p:nvSpPr>
        <p:spPr bwMode="auto">
          <a:xfrm>
            <a:off x="8102600" y="6007100"/>
            <a:ext cx="654050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350043DF-8956-4282-AE6F-F142EB9B6BDE}" type="datetime'''K''''''''''''''''''''u''''''''''''''r''u''''''''ms''a''l'''">
              <a:rPr lang="en-US" altLang="en-US" sz="1200" kern="0" smtClean="0">
                <a:cs typeface="+mn-cs"/>
              </a:rPr>
              <a:pPr/>
              <a:t>Kurumsal</a:t>
            </a:fld>
            <a:endParaRPr lang="en-US" sz="1200" kern="0" dirty="0">
              <a:cs typeface="+mn-cs"/>
            </a:endParaRPr>
          </a:p>
        </p:txBody>
      </p:sp>
      <p:sp>
        <p:nvSpPr>
          <p:cNvPr id="57" name="Rectangle 3">
            <a:extLst>
              <a:ext uri="{FF2B5EF4-FFF2-40B4-BE49-F238E27FC236}">
                <a16:creationId xmlns:a16="http://schemas.microsoft.com/office/drawing/2014/main" id="{A208C70D-A04C-0FEA-A27E-B37CCDC7887B}"/>
              </a:ext>
            </a:extLst>
          </p:cNvPr>
          <p:cNvSpPr>
            <a:spLocks noGrp="1" noChangeArrowheads="1"/>
          </p:cNvSpPr>
          <p:nvPr>
            <p:custDataLst>
              <p:tags r:id="rId12"/>
            </p:custDataLst>
          </p:nvPr>
        </p:nvSpPr>
        <p:spPr bwMode="auto">
          <a:xfrm>
            <a:off x="9188450" y="6007100"/>
            <a:ext cx="400050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19077243-F9A0-4478-9846-888C361B125F}" type="datetime'V''i''de''''''''''''''''''''''''''''''o'''''''''''">
              <a:rPr lang="en-US" altLang="en-US" sz="1200" kern="0" smtClean="0">
                <a:cs typeface="+mn-cs"/>
              </a:rPr>
              <a:pPr/>
              <a:t>Video</a:t>
            </a:fld>
            <a:endParaRPr lang="en-US" sz="1200" kern="0" dirty="0">
              <a:cs typeface="+mn-cs"/>
            </a:endParaRPr>
          </a:p>
        </p:txBody>
      </p:sp>
      <p:sp>
        <p:nvSpPr>
          <p:cNvPr id="58" name="Rectangle 3">
            <a:extLst>
              <a:ext uri="{FF2B5EF4-FFF2-40B4-BE49-F238E27FC236}">
                <a16:creationId xmlns:a16="http://schemas.microsoft.com/office/drawing/2014/main" id="{CFDCBBE8-D8F6-5DA5-347C-05EFAFA14252}"/>
              </a:ext>
            </a:extLst>
          </p:cNvPr>
          <p:cNvSpPr>
            <a:spLocks noGrp="1" noChangeArrowheads="1"/>
          </p:cNvSpPr>
          <p:nvPr>
            <p:custDataLst>
              <p:tags r:id="rId13"/>
            </p:custDataLst>
          </p:nvPr>
        </p:nvSpPr>
        <p:spPr bwMode="auto">
          <a:xfrm>
            <a:off x="10066339" y="6007100"/>
            <a:ext cx="561975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907090FB-C281-44DC-AC10-63F6280FA1A3}" type="datetime'P''''o''''''''''''''''''''''dc''''as''''t'''">
              <a:rPr lang="en-US" altLang="en-US" sz="1200" kern="0" smtClean="0">
                <a:cs typeface="+mn-cs"/>
              </a:rPr>
              <a:pPr/>
              <a:t>Podcast</a:t>
            </a:fld>
            <a:endParaRPr lang="en-US" sz="1200" kern="0" dirty="0">
              <a:cs typeface="+mn-cs"/>
            </a:endParaRPr>
          </a:p>
        </p:txBody>
      </p:sp>
      <p:sp>
        <p:nvSpPr>
          <p:cNvPr id="108" name="Rectangle 3">
            <a:extLst>
              <a:ext uri="{FF2B5EF4-FFF2-40B4-BE49-F238E27FC236}">
                <a16:creationId xmlns:a16="http://schemas.microsoft.com/office/drawing/2014/main" id="{C8418D22-BED1-3FCC-6E42-282B94C2E294}"/>
              </a:ext>
            </a:extLst>
          </p:cNvPr>
          <p:cNvSpPr>
            <a:spLocks noGrp="1" noChangeArrowheads="1"/>
          </p:cNvSpPr>
          <p:nvPr>
            <p:custDataLst>
              <p:tags r:id="rId14"/>
            </p:custDataLst>
          </p:nvPr>
        </p:nvSpPr>
        <p:spPr bwMode="auto">
          <a:xfrm>
            <a:off x="11118850" y="6007100"/>
            <a:ext cx="374650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262CD0EB-0952-4E5B-8BFD-637CC9CAA348}" type="datetime'D''''''''''''i''''''''''''''''''''''''ğ''''e''''r'''''">
              <a:rPr lang="en-US" altLang="en-US" sz="1200" kern="0" smtClean="0">
                <a:cs typeface="+mn-cs"/>
              </a:rPr>
              <a:pPr/>
              <a:t>Diğer</a:t>
            </a:fld>
            <a:endParaRPr lang="en-US" sz="1200" kern="0" dirty="0">
              <a:cs typeface="+mn-cs"/>
            </a:endParaRPr>
          </a:p>
        </p:txBody>
      </p:sp>
      <p:sp>
        <p:nvSpPr>
          <p:cNvPr id="109" name="Rectangle 3">
            <a:extLst>
              <a:ext uri="{FF2B5EF4-FFF2-40B4-BE49-F238E27FC236}">
                <a16:creationId xmlns:a16="http://schemas.microsoft.com/office/drawing/2014/main" id="{16EB98E2-024D-DD0F-9745-5A040EA61875}"/>
              </a:ext>
            </a:extLst>
          </p:cNvPr>
          <p:cNvSpPr>
            <a:spLocks noGrp="1" noChangeArrowheads="1"/>
          </p:cNvSpPr>
          <p:nvPr>
            <p:custDataLst>
              <p:tags r:id="rId15"/>
            </p:custDataLst>
          </p:nvPr>
        </p:nvSpPr>
        <p:spPr bwMode="gray">
          <a:xfrm>
            <a:off x="1520825" y="4486275"/>
            <a:ext cx="395288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5400" tIns="0" rIns="25400" bIns="0" numCol="1" anchor="b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829FACD0-1E91-4E73-8818-6EB333D8DDB4}" type="datetime'''''27'''''''''''',''''''''''''''''''''''1'''''''''''''">
              <a:rPr lang="en-US" altLang="en-US" sz="1400" kern="0" smtClean="0">
                <a:cs typeface="+mn-cs"/>
              </a:rPr>
              <a:pPr/>
              <a:t>27,1</a:t>
            </a:fld>
            <a:endParaRPr lang="en-US" sz="1400" kern="0" dirty="0">
              <a:cs typeface="+mn-cs"/>
            </a:endParaRPr>
          </a:p>
        </p:txBody>
      </p:sp>
      <p:sp>
        <p:nvSpPr>
          <p:cNvPr id="110" name="Rectangle 3">
            <a:extLst>
              <a:ext uri="{FF2B5EF4-FFF2-40B4-BE49-F238E27FC236}">
                <a16:creationId xmlns:a16="http://schemas.microsoft.com/office/drawing/2014/main" id="{67617898-C18F-4AF2-1472-C239892C06F6}"/>
              </a:ext>
            </a:extLst>
          </p:cNvPr>
          <p:cNvSpPr>
            <a:spLocks noGrp="1" noChangeArrowheads="1"/>
          </p:cNvSpPr>
          <p:nvPr>
            <p:custDataLst>
              <p:tags r:id="rId16"/>
            </p:custDataLst>
          </p:nvPr>
        </p:nvSpPr>
        <p:spPr bwMode="gray">
          <a:xfrm>
            <a:off x="2479675" y="4786313"/>
            <a:ext cx="395288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5400" tIns="0" rIns="25400" bIns="0" numCol="1" anchor="b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FBD4F084-C31D-453F-B551-E06B55195714}" type="datetime'''''20'''',''''''''''''''''5'''''''">
              <a:rPr lang="en-US" altLang="en-US" sz="1400" kern="0" smtClean="0">
                <a:cs typeface="+mn-cs"/>
              </a:rPr>
              <a:pPr/>
              <a:t>20,5</a:t>
            </a:fld>
            <a:endParaRPr lang="en-US" sz="1400" kern="0" dirty="0">
              <a:cs typeface="+mn-cs"/>
            </a:endParaRPr>
          </a:p>
        </p:txBody>
      </p:sp>
      <p:sp>
        <p:nvSpPr>
          <p:cNvPr id="111" name="Rectangle 3">
            <a:extLst>
              <a:ext uri="{FF2B5EF4-FFF2-40B4-BE49-F238E27FC236}">
                <a16:creationId xmlns:a16="http://schemas.microsoft.com/office/drawing/2014/main" id="{CD682A5A-A3F2-922F-1B36-4C9721ABF018}"/>
              </a:ext>
            </a:extLst>
          </p:cNvPr>
          <p:cNvSpPr>
            <a:spLocks noGrp="1" noChangeArrowheads="1"/>
          </p:cNvSpPr>
          <p:nvPr>
            <p:custDataLst>
              <p:tags r:id="rId17"/>
            </p:custDataLst>
          </p:nvPr>
        </p:nvSpPr>
        <p:spPr bwMode="gray">
          <a:xfrm>
            <a:off x="3438525" y="4930775"/>
            <a:ext cx="395288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5400" tIns="0" rIns="25400" bIns="0" numCol="1" anchor="b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FC6E2694-8E7E-4FDE-A17A-65D2DDB68DDD}" type="datetime'''''1''7'''''''''''''''''''''''''''''''''''''',''''''''3'''''">
              <a:rPr lang="en-US" altLang="en-US" sz="1400" kern="0" smtClean="0">
                <a:cs typeface="+mn-cs"/>
              </a:rPr>
              <a:pPr/>
              <a:t>17,3</a:t>
            </a:fld>
            <a:endParaRPr lang="en-US" sz="1400" kern="0" dirty="0">
              <a:cs typeface="+mn-cs"/>
            </a:endParaRPr>
          </a:p>
        </p:txBody>
      </p:sp>
      <p:sp>
        <p:nvSpPr>
          <p:cNvPr id="83" name="Rectangle 3">
            <a:extLst>
              <a:ext uri="{FF2B5EF4-FFF2-40B4-BE49-F238E27FC236}">
                <a16:creationId xmlns:a16="http://schemas.microsoft.com/office/drawing/2014/main" id="{51F6DC9D-947A-69D8-BCA6-457479324B99}"/>
              </a:ext>
            </a:extLst>
          </p:cNvPr>
          <p:cNvSpPr>
            <a:spLocks noGrp="1" noChangeArrowheads="1"/>
          </p:cNvSpPr>
          <p:nvPr>
            <p:custDataLst>
              <p:tags r:id="rId18"/>
            </p:custDataLst>
          </p:nvPr>
        </p:nvSpPr>
        <p:spPr bwMode="gray">
          <a:xfrm>
            <a:off x="4397375" y="5175250"/>
            <a:ext cx="395288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5400" tIns="0" rIns="25400" bIns="0" numCol="1" anchor="b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55C24659-D321-4C50-8129-E5CF84C3C01F}" type="datetime'''''''''1''2'''''''''',''''''''''''''''''''''''''''''0'''''''">
              <a:rPr lang="en-US" altLang="en-US" sz="1400" kern="0" smtClean="0">
                <a:cs typeface="+mn-cs"/>
              </a:rPr>
              <a:pPr/>
              <a:t>12,0</a:t>
            </a:fld>
            <a:endParaRPr lang="en-US" sz="1400" kern="0" dirty="0">
              <a:cs typeface="+mn-cs"/>
            </a:endParaRPr>
          </a:p>
        </p:txBody>
      </p:sp>
      <p:sp>
        <p:nvSpPr>
          <p:cNvPr id="84" name="Rectangle 3">
            <a:extLst>
              <a:ext uri="{FF2B5EF4-FFF2-40B4-BE49-F238E27FC236}">
                <a16:creationId xmlns:a16="http://schemas.microsoft.com/office/drawing/2014/main" id="{CFDFD411-0965-42FC-271D-8BB7879E4291}"/>
              </a:ext>
            </a:extLst>
          </p:cNvPr>
          <p:cNvSpPr>
            <a:spLocks noGrp="1" noChangeArrowheads="1"/>
          </p:cNvSpPr>
          <p:nvPr>
            <p:custDataLst>
              <p:tags r:id="rId19"/>
            </p:custDataLst>
          </p:nvPr>
        </p:nvSpPr>
        <p:spPr bwMode="gray">
          <a:xfrm>
            <a:off x="5405438" y="5546725"/>
            <a:ext cx="296863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5400" tIns="0" rIns="25400" bIns="0" numCol="1" anchor="b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E34F5BCB-2568-4A04-AAC5-46A41C39703A}" type="datetime'3'''''''',''''''''''''''''''''''''''''''''''8'''''''">
              <a:rPr lang="en-US" altLang="en-US" sz="1400" kern="0" smtClean="0">
                <a:cs typeface="+mn-cs"/>
              </a:rPr>
              <a:pPr/>
              <a:t>3,8</a:t>
            </a:fld>
            <a:endParaRPr lang="en-US" sz="1400" kern="0" dirty="0">
              <a:cs typeface="+mn-cs"/>
            </a:endParaRPr>
          </a:p>
        </p:txBody>
      </p:sp>
      <p:sp>
        <p:nvSpPr>
          <p:cNvPr id="85" name="Rectangle 3">
            <a:extLst>
              <a:ext uri="{FF2B5EF4-FFF2-40B4-BE49-F238E27FC236}">
                <a16:creationId xmlns:a16="http://schemas.microsoft.com/office/drawing/2014/main" id="{ED8F7F16-B771-13AD-804C-B7B1C04EA3B1}"/>
              </a:ext>
            </a:extLst>
          </p:cNvPr>
          <p:cNvSpPr>
            <a:spLocks noGrp="1" noChangeArrowheads="1"/>
          </p:cNvSpPr>
          <p:nvPr>
            <p:custDataLst>
              <p:tags r:id="rId20"/>
            </p:custDataLst>
          </p:nvPr>
        </p:nvSpPr>
        <p:spPr bwMode="gray">
          <a:xfrm>
            <a:off x="6364288" y="5572125"/>
            <a:ext cx="296863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5400" tIns="0" rIns="25400" bIns="0" numCol="1" anchor="b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A0F24686-D66A-4F51-AC22-9F3B6A5BD8F0}" type="datetime'''''''3'''''',''''''''''''''2'''''''''''''''''''''''''">
              <a:rPr lang="en-US" altLang="en-US" sz="1400" kern="0" smtClean="0">
                <a:cs typeface="+mn-cs"/>
              </a:rPr>
              <a:pPr/>
              <a:t>3,2</a:t>
            </a:fld>
            <a:endParaRPr lang="en-US" sz="1400" kern="0" dirty="0">
              <a:cs typeface="+mn-cs"/>
            </a:endParaRPr>
          </a:p>
        </p:txBody>
      </p:sp>
      <p:sp>
        <p:nvSpPr>
          <p:cNvPr id="86" name="Rectangle 3">
            <a:extLst>
              <a:ext uri="{FF2B5EF4-FFF2-40B4-BE49-F238E27FC236}">
                <a16:creationId xmlns:a16="http://schemas.microsoft.com/office/drawing/2014/main" id="{A96DF3C0-F2DE-0B43-1D59-67B40C5D93D1}"/>
              </a:ext>
            </a:extLst>
          </p:cNvPr>
          <p:cNvSpPr>
            <a:spLocks noGrp="1" noChangeArrowheads="1"/>
          </p:cNvSpPr>
          <p:nvPr>
            <p:custDataLst>
              <p:tags r:id="rId21"/>
            </p:custDataLst>
          </p:nvPr>
        </p:nvSpPr>
        <p:spPr bwMode="gray">
          <a:xfrm>
            <a:off x="7323138" y="5559425"/>
            <a:ext cx="296863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5400" tIns="0" rIns="25400" bIns="0" numCol="1" anchor="b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A93E337A-B352-496F-B97B-A0FA8960564F}" type="datetime'''''''3'''''''''''''''''''''''''''''',''''''''''''''''5'''''">
              <a:rPr lang="en-US" altLang="en-US" sz="1400" kern="0" smtClean="0">
                <a:cs typeface="+mn-cs"/>
              </a:rPr>
              <a:pPr/>
              <a:t>3,5</a:t>
            </a:fld>
            <a:endParaRPr lang="en-US" sz="1400" kern="0" dirty="0">
              <a:cs typeface="+mn-cs"/>
            </a:endParaRPr>
          </a:p>
        </p:txBody>
      </p:sp>
      <p:sp>
        <p:nvSpPr>
          <p:cNvPr id="112" name="Rectangle 3">
            <a:extLst>
              <a:ext uri="{FF2B5EF4-FFF2-40B4-BE49-F238E27FC236}">
                <a16:creationId xmlns:a16="http://schemas.microsoft.com/office/drawing/2014/main" id="{C63BF635-B358-2852-6B5E-AE70AC006C98}"/>
              </a:ext>
            </a:extLst>
          </p:cNvPr>
          <p:cNvSpPr>
            <a:spLocks noGrp="1" noChangeArrowheads="1"/>
          </p:cNvSpPr>
          <p:nvPr>
            <p:custDataLst>
              <p:tags r:id="rId22"/>
            </p:custDataLst>
          </p:nvPr>
        </p:nvSpPr>
        <p:spPr bwMode="gray">
          <a:xfrm>
            <a:off x="8281988" y="5572125"/>
            <a:ext cx="296863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5400" tIns="0" rIns="25400" bIns="0" numCol="1" anchor="b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C9382174-A8FB-4E9A-A0A0-177186CC0544}" type="datetime'''''''3'''''''''''''''''''''',''''''''''''2'''''">
              <a:rPr lang="en-US" altLang="en-US" sz="1400" kern="0" smtClean="0">
                <a:cs typeface="+mn-cs"/>
              </a:rPr>
              <a:pPr/>
              <a:t>3,2</a:t>
            </a:fld>
            <a:endParaRPr lang="en-US" sz="1400" kern="0" dirty="0">
              <a:cs typeface="+mn-cs"/>
            </a:endParaRPr>
          </a:p>
        </p:txBody>
      </p:sp>
      <p:sp>
        <p:nvSpPr>
          <p:cNvPr id="66" name="Rectangle 3">
            <a:extLst>
              <a:ext uri="{FF2B5EF4-FFF2-40B4-BE49-F238E27FC236}">
                <a16:creationId xmlns:a16="http://schemas.microsoft.com/office/drawing/2014/main" id="{CF64A9DA-57CD-0D4A-5F1B-6BF046889233}"/>
              </a:ext>
            </a:extLst>
          </p:cNvPr>
          <p:cNvSpPr>
            <a:spLocks noGrp="1" noChangeArrowheads="1"/>
          </p:cNvSpPr>
          <p:nvPr>
            <p:custDataLst>
              <p:tags r:id="rId23"/>
            </p:custDataLst>
          </p:nvPr>
        </p:nvSpPr>
        <p:spPr bwMode="gray">
          <a:xfrm>
            <a:off x="9240838" y="5708650"/>
            <a:ext cx="296863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5400" tIns="0" rIns="25400" bIns="0" numCol="1" anchor="b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EA0A7976-159E-4106-9D92-83267CBE50BF}" type="datetime'''''''''''''''''0'',''''''''''''''''''''''''''''''''''''''''2'">
              <a:rPr lang="en-US" altLang="en-US" sz="1400" kern="0" smtClean="0">
                <a:cs typeface="+mn-cs"/>
              </a:rPr>
              <a:pPr/>
              <a:t>0,2</a:t>
            </a:fld>
            <a:endParaRPr lang="en-US" sz="1400" kern="0" dirty="0">
              <a:cs typeface="+mn-cs"/>
            </a:endParaRPr>
          </a:p>
        </p:txBody>
      </p:sp>
      <p:sp>
        <p:nvSpPr>
          <p:cNvPr id="62" name="Rectangle 3">
            <a:extLst>
              <a:ext uri="{FF2B5EF4-FFF2-40B4-BE49-F238E27FC236}">
                <a16:creationId xmlns:a16="http://schemas.microsoft.com/office/drawing/2014/main" id="{B088B461-EC15-9D58-90E7-E157A0FC274E}"/>
              </a:ext>
            </a:extLst>
          </p:cNvPr>
          <p:cNvSpPr>
            <a:spLocks noGrp="1" noChangeArrowheads="1"/>
          </p:cNvSpPr>
          <p:nvPr>
            <p:custDataLst>
              <p:tags r:id="rId24"/>
            </p:custDataLst>
          </p:nvPr>
        </p:nvSpPr>
        <p:spPr bwMode="gray">
          <a:xfrm>
            <a:off x="10199688" y="5715000"/>
            <a:ext cx="296863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5400" tIns="0" rIns="25400" bIns="0" numCol="1" anchor="b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41D5DDC6-DD31-4763-95B1-88AC1AEAF178}" type="datetime'''''''''0'',''''''''''''''''''1'''''''''''''''''''">
              <a:rPr lang="en-US" altLang="en-US" sz="1400" kern="0" smtClean="0">
                <a:cs typeface="+mn-cs"/>
              </a:rPr>
              <a:pPr/>
              <a:t>0,1</a:t>
            </a:fld>
            <a:endParaRPr lang="en-US" sz="1400" kern="0" dirty="0">
              <a:cs typeface="+mn-cs"/>
            </a:endParaRPr>
          </a:p>
        </p:txBody>
      </p:sp>
      <p:sp>
        <p:nvSpPr>
          <p:cNvPr id="113" name="Rectangle 3">
            <a:extLst>
              <a:ext uri="{FF2B5EF4-FFF2-40B4-BE49-F238E27FC236}">
                <a16:creationId xmlns:a16="http://schemas.microsoft.com/office/drawing/2014/main" id="{C6E51510-7D84-A6D0-3291-1A34943651AA}"/>
              </a:ext>
            </a:extLst>
          </p:cNvPr>
          <p:cNvSpPr>
            <a:spLocks noGrp="1" noChangeArrowheads="1"/>
          </p:cNvSpPr>
          <p:nvPr>
            <p:custDataLst>
              <p:tags r:id="rId25"/>
            </p:custDataLst>
          </p:nvPr>
        </p:nvSpPr>
        <p:spPr bwMode="gray">
          <a:xfrm>
            <a:off x="11158538" y="5305425"/>
            <a:ext cx="296863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5400" tIns="0" rIns="25400" bIns="0" numCol="1" anchor="b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9E76DC4D-BB12-42E2-8A0E-2378AFD53219}" type="datetime'''''''''''''9'''''''''''''''',''''''''''1'''">
              <a:rPr lang="en-US" altLang="en-US" sz="1400" kern="0" smtClean="0">
                <a:cs typeface="+mn-cs"/>
              </a:rPr>
              <a:pPr/>
              <a:t>9,1</a:t>
            </a:fld>
            <a:endParaRPr lang="en-US" sz="1400" kern="0" dirty="0">
              <a:cs typeface="+mn-cs"/>
            </a:endParaRPr>
          </a:p>
        </p:txBody>
      </p:sp>
      <p:sp>
        <p:nvSpPr>
          <p:cNvPr id="92" name="Metin kutusu 91">
            <a:extLst>
              <a:ext uri="{FF2B5EF4-FFF2-40B4-BE49-F238E27FC236}">
                <a16:creationId xmlns:a16="http://schemas.microsoft.com/office/drawing/2014/main" id="{11DE9C01-8D0A-90F4-C372-BABAD9D2169F}"/>
              </a:ext>
            </a:extLst>
          </p:cNvPr>
          <p:cNvSpPr txBox="1"/>
          <p:nvPr/>
        </p:nvSpPr>
        <p:spPr>
          <a:xfrm>
            <a:off x="239713" y="3305453"/>
            <a:ext cx="9159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b="1" dirty="0"/>
              <a:t>Sayı</a:t>
            </a:r>
            <a:endParaRPr lang="en-US" b="1" dirty="0"/>
          </a:p>
        </p:txBody>
      </p:sp>
      <p:sp>
        <p:nvSpPr>
          <p:cNvPr id="93" name="Metin kutusu 92">
            <a:extLst>
              <a:ext uri="{FF2B5EF4-FFF2-40B4-BE49-F238E27FC236}">
                <a16:creationId xmlns:a16="http://schemas.microsoft.com/office/drawing/2014/main" id="{9CA14610-9363-B7AB-5CB1-EC9634610298}"/>
              </a:ext>
            </a:extLst>
          </p:cNvPr>
          <p:cNvSpPr txBox="1"/>
          <p:nvPr/>
        </p:nvSpPr>
        <p:spPr>
          <a:xfrm>
            <a:off x="239713" y="5136495"/>
            <a:ext cx="9159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b="1" dirty="0"/>
              <a:t>Yüzde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5699043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" name="think-cell data - do not delete" hidden="1">
            <a:extLst>
              <a:ext uri="{FF2B5EF4-FFF2-40B4-BE49-F238E27FC236}">
                <a16:creationId xmlns:a16="http://schemas.microsoft.com/office/drawing/2014/main" id="{E7358DF9-0A34-D99B-9376-A213AE1D441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8149341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8" imgW="454" imgH="454" progId="TCLayout.ActiveDocument.1">
                  <p:embed/>
                </p:oleObj>
              </mc:Choice>
              <mc:Fallback>
                <p:oleObj name="think-cell Slide" r:id="rId18" imgW="454" imgH="454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Başlık 1">
            <a:extLst>
              <a:ext uri="{FF2B5EF4-FFF2-40B4-BE49-F238E27FC236}">
                <a16:creationId xmlns:a16="http://schemas.microsoft.com/office/drawing/2014/main" id="{C78AFA98-3BB8-A904-3269-F50A0B30A0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141" name="Chart 3">
            <a:extLst>
              <a:ext uri="{FF2B5EF4-FFF2-40B4-BE49-F238E27FC236}">
                <a16:creationId xmlns:a16="http://schemas.microsoft.com/office/drawing/2014/main" id="{AF7A603D-E9F9-BE5A-01FF-EEEFB0938D08}"/>
              </a:ext>
            </a:extLst>
          </p:cNvPr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853691237"/>
              </p:ext>
            </p:extLst>
          </p:nvPr>
        </p:nvGraphicFramePr>
        <p:xfrm>
          <a:off x="323850" y="2824163"/>
          <a:ext cx="3935413" cy="34702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0"/>
          </a:graphicData>
        </a:graphic>
      </p:graphicFrame>
      <p:cxnSp>
        <p:nvCxnSpPr>
          <p:cNvPr id="132" name="Düz Bağlayıcı 131">
            <a:extLst>
              <a:ext uri="{FF2B5EF4-FFF2-40B4-BE49-F238E27FC236}">
                <a16:creationId xmlns:a16="http://schemas.microsoft.com/office/drawing/2014/main" id="{DEF736B9-67EF-76A3-6B03-EE5B26496BCF}"/>
              </a:ext>
            </a:extLst>
          </p:cNvPr>
          <p:cNvCxnSpPr/>
          <p:nvPr>
            <p:custDataLst>
              <p:tags r:id="rId3"/>
            </p:custDataLst>
          </p:nvPr>
        </p:nvCxnSpPr>
        <p:spPr bwMode="auto">
          <a:xfrm>
            <a:off x="406400" y="4502150"/>
            <a:ext cx="3770313" cy="0"/>
          </a:xfrm>
          <a:prstGeom prst="line">
            <a:avLst/>
          </a:prstGeom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1" name="Rectangle 3">
            <a:extLst>
              <a:ext uri="{FF2B5EF4-FFF2-40B4-BE49-F238E27FC236}">
                <a16:creationId xmlns:a16="http://schemas.microsoft.com/office/drawing/2014/main" id="{1C1DAE00-5F99-7200-8AAA-E0D53C20A888}"/>
              </a:ext>
            </a:extLst>
          </p:cNvPr>
          <p:cNvSpPr>
            <a:spLocks noGrp="1" noChangeArrowheads="1"/>
          </p:cNvSpPr>
          <p:nvPr>
            <p:custDataLst>
              <p:tags r:id="rId4"/>
            </p:custDataLst>
          </p:nvPr>
        </p:nvSpPr>
        <p:spPr bwMode="auto">
          <a:xfrm>
            <a:off x="958849" y="6046788"/>
            <a:ext cx="781050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AEFD54ED-C659-48E5-B6F2-57A0CCAE779F}" type="datetime'''''''''''T''''''''ı''''''k''''la''''''n''''m''''''''''a'''">
              <a:rPr lang="en-US" altLang="en-US" sz="1400" b="1" kern="0" smtClean="0">
                <a:effectLst/>
                <a:cs typeface="+mn-cs"/>
              </a:rPr>
              <a:pPr marL="0" lvl="0" indent="0" algn="ctr">
                <a:spcBef>
                  <a:spcPct val="0"/>
                </a:spcBef>
                <a:buNone/>
              </a:pPr>
              <a:t>Tıklanma</a:t>
            </a:fld>
            <a:endParaRPr lang="en-US" sz="1400" b="1" kern="0" dirty="0">
              <a:cs typeface="+mn-cs"/>
            </a:endParaRPr>
          </a:p>
        </p:txBody>
      </p:sp>
      <p:sp>
        <p:nvSpPr>
          <p:cNvPr id="123" name="Rectangle 3">
            <a:extLst>
              <a:ext uri="{FF2B5EF4-FFF2-40B4-BE49-F238E27FC236}">
                <a16:creationId xmlns:a16="http://schemas.microsoft.com/office/drawing/2014/main" id="{FBCF97F8-426A-16FB-A86B-5410C3D5858F}"/>
              </a:ext>
            </a:extLst>
          </p:cNvPr>
          <p:cNvSpPr>
            <a:spLocks noGrp="1" noChangeArrowheads="1"/>
          </p:cNvSpPr>
          <p:nvPr>
            <p:custDataLst>
              <p:tags r:id="rId5"/>
            </p:custDataLst>
          </p:nvPr>
        </p:nvSpPr>
        <p:spPr bwMode="auto">
          <a:xfrm>
            <a:off x="2724150" y="6046788"/>
            <a:ext cx="1020763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A7F2DF65-944E-478F-8917-266201E4C802}" type="datetime'''''''''''''''V''''''''e''''r''''''''''i'' Kaz''ım''''''a'">
              <a:rPr lang="en-US" altLang="en-US" sz="1400" b="1" kern="0" smtClean="0">
                <a:effectLst/>
                <a:cs typeface="+mn-cs"/>
              </a:rPr>
              <a:pPr marL="0" lvl="0" indent="0" algn="ctr">
                <a:spcBef>
                  <a:spcPct val="0"/>
                </a:spcBef>
                <a:buNone/>
              </a:pPr>
              <a:t>Veri Kazıma</a:t>
            </a:fld>
            <a:endParaRPr lang="en-US" sz="1400" b="1" kern="0" dirty="0">
              <a:cs typeface="+mn-cs"/>
            </a:endParaRPr>
          </a:p>
        </p:txBody>
      </p:sp>
      <p:graphicFrame>
        <p:nvGraphicFramePr>
          <p:cNvPr id="158" name="Chart 3">
            <a:extLst>
              <a:ext uri="{FF2B5EF4-FFF2-40B4-BE49-F238E27FC236}">
                <a16:creationId xmlns:a16="http://schemas.microsoft.com/office/drawing/2014/main" id="{BFFFE4CB-99AC-9E6E-01F7-79B985564E90}"/>
              </a:ext>
            </a:extLst>
          </p:cNvPr>
          <p:cNvGraphicFramePr/>
          <p:nvPr>
            <p:custDataLst>
              <p:tags r:id="rId6"/>
            </p:custDataLst>
            <p:extLst>
              <p:ext uri="{D42A27DB-BD31-4B8C-83A1-F6EECF244321}">
                <p14:modId xmlns:p14="http://schemas.microsoft.com/office/powerpoint/2010/main" val="1252259457"/>
              </p:ext>
            </p:extLst>
          </p:nvPr>
        </p:nvGraphicFramePr>
        <p:xfrm>
          <a:off x="5083175" y="2698750"/>
          <a:ext cx="6784975" cy="33480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1"/>
          </a:graphicData>
        </a:graphic>
      </p:graphicFrame>
      <p:sp>
        <p:nvSpPr>
          <p:cNvPr id="148" name="Rectangle 3">
            <a:extLst>
              <a:ext uri="{FF2B5EF4-FFF2-40B4-BE49-F238E27FC236}">
                <a16:creationId xmlns:a16="http://schemas.microsoft.com/office/drawing/2014/main" id="{614DAD04-2D81-71F8-C793-9B9488C56E3A}"/>
              </a:ext>
            </a:extLst>
          </p:cNvPr>
          <p:cNvSpPr>
            <a:spLocks noGrp="1" noChangeArrowheads="1"/>
          </p:cNvSpPr>
          <p:nvPr>
            <p:custDataLst>
              <p:tags r:id="rId7"/>
            </p:custDataLst>
          </p:nvPr>
        </p:nvSpPr>
        <p:spPr bwMode="gray">
          <a:xfrm>
            <a:off x="5602288" y="4352925"/>
            <a:ext cx="452438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8575" tIns="0" rIns="28575" bIns="0" numCol="1" anchor="ctr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EE617DD4-0F6B-41B8-B062-080D0973827A}" type="datetime'''8''''''''''''''''''''''''''''''''9,''''''''''''0'''''''">
              <a:rPr lang="en-US" altLang="en-US" sz="1600" kern="0" smtClean="0">
                <a:solidFill>
                  <a:schemeClr val="bg1"/>
                </a:solidFill>
                <a:cs typeface="+mn-cs"/>
              </a:rPr>
              <a:pPr/>
              <a:t>89,0</a:t>
            </a:fld>
            <a:endParaRPr lang="en-US" sz="1600" kern="0" dirty="0">
              <a:solidFill>
                <a:schemeClr val="bg1"/>
              </a:solidFill>
              <a:cs typeface="+mn-cs"/>
            </a:endParaRPr>
          </a:p>
        </p:txBody>
      </p:sp>
      <p:sp>
        <p:nvSpPr>
          <p:cNvPr id="143" name="Rectangle 3">
            <a:extLst>
              <a:ext uri="{FF2B5EF4-FFF2-40B4-BE49-F238E27FC236}">
                <a16:creationId xmlns:a16="http://schemas.microsoft.com/office/drawing/2014/main" id="{701AB8D6-ECF0-465D-A182-D3E44FA2ACC0}"/>
              </a:ext>
            </a:extLst>
          </p:cNvPr>
          <p:cNvSpPr>
            <a:spLocks noGrp="1" noChangeArrowheads="1"/>
          </p:cNvSpPr>
          <p:nvPr>
            <p:custDataLst>
              <p:tags r:id="rId8"/>
            </p:custDataLst>
          </p:nvPr>
        </p:nvSpPr>
        <p:spPr bwMode="auto">
          <a:xfrm>
            <a:off x="5619750" y="6024563"/>
            <a:ext cx="417513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5C0ABEEB-C253-4B2C-92DC-1FC0A5929B2E}" type="datetime'''''''''''''''''Blo''''''''''''g'''''''''''''''''''''''">
              <a:rPr lang="en-US" altLang="en-US" sz="1600" kern="0" smtClean="0">
                <a:cs typeface="+mn-cs"/>
              </a:rPr>
              <a:pPr/>
              <a:t>Blog</a:t>
            </a:fld>
            <a:endParaRPr lang="en-US" sz="1600" kern="0" dirty="0">
              <a:cs typeface="+mn-cs"/>
            </a:endParaRPr>
          </a:p>
        </p:txBody>
      </p:sp>
      <p:sp>
        <p:nvSpPr>
          <p:cNvPr id="149" name="Rectangle 3">
            <a:extLst>
              <a:ext uri="{FF2B5EF4-FFF2-40B4-BE49-F238E27FC236}">
                <a16:creationId xmlns:a16="http://schemas.microsoft.com/office/drawing/2014/main" id="{F9652164-DA6B-1E63-1CEE-028670E7A4F6}"/>
              </a:ext>
            </a:extLst>
          </p:cNvPr>
          <p:cNvSpPr>
            <a:spLocks noGrp="1" noChangeArrowheads="1"/>
          </p:cNvSpPr>
          <p:nvPr>
            <p:custDataLst>
              <p:tags r:id="rId9"/>
            </p:custDataLst>
          </p:nvPr>
        </p:nvSpPr>
        <p:spPr bwMode="gray">
          <a:xfrm>
            <a:off x="6926263" y="4595813"/>
            <a:ext cx="452438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8575" tIns="0" rIns="28575" bIns="0" numCol="1" anchor="ctr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5445FC01-BB7C-4D7D-B9EA-F98C0E8C64A3}" type="datetime'''''''7''4'''''''''''''''''''',''''4'''">
              <a:rPr lang="en-US" altLang="en-US" sz="1600" kern="0" smtClean="0">
                <a:solidFill>
                  <a:schemeClr val="bg1"/>
                </a:solidFill>
                <a:cs typeface="+mn-cs"/>
              </a:rPr>
              <a:pPr/>
              <a:t>74,4</a:t>
            </a:fld>
            <a:endParaRPr lang="en-US" sz="1600" kern="0" dirty="0">
              <a:solidFill>
                <a:schemeClr val="bg1"/>
              </a:solidFill>
              <a:cs typeface="+mn-cs"/>
            </a:endParaRPr>
          </a:p>
        </p:txBody>
      </p:sp>
      <p:sp>
        <p:nvSpPr>
          <p:cNvPr id="144" name="Rectangle 3">
            <a:extLst>
              <a:ext uri="{FF2B5EF4-FFF2-40B4-BE49-F238E27FC236}">
                <a16:creationId xmlns:a16="http://schemas.microsoft.com/office/drawing/2014/main" id="{1669D138-9101-7F77-77F8-8CB3FB793614}"/>
              </a:ext>
            </a:extLst>
          </p:cNvPr>
          <p:cNvSpPr>
            <a:spLocks noGrp="1" noChangeArrowheads="1"/>
          </p:cNvSpPr>
          <p:nvPr>
            <p:custDataLst>
              <p:tags r:id="rId10"/>
            </p:custDataLst>
          </p:nvPr>
        </p:nvSpPr>
        <p:spPr bwMode="auto">
          <a:xfrm>
            <a:off x="6756400" y="6024563"/>
            <a:ext cx="7905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DB34F490-2F19-46B1-8967-1F200D5C15C2}" type="datetime'''''''''''''''H''''''''a''''''''b''''er''''''''''l''''er'''">
              <a:rPr lang="en-US" altLang="en-US" sz="1600" kern="0" smtClean="0">
                <a:cs typeface="+mn-cs"/>
              </a:rPr>
              <a:pPr/>
              <a:t>Haberler</a:t>
            </a:fld>
            <a:endParaRPr lang="en-US" sz="1600" kern="0" dirty="0">
              <a:cs typeface="+mn-cs"/>
            </a:endParaRPr>
          </a:p>
        </p:txBody>
      </p:sp>
      <p:sp>
        <p:nvSpPr>
          <p:cNvPr id="150" name="Rectangle 3">
            <a:extLst>
              <a:ext uri="{FF2B5EF4-FFF2-40B4-BE49-F238E27FC236}">
                <a16:creationId xmlns:a16="http://schemas.microsoft.com/office/drawing/2014/main" id="{4A7DCD89-34A2-3952-0508-D0C87F263F90}"/>
              </a:ext>
            </a:extLst>
          </p:cNvPr>
          <p:cNvSpPr>
            <a:spLocks noGrp="1" noChangeArrowheads="1"/>
          </p:cNvSpPr>
          <p:nvPr>
            <p:custDataLst>
              <p:tags r:id="rId11"/>
            </p:custDataLst>
          </p:nvPr>
        </p:nvSpPr>
        <p:spPr bwMode="gray">
          <a:xfrm>
            <a:off x="8250238" y="4883150"/>
            <a:ext cx="452438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8575" tIns="0" rIns="28575" bIns="0" numCol="1" anchor="ctr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3698740E-2380-4CBE-9184-873531AADA57}" type="datetime'''''''''''''''''''''''''''''5''''7'''''',''''''''1'">
              <a:rPr lang="en-US" altLang="en-US" sz="1600" kern="0" smtClean="0">
                <a:solidFill>
                  <a:schemeClr val="bg1"/>
                </a:solidFill>
                <a:cs typeface="+mn-cs"/>
              </a:rPr>
              <a:pPr/>
              <a:t>57,1</a:t>
            </a:fld>
            <a:endParaRPr lang="en-US" sz="1600" kern="0" dirty="0">
              <a:solidFill>
                <a:schemeClr val="bg1"/>
              </a:solidFill>
              <a:cs typeface="+mn-cs"/>
            </a:endParaRPr>
          </a:p>
        </p:txBody>
      </p:sp>
      <p:sp>
        <p:nvSpPr>
          <p:cNvPr id="145" name="Rectangle 3">
            <a:extLst>
              <a:ext uri="{FF2B5EF4-FFF2-40B4-BE49-F238E27FC236}">
                <a16:creationId xmlns:a16="http://schemas.microsoft.com/office/drawing/2014/main" id="{BC5CC9BB-39AA-739F-EDBE-8807DB3EC998}"/>
              </a:ext>
            </a:extLst>
          </p:cNvPr>
          <p:cNvSpPr>
            <a:spLocks noGrp="1" noChangeArrowheads="1"/>
          </p:cNvSpPr>
          <p:nvPr>
            <p:custDataLst>
              <p:tags r:id="rId12"/>
            </p:custDataLst>
          </p:nvPr>
        </p:nvSpPr>
        <p:spPr bwMode="auto">
          <a:xfrm>
            <a:off x="7835900" y="6024562"/>
            <a:ext cx="1279525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05F577A5-AC4E-445D-911E-1A35F98C2A63}" type="datetime'Eki''''b''i''''''mi''z'''' + Ara''şt''ı''r''m''''acılar'''''">
              <a:rPr lang="en-US" altLang="en-US" sz="1600" kern="0" smtClean="0">
                <a:cs typeface="+mn-cs"/>
              </a:rPr>
              <a:pPr/>
              <a:t>Ekibimiz + Araştırmacılar</a:t>
            </a:fld>
            <a:endParaRPr lang="en-US" sz="1600" kern="0" dirty="0">
              <a:cs typeface="+mn-cs"/>
            </a:endParaRPr>
          </a:p>
        </p:txBody>
      </p:sp>
      <p:sp>
        <p:nvSpPr>
          <p:cNvPr id="151" name="Rectangle 3">
            <a:extLst>
              <a:ext uri="{FF2B5EF4-FFF2-40B4-BE49-F238E27FC236}">
                <a16:creationId xmlns:a16="http://schemas.microsoft.com/office/drawing/2014/main" id="{117D7A0C-5A13-2F41-FC0F-C00F1615B325}"/>
              </a:ext>
            </a:extLst>
          </p:cNvPr>
          <p:cNvSpPr>
            <a:spLocks noGrp="1" noChangeArrowheads="1"/>
          </p:cNvSpPr>
          <p:nvPr>
            <p:custDataLst>
              <p:tags r:id="rId13"/>
            </p:custDataLst>
          </p:nvPr>
        </p:nvSpPr>
        <p:spPr bwMode="gray">
          <a:xfrm>
            <a:off x="9574213" y="4348163"/>
            <a:ext cx="452438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8575" tIns="0" rIns="28575" bIns="0" numCol="1" anchor="ctr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D4B40378-57DC-4FA0-B2B1-60721B9B7D95}" type="datetime'''''''''8''''''''''''''''''''9'''''''',''''3'''''">
              <a:rPr lang="en-US" altLang="en-US" sz="1600" kern="0" smtClean="0">
                <a:solidFill>
                  <a:schemeClr val="bg1"/>
                </a:solidFill>
                <a:cs typeface="+mn-cs"/>
              </a:rPr>
              <a:pPr/>
              <a:t>89,3</a:t>
            </a:fld>
            <a:endParaRPr lang="en-US" sz="1600" kern="0" dirty="0">
              <a:solidFill>
                <a:schemeClr val="bg1"/>
              </a:solidFill>
              <a:cs typeface="+mn-cs"/>
            </a:endParaRPr>
          </a:p>
        </p:txBody>
      </p:sp>
      <p:sp>
        <p:nvSpPr>
          <p:cNvPr id="146" name="Rectangle 3">
            <a:extLst>
              <a:ext uri="{FF2B5EF4-FFF2-40B4-BE49-F238E27FC236}">
                <a16:creationId xmlns:a16="http://schemas.microsoft.com/office/drawing/2014/main" id="{A4DD2E85-1036-9BBA-7839-9E2A1C5841DC}"/>
              </a:ext>
            </a:extLst>
          </p:cNvPr>
          <p:cNvSpPr>
            <a:spLocks noGrp="1" noChangeArrowheads="1"/>
          </p:cNvSpPr>
          <p:nvPr>
            <p:custDataLst>
              <p:tags r:id="rId14"/>
            </p:custDataLst>
          </p:nvPr>
        </p:nvSpPr>
        <p:spPr bwMode="auto">
          <a:xfrm>
            <a:off x="9239250" y="6024563"/>
            <a:ext cx="11207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DBB14F39-A7A9-410C-85B7-50F35FB472CC}" type="datetime'A''''r''''''''a''''şt''ı''''''''''''r''''''m''''''al''''ar'''">
              <a:rPr lang="en-US" altLang="en-US" sz="1600" kern="0" smtClean="0">
                <a:cs typeface="+mn-cs"/>
              </a:rPr>
              <a:pPr/>
              <a:t>Araştırmalar</a:t>
            </a:fld>
            <a:endParaRPr lang="en-US" sz="1600" kern="0" dirty="0">
              <a:cs typeface="+mn-cs"/>
            </a:endParaRPr>
          </a:p>
        </p:txBody>
      </p:sp>
      <p:sp>
        <p:nvSpPr>
          <p:cNvPr id="152" name="Rectangle 3">
            <a:extLst>
              <a:ext uri="{FF2B5EF4-FFF2-40B4-BE49-F238E27FC236}">
                <a16:creationId xmlns:a16="http://schemas.microsoft.com/office/drawing/2014/main" id="{B6F601D4-FDF6-8372-4F82-2468D6EADED2}"/>
              </a:ext>
            </a:extLst>
          </p:cNvPr>
          <p:cNvSpPr>
            <a:spLocks noGrp="1" noChangeArrowheads="1"/>
          </p:cNvSpPr>
          <p:nvPr>
            <p:custDataLst>
              <p:tags r:id="rId15"/>
            </p:custDataLst>
          </p:nvPr>
        </p:nvSpPr>
        <p:spPr bwMode="gray">
          <a:xfrm>
            <a:off x="10898188" y="4246563"/>
            <a:ext cx="452438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8575" tIns="0" rIns="28575" bIns="0" numCol="1" anchor="ctr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E644EBDE-CDDF-481A-A3FF-AFD0F38FFF6B}" type="datetime'''''''9''''''''''''''''''''5'''',''''''''5'''">
              <a:rPr lang="en-US" altLang="en-US" sz="1600" kern="0" smtClean="0">
                <a:solidFill>
                  <a:schemeClr val="bg1"/>
                </a:solidFill>
                <a:cs typeface="+mn-cs"/>
              </a:rPr>
              <a:pPr/>
              <a:t>95,5</a:t>
            </a:fld>
            <a:endParaRPr lang="en-US" sz="1600" kern="0" dirty="0">
              <a:solidFill>
                <a:schemeClr val="bg1"/>
              </a:solidFill>
              <a:cs typeface="+mn-cs"/>
            </a:endParaRPr>
          </a:p>
        </p:txBody>
      </p:sp>
      <p:sp>
        <p:nvSpPr>
          <p:cNvPr id="147" name="Rectangle 3">
            <a:extLst>
              <a:ext uri="{FF2B5EF4-FFF2-40B4-BE49-F238E27FC236}">
                <a16:creationId xmlns:a16="http://schemas.microsoft.com/office/drawing/2014/main" id="{61FBF75C-2FB6-6AC3-F2A3-AB16C9E4CAE4}"/>
              </a:ext>
            </a:extLst>
          </p:cNvPr>
          <p:cNvSpPr>
            <a:spLocks noGrp="1" noChangeArrowheads="1"/>
          </p:cNvSpPr>
          <p:nvPr>
            <p:custDataLst>
              <p:tags r:id="rId16"/>
            </p:custDataLst>
          </p:nvPr>
        </p:nvSpPr>
        <p:spPr bwMode="auto">
          <a:xfrm>
            <a:off x="10717213" y="6024563"/>
            <a:ext cx="8128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45C46C02-FD0A-4038-85D5-C20764C7BA64}" type="datetime'B''''ü''''''l''''t''''e''n''''''''''''''''l''''e''''''''''r'">
              <a:rPr lang="en-US" altLang="en-US" sz="1600" kern="0" smtClean="0">
                <a:cs typeface="+mn-cs"/>
              </a:rPr>
              <a:pPr/>
              <a:t>Bültenler</a:t>
            </a:fld>
            <a:endParaRPr lang="en-US" sz="1600" kern="0" dirty="0">
              <a:cs typeface="+mn-cs"/>
            </a:endParaRPr>
          </a:p>
        </p:txBody>
      </p:sp>
      <p:sp>
        <p:nvSpPr>
          <p:cNvPr id="156" name="Metin kutusu 75">
            <a:extLst>
              <a:ext uri="{FF2B5EF4-FFF2-40B4-BE49-F238E27FC236}">
                <a16:creationId xmlns:a16="http://schemas.microsoft.com/office/drawing/2014/main" id="{21D41F7E-9C4F-CAE0-AD56-3102CFC92D50}"/>
              </a:ext>
            </a:extLst>
          </p:cNvPr>
          <p:cNvSpPr txBox="1"/>
          <p:nvPr/>
        </p:nvSpPr>
        <p:spPr>
          <a:xfrm>
            <a:off x="13493" y="6580188"/>
            <a:ext cx="1219200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100" dirty="0">
                <a:latin typeface="+mj-lt"/>
                <a:ea typeface="Tahoma" panose="020B0604030504040204" pitchFamily="34" charset="0"/>
                <a:cs typeface="Tahoma" panose="020B0604030504040204" pitchFamily="34" charset="0"/>
              </a:rPr>
              <a:t>Kaynak: Google, TEPAV hesaplamaları</a:t>
            </a:r>
          </a:p>
        </p:txBody>
      </p:sp>
      <p:sp>
        <p:nvSpPr>
          <p:cNvPr id="161" name="Metin kutusu 160">
            <a:extLst>
              <a:ext uri="{FF2B5EF4-FFF2-40B4-BE49-F238E27FC236}">
                <a16:creationId xmlns:a16="http://schemas.microsoft.com/office/drawing/2014/main" id="{F3D6355D-2105-DFDA-9F45-BCF5ECFDA214}"/>
              </a:ext>
            </a:extLst>
          </p:cNvPr>
          <p:cNvSpPr txBox="1"/>
          <p:nvPr/>
        </p:nvSpPr>
        <p:spPr>
          <a:xfrm>
            <a:off x="401637" y="1864409"/>
            <a:ext cx="36883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b="1" dirty="0"/>
              <a:t>Veri Kazıma Oranı, </a:t>
            </a:r>
          </a:p>
          <a:p>
            <a:pPr algn="ctr"/>
            <a:r>
              <a:rPr lang="tr-TR" b="1" dirty="0"/>
              <a:t>%, 23.09.2024-23.09.2025</a:t>
            </a:r>
            <a:endParaRPr lang="en-US" b="1" dirty="0"/>
          </a:p>
        </p:txBody>
      </p:sp>
      <p:sp>
        <p:nvSpPr>
          <p:cNvPr id="162" name="Metin kutusu 161">
            <a:extLst>
              <a:ext uri="{FF2B5EF4-FFF2-40B4-BE49-F238E27FC236}">
                <a16:creationId xmlns:a16="http://schemas.microsoft.com/office/drawing/2014/main" id="{36BAE703-B3F1-38A9-1A21-2DA903EB3847}"/>
              </a:ext>
            </a:extLst>
          </p:cNvPr>
          <p:cNvSpPr txBox="1"/>
          <p:nvPr/>
        </p:nvSpPr>
        <p:spPr>
          <a:xfrm>
            <a:off x="5928049" y="1842293"/>
            <a:ext cx="5265155" cy="6461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b="1" dirty="0"/>
              <a:t>Alt başlığa tıklanma oranı, </a:t>
            </a:r>
          </a:p>
          <a:p>
            <a:pPr algn="ctr"/>
            <a:r>
              <a:rPr lang="tr-TR" b="1" dirty="0"/>
              <a:t>%, 23.09.2024-24.09.2025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0234940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AA6C17CC-B88B-848A-7CF7-41A47BAF42E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3643956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54" imgH="454" progId="TCLayout.ActiveDocument.1">
                  <p:embed/>
                </p:oleObj>
              </mc:Choice>
              <mc:Fallback>
                <p:oleObj name="think-cell Slide" r:id="rId3" imgW="454" imgH="454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itle 1">
            <a:extLst>
              <a:ext uri="{FF2B5EF4-FFF2-40B4-BE49-F238E27FC236}">
                <a16:creationId xmlns:a16="http://schemas.microsoft.com/office/drawing/2014/main" id="{2F332DB9-12FF-C4C9-7FD6-5F4F6A173C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400" y="838200"/>
            <a:ext cx="11379200" cy="838200"/>
          </a:xfrm>
        </p:spPr>
        <p:txBody>
          <a:bodyPr/>
          <a:lstStyle/>
          <a:p>
            <a:endParaRPr lang="en-US"/>
          </a:p>
        </p:txBody>
      </p:sp>
      <p:pic>
        <p:nvPicPr>
          <p:cNvPr id="5" name="Resim 4" descr="harita, atlas, dünya, metin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6E4DF8C0-27AC-FEA2-0622-B58CEE0E3A9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6400" y="1725267"/>
            <a:ext cx="11379200" cy="4494783"/>
          </a:xfrm>
          <a:prstGeom prst="rect">
            <a:avLst/>
          </a:prstGeom>
          <a:noFill/>
        </p:spPr>
      </p:pic>
      <p:sp>
        <p:nvSpPr>
          <p:cNvPr id="7" name="Metin kutusu 75">
            <a:extLst>
              <a:ext uri="{FF2B5EF4-FFF2-40B4-BE49-F238E27FC236}">
                <a16:creationId xmlns:a16="http://schemas.microsoft.com/office/drawing/2014/main" id="{2F33A013-5181-81A9-B537-52CB9530C09F}"/>
              </a:ext>
            </a:extLst>
          </p:cNvPr>
          <p:cNvSpPr txBox="1"/>
          <p:nvPr/>
        </p:nvSpPr>
        <p:spPr>
          <a:xfrm>
            <a:off x="13493" y="6580188"/>
            <a:ext cx="1219200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100" dirty="0">
                <a:latin typeface="+mj-lt"/>
                <a:ea typeface="Tahoma" panose="020B0604030504040204" pitchFamily="34" charset="0"/>
                <a:cs typeface="Tahoma" panose="020B0604030504040204" pitchFamily="34" charset="0"/>
              </a:rPr>
              <a:t>Kaynak: Google, TEPAV hesaplamaları</a:t>
            </a:r>
          </a:p>
        </p:txBody>
      </p:sp>
      <p:sp>
        <p:nvSpPr>
          <p:cNvPr id="8" name="Dikdörtgen 7">
            <a:extLst>
              <a:ext uri="{FF2B5EF4-FFF2-40B4-BE49-F238E27FC236}">
                <a16:creationId xmlns:a16="http://schemas.microsoft.com/office/drawing/2014/main" id="{D71E8483-44B2-5C59-1934-8F0DB9947F01}"/>
              </a:ext>
            </a:extLst>
          </p:cNvPr>
          <p:cNvSpPr/>
          <p:nvPr/>
        </p:nvSpPr>
        <p:spPr bwMode="auto">
          <a:xfrm>
            <a:off x="3073857" y="6235825"/>
            <a:ext cx="192505" cy="194097"/>
          </a:xfrm>
          <a:prstGeom prst="rect">
            <a:avLst/>
          </a:prstGeom>
          <a:solidFill>
            <a:srgbClr val="A5A5A5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4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9" name="Metin kutusu 8">
            <a:extLst>
              <a:ext uri="{FF2B5EF4-FFF2-40B4-BE49-F238E27FC236}">
                <a16:creationId xmlns:a16="http://schemas.microsoft.com/office/drawing/2014/main" id="{6F6EDC68-6306-FEF7-FC52-E51F7DE921D9}"/>
              </a:ext>
            </a:extLst>
          </p:cNvPr>
          <p:cNvSpPr txBox="1"/>
          <p:nvPr/>
        </p:nvSpPr>
        <p:spPr>
          <a:xfrm>
            <a:off x="3266362" y="6178985"/>
            <a:ext cx="3513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400" dirty="0"/>
              <a:t>0</a:t>
            </a:r>
            <a:endParaRPr lang="en-US" sz="1400" dirty="0"/>
          </a:p>
        </p:txBody>
      </p:sp>
      <p:sp>
        <p:nvSpPr>
          <p:cNvPr id="11" name="Dikdörtgen 10">
            <a:extLst>
              <a:ext uri="{FF2B5EF4-FFF2-40B4-BE49-F238E27FC236}">
                <a16:creationId xmlns:a16="http://schemas.microsoft.com/office/drawing/2014/main" id="{6789ED2C-446F-2ECA-1F10-E406B7303FBC}"/>
              </a:ext>
            </a:extLst>
          </p:cNvPr>
          <p:cNvSpPr/>
          <p:nvPr/>
        </p:nvSpPr>
        <p:spPr bwMode="auto">
          <a:xfrm>
            <a:off x="3558863" y="6235825"/>
            <a:ext cx="192505" cy="194097"/>
          </a:xfrm>
          <a:prstGeom prst="rect">
            <a:avLst/>
          </a:prstGeom>
          <a:solidFill>
            <a:srgbClr val="31688E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4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12" name="Metin kutusu 11">
            <a:extLst>
              <a:ext uri="{FF2B5EF4-FFF2-40B4-BE49-F238E27FC236}">
                <a16:creationId xmlns:a16="http://schemas.microsoft.com/office/drawing/2014/main" id="{A81CF4DD-A4CE-3110-8FCE-4120E565A67B}"/>
              </a:ext>
            </a:extLst>
          </p:cNvPr>
          <p:cNvSpPr txBox="1"/>
          <p:nvPr/>
        </p:nvSpPr>
        <p:spPr>
          <a:xfrm>
            <a:off x="3751367" y="6178985"/>
            <a:ext cx="7383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400" dirty="0"/>
              <a:t>0-549</a:t>
            </a:r>
            <a:endParaRPr lang="en-US" sz="1400" dirty="0"/>
          </a:p>
        </p:txBody>
      </p:sp>
      <p:sp>
        <p:nvSpPr>
          <p:cNvPr id="13" name="Dikdörtgen 12">
            <a:extLst>
              <a:ext uri="{FF2B5EF4-FFF2-40B4-BE49-F238E27FC236}">
                <a16:creationId xmlns:a16="http://schemas.microsoft.com/office/drawing/2014/main" id="{ECC41371-759E-008D-2F7A-0745C884A2AD}"/>
              </a:ext>
            </a:extLst>
          </p:cNvPr>
          <p:cNvSpPr/>
          <p:nvPr/>
        </p:nvSpPr>
        <p:spPr bwMode="auto">
          <a:xfrm>
            <a:off x="4393415" y="6235825"/>
            <a:ext cx="192505" cy="194097"/>
          </a:xfrm>
          <a:prstGeom prst="rect">
            <a:avLst/>
          </a:prstGeom>
          <a:solidFill>
            <a:srgbClr val="35B77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4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14" name="Metin kutusu 13">
            <a:extLst>
              <a:ext uri="{FF2B5EF4-FFF2-40B4-BE49-F238E27FC236}">
                <a16:creationId xmlns:a16="http://schemas.microsoft.com/office/drawing/2014/main" id="{FDE7587D-3D08-85B0-4BEA-4881F1A7E630}"/>
              </a:ext>
            </a:extLst>
          </p:cNvPr>
          <p:cNvSpPr txBox="1"/>
          <p:nvPr/>
        </p:nvSpPr>
        <p:spPr>
          <a:xfrm>
            <a:off x="4585920" y="6178985"/>
            <a:ext cx="10053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400" dirty="0"/>
              <a:t>550-1.825</a:t>
            </a:r>
            <a:endParaRPr lang="en-US" sz="1400" dirty="0"/>
          </a:p>
        </p:txBody>
      </p:sp>
      <p:sp>
        <p:nvSpPr>
          <p:cNvPr id="15" name="Dikdörtgen 14">
            <a:extLst>
              <a:ext uri="{FF2B5EF4-FFF2-40B4-BE49-F238E27FC236}">
                <a16:creationId xmlns:a16="http://schemas.microsoft.com/office/drawing/2014/main" id="{7CC5589F-C7A8-0841-7012-AE680E6F278D}"/>
              </a:ext>
            </a:extLst>
          </p:cNvPr>
          <p:cNvSpPr/>
          <p:nvPr/>
        </p:nvSpPr>
        <p:spPr bwMode="auto">
          <a:xfrm>
            <a:off x="5575752" y="6246231"/>
            <a:ext cx="192505" cy="194097"/>
          </a:xfrm>
          <a:prstGeom prst="rect">
            <a:avLst/>
          </a:prstGeom>
          <a:solidFill>
            <a:srgbClr val="FDE725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4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16" name="Metin kutusu 15">
            <a:extLst>
              <a:ext uri="{FF2B5EF4-FFF2-40B4-BE49-F238E27FC236}">
                <a16:creationId xmlns:a16="http://schemas.microsoft.com/office/drawing/2014/main" id="{BE888A5B-57BD-C90E-1E7B-FB1BEA13E744}"/>
              </a:ext>
            </a:extLst>
          </p:cNvPr>
          <p:cNvSpPr txBox="1"/>
          <p:nvPr/>
        </p:nvSpPr>
        <p:spPr>
          <a:xfrm>
            <a:off x="5768256" y="6189391"/>
            <a:ext cx="11515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400" dirty="0"/>
              <a:t>1.826-3.470</a:t>
            </a:r>
            <a:endParaRPr lang="en-US" sz="1400" dirty="0"/>
          </a:p>
        </p:txBody>
      </p:sp>
      <p:sp>
        <p:nvSpPr>
          <p:cNvPr id="17" name="Dikdörtgen 16">
            <a:extLst>
              <a:ext uri="{FF2B5EF4-FFF2-40B4-BE49-F238E27FC236}">
                <a16:creationId xmlns:a16="http://schemas.microsoft.com/office/drawing/2014/main" id="{BAE6E441-F03F-C125-D229-79A62912014C}"/>
              </a:ext>
            </a:extLst>
          </p:cNvPr>
          <p:cNvSpPr/>
          <p:nvPr/>
        </p:nvSpPr>
        <p:spPr bwMode="auto">
          <a:xfrm>
            <a:off x="6880344" y="6246231"/>
            <a:ext cx="192505" cy="194097"/>
          </a:xfrm>
          <a:prstGeom prst="rect">
            <a:avLst/>
          </a:prstGeom>
          <a:solidFill>
            <a:srgbClr val="FDE725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4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18" name="Metin kutusu 17">
            <a:extLst>
              <a:ext uri="{FF2B5EF4-FFF2-40B4-BE49-F238E27FC236}">
                <a16:creationId xmlns:a16="http://schemas.microsoft.com/office/drawing/2014/main" id="{15A8BEC2-1DA0-6F07-E9AF-B8BD28FB91BF}"/>
              </a:ext>
            </a:extLst>
          </p:cNvPr>
          <p:cNvSpPr txBox="1"/>
          <p:nvPr/>
        </p:nvSpPr>
        <p:spPr>
          <a:xfrm>
            <a:off x="7072848" y="6189391"/>
            <a:ext cx="11965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400" dirty="0"/>
              <a:t>3.471-6.877</a:t>
            </a:r>
            <a:endParaRPr lang="en-US" sz="1400" dirty="0"/>
          </a:p>
        </p:txBody>
      </p:sp>
      <p:sp>
        <p:nvSpPr>
          <p:cNvPr id="19" name="Dikdörtgen 18">
            <a:extLst>
              <a:ext uri="{FF2B5EF4-FFF2-40B4-BE49-F238E27FC236}">
                <a16:creationId xmlns:a16="http://schemas.microsoft.com/office/drawing/2014/main" id="{3CF9056E-C3FE-92F4-F925-FCE1363C21ED}"/>
              </a:ext>
            </a:extLst>
          </p:cNvPr>
          <p:cNvSpPr/>
          <p:nvPr/>
        </p:nvSpPr>
        <p:spPr bwMode="auto">
          <a:xfrm>
            <a:off x="8173126" y="6240499"/>
            <a:ext cx="192505" cy="194097"/>
          </a:xfrm>
          <a:prstGeom prst="rect">
            <a:avLst/>
          </a:prstGeom>
          <a:solidFill>
            <a:srgbClr val="440154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4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20" name="Metin kutusu 19">
            <a:extLst>
              <a:ext uri="{FF2B5EF4-FFF2-40B4-BE49-F238E27FC236}">
                <a16:creationId xmlns:a16="http://schemas.microsoft.com/office/drawing/2014/main" id="{70EBA9DB-6D91-71D9-388F-F51756C18A3D}"/>
              </a:ext>
            </a:extLst>
          </p:cNvPr>
          <p:cNvSpPr txBox="1"/>
          <p:nvPr/>
        </p:nvSpPr>
        <p:spPr>
          <a:xfrm>
            <a:off x="8365630" y="6183659"/>
            <a:ext cx="11965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400" dirty="0"/>
              <a:t>143.741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3745573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" name="think-cell data - do not delete" hidden="1">
            <a:extLst>
              <a:ext uri="{FF2B5EF4-FFF2-40B4-BE49-F238E27FC236}">
                <a16:creationId xmlns:a16="http://schemas.microsoft.com/office/drawing/2014/main" id="{F69343EE-4810-DBC3-CBDB-2FAD65AD59A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7610519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7" imgW="454" imgH="454" progId="TCLayout.ActiveDocument.1">
                  <p:embed/>
                </p:oleObj>
              </mc:Choice>
              <mc:Fallback>
                <p:oleObj name="think-cell Slide" r:id="rId27" imgW="454" imgH="454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Başlık 1">
            <a:extLst>
              <a:ext uri="{FF2B5EF4-FFF2-40B4-BE49-F238E27FC236}">
                <a16:creationId xmlns:a16="http://schemas.microsoft.com/office/drawing/2014/main" id="{65BF802D-87C5-15AC-3E61-7B1EE37772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C40E60D3-A12D-2DC7-3BAB-939202D9EB8B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tr-TR" b="1" dirty="0"/>
              <a:t>Ülkelere göre ziyaretçi oranı, %, 23.09.2024-24.09.2025</a:t>
            </a:r>
            <a:endParaRPr lang="en-US" b="1" dirty="0"/>
          </a:p>
        </p:txBody>
      </p:sp>
      <p:graphicFrame>
        <p:nvGraphicFramePr>
          <p:cNvPr id="113" name="Chart 3">
            <a:extLst>
              <a:ext uri="{FF2B5EF4-FFF2-40B4-BE49-F238E27FC236}">
                <a16:creationId xmlns:a16="http://schemas.microsoft.com/office/drawing/2014/main" id="{A0093519-8B53-DC69-C2D5-7740EA2402EF}"/>
              </a:ext>
            </a:extLst>
          </p:cNvPr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722610326"/>
              </p:ext>
            </p:extLst>
          </p:nvPr>
        </p:nvGraphicFramePr>
        <p:xfrm>
          <a:off x="323850" y="2854325"/>
          <a:ext cx="11544300" cy="3022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9"/>
          </a:graphicData>
        </a:graphic>
      </p:graphicFrame>
      <p:sp useBgFill="1">
        <p:nvSpPr>
          <p:cNvPr id="97" name="Serbest Form: Şekil 96">
            <a:extLst>
              <a:ext uri="{FF2B5EF4-FFF2-40B4-BE49-F238E27FC236}">
                <a16:creationId xmlns:a16="http://schemas.microsoft.com/office/drawing/2014/main" id="{8E66C8A2-596D-CAEE-5589-3CC0FD2F38C8}"/>
              </a:ext>
            </a:extLst>
          </p:cNvPr>
          <p:cNvSpPr/>
          <p:nvPr>
            <p:custDataLst>
              <p:tags r:id="rId3"/>
            </p:custDataLst>
          </p:nvPr>
        </p:nvSpPr>
        <p:spPr bwMode="auto">
          <a:xfrm>
            <a:off x="604838" y="3571875"/>
            <a:ext cx="741363" cy="257175"/>
          </a:xfrm>
          <a:custGeom>
            <a:avLst/>
            <a:gdLst/>
            <a:ahLst/>
            <a:cxnLst/>
            <a:rect l="0" t="0" r="0" b="0"/>
            <a:pathLst>
              <a:path w="741363" h="257176">
                <a:moveTo>
                  <a:pt x="0" y="200025"/>
                </a:moveTo>
                <a:lnTo>
                  <a:pt x="741362" y="0"/>
                </a:lnTo>
                <a:lnTo>
                  <a:pt x="741362" y="57150"/>
                </a:lnTo>
                <a:lnTo>
                  <a:pt x="0" y="257175"/>
                </a:lnTo>
                <a:close/>
              </a:path>
            </a:pathLst>
          </a:custGeom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4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95" name="Serbest Form: Şekil 94">
            <a:extLst>
              <a:ext uri="{FF2B5EF4-FFF2-40B4-BE49-F238E27FC236}">
                <a16:creationId xmlns:a16="http://schemas.microsoft.com/office/drawing/2014/main" id="{76FB1C64-55E3-B9ED-52C5-E044DD00707B}"/>
              </a:ext>
            </a:extLst>
          </p:cNvPr>
          <p:cNvSpPr/>
          <p:nvPr>
            <p:custDataLst>
              <p:tags r:id="rId4"/>
            </p:custDataLst>
          </p:nvPr>
        </p:nvSpPr>
        <p:spPr bwMode="auto">
          <a:xfrm>
            <a:off x="604838" y="3571875"/>
            <a:ext cx="741363" cy="200025"/>
          </a:xfrm>
          <a:custGeom>
            <a:avLst/>
            <a:gdLst/>
            <a:ahLst/>
            <a:cxnLst/>
            <a:rect l="0" t="0" r="0" b="0"/>
            <a:pathLst>
              <a:path w="741363" h="200026">
                <a:moveTo>
                  <a:pt x="0" y="200025"/>
                </a:moveTo>
                <a:lnTo>
                  <a:pt x="741362" y="0"/>
                </a:lnTo>
              </a:path>
            </a:pathLst>
          </a:cu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4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96" name="Serbest Form: Şekil 95">
            <a:extLst>
              <a:ext uri="{FF2B5EF4-FFF2-40B4-BE49-F238E27FC236}">
                <a16:creationId xmlns:a16="http://schemas.microsoft.com/office/drawing/2014/main" id="{4C79CB0D-C418-742B-3BC3-29E12AE897A8}"/>
              </a:ext>
            </a:extLst>
          </p:cNvPr>
          <p:cNvSpPr/>
          <p:nvPr>
            <p:custDataLst>
              <p:tags r:id="rId5"/>
            </p:custDataLst>
          </p:nvPr>
        </p:nvSpPr>
        <p:spPr bwMode="auto">
          <a:xfrm>
            <a:off x="604838" y="3629025"/>
            <a:ext cx="741363" cy="200025"/>
          </a:xfrm>
          <a:custGeom>
            <a:avLst/>
            <a:gdLst/>
            <a:ahLst/>
            <a:cxnLst/>
            <a:rect l="0" t="0" r="0" b="0"/>
            <a:pathLst>
              <a:path w="741363" h="200026">
                <a:moveTo>
                  <a:pt x="0" y="200025"/>
                </a:moveTo>
                <a:lnTo>
                  <a:pt x="741362" y="0"/>
                </a:lnTo>
              </a:path>
            </a:pathLst>
          </a:cu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4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0C2EE9E-49EB-F455-A1DD-6433426412E5}"/>
              </a:ext>
            </a:extLst>
          </p:cNvPr>
          <p:cNvSpPr>
            <a:spLocks noGrp="1" noChangeArrowheads="1"/>
          </p:cNvSpPr>
          <p:nvPr>
            <p:custDataLst>
              <p:tags r:id="rId6"/>
            </p:custDataLst>
          </p:nvPr>
        </p:nvSpPr>
        <p:spPr bwMode="auto">
          <a:xfrm>
            <a:off x="677863" y="5853113"/>
            <a:ext cx="593725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F54CABB2-2E23-4CD4-B086-798CB44CE347}" type="datetime'''''T''''''''ü''''''''''r''k''''''''''''''i''''''''''''''ye'''">
              <a:rPr lang="en-US" altLang="en-US" sz="1400" kern="0" smtClean="0">
                <a:cs typeface="+mn-cs"/>
              </a:rPr>
              <a:pPr/>
              <a:t>Türkiye</a:t>
            </a:fld>
            <a:endParaRPr lang="en-US" sz="1400" kern="0" dirty="0">
              <a:cs typeface="+mn-cs"/>
            </a:endParaRPr>
          </a:p>
        </p:txBody>
      </p:sp>
      <p:sp>
        <p:nvSpPr>
          <p:cNvPr id="23" name="Rectangle 3">
            <a:extLst>
              <a:ext uri="{FF2B5EF4-FFF2-40B4-BE49-F238E27FC236}">
                <a16:creationId xmlns:a16="http://schemas.microsoft.com/office/drawing/2014/main" id="{2A3236FF-F786-6C4E-72B9-F1197CE3CB93}"/>
              </a:ext>
            </a:extLst>
          </p:cNvPr>
          <p:cNvSpPr>
            <a:spLocks noGrp="1" noChangeArrowheads="1"/>
          </p:cNvSpPr>
          <p:nvPr>
            <p:custDataLst>
              <p:tags r:id="rId7"/>
            </p:custDataLst>
          </p:nvPr>
        </p:nvSpPr>
        <p:spPr bwMode="auto">
          <a:xfrm>
            <a:off x="1924050" y="5853113"/>
            <a:ext cx="379413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81412DB0-5EC6-474C-B5D8-01808D5BAA56}" type="datetime'''''''''''''''''''A''''''''''''''''B''''''''''D'''''''''''''">
              <a:rPr lang="en-US" altLang="en-US" sz="1400" kern="0" smtClean="0">
                <a:cs typeface="+mn-cs"/>
              </a:rPr>
              <a:pPr/>
              <a:t>ABD</a:t>
            </a:fld>
            <a:endParaRPr lang="en-US" sz="1400" kern="0" dirty="0">
              <a:cs typeface="+mn-cs"/>
            </a:endParaRPr>
          </a:p>
        </p:txBody>
      </p:sp>
      <p:sp>
        <p:nvSpPr>
          <p:cNvPr id="28" name="Rectangle 3">
            <a:extLst>
              <a:ext uri="{FF2B5EF4-FFF2-40B4-BE49-F238E27FC236}">
                <a16:creationId xmlns:a16="http://schemas.microsoft.com/office/drawing/2014/main" id="{63C8934C-7A9B-6327-5B60-F88687161581}"/>
              </a:ext>
            </a:extLst>
          </p:cNvPr>
          <p:cNvSpPr>
            <a:spLocks noGrp="1" noChangeArrowheads="1"/>
          </p:cNvSpPr>
          <p:nvPr>
            <p:custDataLst>
              <p:tags r:id="rId8"/>
            </p:custDataLst>
          </p:nvPr>
        </p:nvSpPr>
        <p:spPr bwMode="auto">
          <a:xfrm>
            <a:off x="3111500" y="5853113"/>
            <a:ext cx="279400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D9C0AE53-252E-44EC-B2D8-928C33982AF8}" type="datetime'''''''''''Ç''''''''''''i''''''''''''''''''n'''''''''''''">
              <a:rPr lang="en-US" altLang="en-US" sz="1400" kern="0" smtClean="0">
                <a:cs typeface="+mn-cs"/>
              </a:rPr>
              <a:pPr/>
              <a:t>Çin</a:t>
            </a:fld>
            <a:endParaRPr lang="en-US" sz="1400" kern="0" dirty="0">
              <a:cs typeface="+mn-cs"/>
            </a:endParaRPr>
          </a:p>
        </p:txBody>
      </p:sp>
      <p:sp>
        <p:nvSpPr>
          <p:cNvPr id="32" name="Rectangle 3">
            <a:extLst>
              <a:ext uri="{FF2B5EF4-FFF2-40B4-BE49-F238E27FC236}">
                <a16:creationId xmlns:a16="http://schemas.microsoft.com/office/drawing/2014/main" id="{6260BA84-24DD-D728-593E-F3B40D57D80A}"/>
              </a:ext>
            </a:extLst>
          </p:cNvPr>
          <p:cNvSpPr>
            <a:spLocks noGrp="1" noChangeArrowheads="1"/>
          </p:cNvSpPr>
          <p:nvPr>
            <p:custDataLst>
              <p:tags r:id="rId9"/>
            </p:custDataLst>
          </p:nvPr>
        </p:nvSpPr>
        <p:spPr bwMode="auto">
          <a:xfrm>
            <a:off x="4100513" y="5853113"/>
            <a:ext cx="574675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C7F280A8-FA96-42BF-989E-7448B7A1BA6F}" type="datetime'N''''''o''r''''''''''''''''''''''v''''e''''''''''''''ç'">
              <a:rPr lang="en-US" altLang="en-US" sz="1400" kern="0" smtClean="0">
                <a:cs typeface="+mn-cs"/>
              </a:rPr>
              <a:pPr/>
              <a:t>Norveç</a:t>
            </a:fld>
            <a:endParaRPr lang="en-US" sz="1400" kern="0" dirty="0">
              <a:cs typeface="+mn-cs"/>
            </a:endParaRPr>
          </a:p>
        </p:txBody>
      </p:sp>
      <p:sp>
        <p:nvSpPr>
          <p:cNvPr id="37" name="Rectangle 3">
            <a:extLst>
              <a:ext uri="{FF2B5EF4-FFF2-40B4-BE49-F238E27FC236}">
                <a16:creationId xmlns:a16="http://schemas.microsoft.com/office/drawing/2014/main" id="{094CE8B8-1B0C-EB36-A756-8C5D4BB0E933}"/>
              </a:ext>
            </a:extLst>
          </p:cNvPr>
          <p:cNvSpPr>
            <a:spLocks noGrp="1" noChangeArrowheads="1"/>
          </p:cNvSpPr>
          <p:nvPr>
            <p:custDataLst>
              <p:tags r:id="rId10"/>
            </p:custDataLst>
          </p:nvPr>
        </p:nvSpPr>
        <p:spPr bwMode="auto">
          <a:xfrm>
            <a:off x="5175250" y="5853113"/>
            <a:ext cx="703263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903D86F3-41B8-46A8-88D5-C667FAC3B990}" type="datetime'''A''''''''''''''''l''m''''''a''''n''''''''''''''''ya'''''''''">
              <a:rPr lang="en-US" altLang="en-US" sz="1400" kern="0" smtClean="0">
                <a:cs typeface="+mn-cs"/>
              </a:rPr>
              <a:pPr/>
              <a:t>Almanya</a:t>
            </a:fld>
            <a:endParaRPr lang="en-US" sz="1400" kern="0" dirty="0">
              <a:cs typeface="+mn-cs"/>
            </a:endParaRPr>
          </a:p>
        </p:txBody>
      </p:sp>
      <p:sp>
        <p:nvSpPr>
          <p:cNvPr id="42" name="Rectangle 3">
            <a:extLst>
              <a:ext uri="{FF2B5EF4-FFF2-40B4-BE49-F238E27FC236}">
                <a16:creationId xmlns:a16="http://schemas.microsoft.com/office/drawing/2014/main" id="{0F5BE630-5177-0B9B-3140-741B2655841C}"/>
              </a:ext>
            </a:extLst>
          </p:cNvPr>
          <p:cNvSpPr>
            <a:spLocks noGrp="1" noChangeArrowheads="1"/>
          </p:cNvSpPr>
          <p:nvPr>
            <p:custDataLst>
              <p:tags r:id="rId11"/>
            </p:custDataLst>
          </p:nvPr>
        </p:nvSpPr>
        <p:spPr bwMode="auto">
          <a:xfrm>
            <a:off x="6388100" y="5853113"/>
            <a:ext cx="554038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2DE4AE42-3D67-428E-9222-54DD4126EF11}" type="datetime'İr''''''''''la''''n''''''''''''''''''d''a'''">
              <a:rPr lang="en-US" altLang="en-US" sz="1400" kern="0" smtClean="0">
                <a:cs typeface="+mn-cs"/>
              </a:rPr>
              <a:pPr/>
              <a:t>İrlanda</a:t>
            </a:fld>
            <a:endParaRPr lang="en-US" sz="1400" kern="0" dirty="0">
              <a:cs typeface="+mn-cs"/>
            </a:endParaRPr>
          </a:p>
        </p:txBody>
      </p:sp>
      <p:sp>
        <p:nvSpPr>
          <p:cNvPr id="47" name="Rectangle 3">
            <a:extLst>
              <a:ext uri="{FF2B5EF4-FFF2-40B4-BE49-F238E27FC236}">
                <a16:creationId xmlns:a16="http://schemas.microsoft.com/office/drawing/2014/main" id="{32DC6FE7-D572-269A-7BF2-ED0EE036D081}"/>
              </a:ext>
            </a:extLst>
          </p:cNvPr>
          <p:cNvSpPr>
            <a:spLocks noGrp="1" noChangeArrowheads="1"/>
          </p:cNvSpPr>
          <p:nvPr>
            <p:custDataLst>
              <p:tags r:id="rId12"/>
            </p:custDataLst>
          </p:nvPr>
        </p:nvSpPr>
        <p:spPr bwMode="auto">
          <a:xfrm>
            <a:off x="7446963" y="5853113"/>
            <a:ext cx="712788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D27F5E24-726E-4B85-8173-0AE46DCC5FAC}" type="datetime'''''''''''''''''''''''''H''''ol''l''a''''''''''n''da'''''">
              <a:rPr lang="en-US" altLang="en-US" sz="1400" kern="0" smtClean="0">
                <a:cs typeface="+mn-cs"/>
              </a:rPr>
              <a:pPr/>
              <a:t>Hollanda</a:t>
            </a:fld>
            <a:endParaRPr lang="en-US" sz="1400" kern="0" dirty="0">
              <a:cs typeface="+mn-cs"/>
            </a:endParaRPr>
          </a:p>
        </p:txBody>
      </p:sp>
      <p:sp>
        <p:nvSpPr>
          <p:cNvPr id="52" name="Rectangle 3">
            <a:extLst>
              <a:ext uri="{FF2B5EF4-FFF2-40B4-BE49-F238E27FC236}">
                <a16:creationId xmlns:a16="http://schemas.microsoft.com/office/drawing/2014/main" id="{7DC8905C-032A-3F8C-84E8-92465B9B43BF}"/>
              </a:ext>
            </a:extLst>
          </p:cNvPr>
          <p:cNvSpPr>
            <a:spLocks noGrp="1" noChangeArrowheads="1"/>
          </p:cNvSpPr>
          <p:nvPr>
            <p:custDataLst>
              <p:tags r:id="rId13"/>
            </p:custDataLst>
          </p:nvPr>
        </p:nvSpPr>
        <p:spPr bwMode="auto">
          <a:xfrm>
            <a:off x="8620125" y="5853113"/>
            <a:ext cx="642938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E5C2987F-3051-4E8C-BDA4-F371B87B4213}" type="datetime'İn''''''''g''''''''''''''''''ilt''''''''''ere'''">
              <a:rPr lang="en-US" altLang="en-US" sz="1400" kern="0" smtClean="0">
                <a:cs typeface="+mn-cs"/>
              </a:rPr>
              <a:pPr/>
              <a:t>İngiltere</a:t>
            </a:fld>
            <a:endParaRPr lang="en-US" sz="1400" kern="0" dirty="0">
              <a:cs typeface="+mn-cs"/>
            </a:endParaRPr>
          </a:p>
        </p:txBody>
      </p:sp>
      <p:sp>
        <p:nvSpPr>
          <p:cNvPr id="57" name="Rectangle 3">
            <a:extLst>
              <a:ext uri="{FF2B5EF4-FFF2-40B4-BE49-F238E27FC236}">
                <a16:creationId xmlns:a16="http://schemas.microsoft.com/office/drawing/2014/main" id="{92E6379B-C780-0B6B-3D47-31BD26236EAA}"/>
              </a:ext>
            </a:extLst>
          </p:cNvPr>
          <p:cNvSpPr>
            <a:spLocks noGrp="1" noChangeArrowheads="1"/>
          </p:cNvSpPr>
          <p:nvPr>
            <p:custDataLst>
              <p:tags r:id="rId14"/>
            </p:custDataLst>
          </p:nvPr>
        </p:nvSpPr>
        <p:spPr bwMode="auto">
          <a:xfrm>
            <a:off x="9796463" y="5853113"/>
            <a:ext cx="563563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F1349AB8-9EF5-40D8-8CD7-5FB52D5FCF58}" type="datetime'Fr''''''''''''''''''''a''''''''''''''''''''n''''s''''a'''">
              <a:rPr lang="en-US" altLang="en-US" sz="1400" kern="0" smtClean="0">
                <a:cs typeface="+mn-cs"/>
              </a:rPr>
              <a:pPr/>
              <a:t>Fransa</a:t>
            </a:fld>
            <a:endParaRPr lang="en-US" sz="1400" kern="0" dirty="0">
              <a:cs typeface="+mn-cs"/>
            </a:endParaRPr>
          </a:p>
        </p:txBody>
      </p:sp>
      <p:sp>
        <p:nvSpPr>
          <p:cNvPr id="62" name="Rectangle 3">
            <a:extLst>
              <a:ext uri="{FF2B5EF4-FFF2-40B4-BE49-F238E27FC236}">
                <a16:creationId xmlns:a16="http://schemas.microsoft.com/office/drawing/2014/main" id="{8099C7A6-C1E1-DEB5-EEEB-B66B7AEAE62D}"/>
              </a:ext>
            </a:extLst>
          </p:cNvPr>
          <p:cNvSpPr>
            <a:spLocks noGrp="1" noChangeArrowheads="1"/>
          </p:cNvSpPr>
          <p:nvPr>
            <p:custDataLst>
              <p:tags r:id="rId15"/>
            </p:custDataLst>
          </p:nvPr>
        </p:nvSpPr>
        <p:spPr bwMode="auto">
          <a:xfrm>
            <a:off x="10998200" y="5853113"/>
            <a:ext cx="436563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61350D3F-C2A4-4ADF-B76C-19F80038D3C2}" type="datetime'''Diğe''''''''''''''r'''''''''''''''''''">
              <a:rPr lang="en-US" altLang="en-US" sz="1400" kern="0" smtClean="0">
                <a:cs typeface="+mn-cs"/>
              </a:rPr>
              <a:pPr/>
              <a:t>Diğer</a:t>
            </a:fld>
            <a:endParaRPr lang="en-US" sz="1400" kern="0" dirty="0">
              <a:cs typeface="+mn-cs"/>
            </a:endParaRPr>
          </a:p>
        </p:txBody>
      </p:sp>
      <p:sp>
        <p:nvSpPr>
          <p:cNvPr id="80" name="Rectangle 3">
            <a:extLst>
              <a:ext uri="{FF2B5EF4-FFF2-40B4-BE49-F238E27FC236}">
                <a16:creationId xmlns:a16="http://schemas.microsoft.com/office/drawing/2014/main" id="{8CCCCC62-F14F-7379-0921-76685945786F}"/>
              </a:ext>
            </a:extLst>
          </p:cNvPr>
          <p:cNvSpPr>
            <a:spLocks noGrp="1" noChangeArrowheads="1"/>
          </p:cNvSpPr>
          <p:nvPr>
            <p:custDataLst>
              <p:tags r:id="rId16"/>
            </p:custDataLst>
          </p:nvPr>
        </p:nvSpPr>
        <p:spPr bwMode="gray">
          <a:xfrm>
            <a:off x="777875" y="4259263"/>
            <a:ext cx="395288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5400" tIns="0" rIns="25400" bIns="0" numCol="1" anchor="ctr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96E22FA5-5350-437B-A230-938A99CECC21}" type="datetime'''''8''''''0'''''''''''''''''''''''''''''''''''''''',4'''''''">
              <a:rPr lang="en-US" altLang="en-US" sz="1400" kern="0" smtClean="0">
                <a:solidFill>
                  <a:schemeClr val="bg1"/>
                </a:solidFill>
                <a:effectLst/>
                <a:cs typeface="+mn-cs"/>
              </a:rPr>
              <a:pPr marL="0" lvl="0" indent="0" algn="ctr">
                <a:spcBef>
                  <a:spcPct val="0"/>
                </a:spcBef>
                <a:buNone/>
              </a:pPr>
              <a:t>80,4</a:t>
            </a:fld>
            <a:endParaRPr lang="en-US" sz="1400" kern="0" dirty="0">
              <a:solidFill>
                <a:schemeClr val="bg1"/>
              </a:solidFill>
              <a:cs typeface="+mn-cs"/>
            </a:endParaRPr>
          </a:p>
        </p:txBody>
      </p:sp>
      <p:sp>
        <p:nvSpPr>
          <p:cNvPr id="85" name="Rectangle 3">
            <a:extLst>
              <a:ext uri="{FF2B5EF4-FFF2-40B4-BE49-F238E27FC236}">
                <a16:creationId xmlns:a16="http://schemas.microsoft.com/office/drawing/2014/main" id="{421D63DB-4969-3BAE-EAC0-A4D787D4AD11}"/>
              </a:ext>
            </a:extLst>
          </p:cNvPr>
          <p:cNvSpPr>
            <a:spLocks noGrp="1" noChangeArrowheads="1"/>
          </p:cNvSpPr>
          <p:nvPr>
            <p:custDataLst>
              <p:tags r:id="rId17"/>
            </p:custDataLst>
          </p:nvPr>
        </p:nvSpPr>
        <p:spPr bwMode="gray">
          <a:xfrm>
            <a:off x="6516688" y="5311775"/>
            <a:ext cx="296863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5400" tIns="0" rIns="25400" bIns="0" numCol="1" anchor="b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24679F87-5622-41B9-8D8D-F83AA20DDD82}" type="datetime'''''''''''''''''''1'''''''''',''''''''''''''''0'''''''''''''">
              <a:rPr lang="en-US" altLang="en-US" sz="1400" kern="0" smtClean="0">
                <a:effectLst/>
                <a:cs typeface="+mn-cs"/>
              </a:rPr>
              <a:pPr marL="0" lvl="0" indent="0" algn="ctr">
                <a:spcBef>
                  <a:spcPct val="0"/>
                </a:spcBef>
                <a:buNone/>
              </a:pPr>
              <a:t>1,0</a:t>
            </a:fld>
            <a:endParaRPr lang="en-US" sz="1400" kern="0" dirty="0">
              <a:cs typeface="+mn-cs"/>
            </a:endParaRPr>
          </a:p>
        </p:txBody>
      </p:sp>
      <p:sp>
        <p:nvSpPr>
          <p:cNvPr id="86" name="Rectangle 3">
            <a:extLst>
              <a:ext uri="{FF2B5EF4-FFF2-40B4-BE49-F238E27FC236}">
                <a16:creationId xmlns:a16="http://schemas.microsoft.com/office/drawing/2014/main" id="{1FB6160D-E963-30C7-1377-3C9E58B5E946}"/>
              </a:ext>
            </a:extLst>
          </p:cNvPr>
          <p:cNvSpPr>
            <a:spLocks noGrp="1" noChangeArrowheads="1"/>
          </p:cNvSpPr>
          <p:nvPr>
            <p:custDataLst>
              <p:tags r:id="rId18"/>
            </p:custDataLst>
          </p:nvPr>
        </p:nvSpPr>
        <p:spPr bwMode="gray">
          <a:xfrm>
            <a:off x="7654925" y="5372100"/>
            <a:ext cx="296863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5400" tIns="0" rIns="25400" bIns="0" numCol="1" anchor="b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AC21CAE0-6745-4169-AAAF-2C68101C2542}" type="datetime'''''0,''''''''''''''''''''''''''''''''''''''''''''''8'''''''">
              <a:rPr lang="en-US" altLang="en-US" sz="1400" kern="0" smtClean="0">
                <a:effectLst/>
                <a:cs typeface="+mn-cs"/>
              </a:rPr>
              <a:pPr marL="0" lvl="0" indent="0" algn="ctr">
                <a:spcBef>
                  <a:spcPct val="0"/>
                </a:spcBef>
                <a:buNone/>
              </a:pPr>
              <a:t>0,8</a:t>
            </a:fld>
            <a:endParaRPr lang="en-US" sz="1400" kern="0" dirty="0">
              <a:cs typeface="+mn-cs"/>
            </a:endParaRPr>
          </a:p>
        </p:txBody>
      </p:sp>
      <p:sp>
        <p:nvSpPr>
          <p:cNvPr id="87" name="Rectangle 3">
            <a:extLst>
              <a:ext uri="{FF2B5EF4-FFF2-40B4-BE49-F238E27FC236}">
                <a16:creationId xmlns:a16="http://schemas.microsoft.com/office/drawing/2014/main" id="{88F1F4B1-678C-15E9-E39F-815869DD0A43}"/>
              </a:ext>
            </a:extLst>
          </p:cNvPr>
          <p:cNvSpPr>
            <a:spLocks noGrp="1" noChangeArrowheads="1"/>
          </p:cNvSpPr>
          <p:nvPr>
            <p:custDataLst>
              <p:tags r:id="rId19"/>
            </p:custDataLst>
          </p:nvPr>
        </p:nvSpPr>
        <p:spPr bwMode="gray">
          <a:xfrm>
            <a:off x="8793163" y="5386388"/>
            <a:ext cx="296863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5400" tIns="0" rIns="25400" bIns="0" numCol="1" anchor="b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9371B152-F1C9-44DC-BFB2-984EA3B374E4}" type="datetime'''''0'''''''''''''''''''''''''''''''''''''''''''''''''''''',7'">
              <a:rPr lang="en-US" altLang="en-US" sz="1400" kern="0" smtClean="0">
                <a:effectLst/>
                <a:cs typeface="+mn-cs"/>
              </a:rPr>
              <a:pPr marL="0" lvl="0" indent="0" algn="ctr">
                <a:spcBef>
                  <a:spcPct val="0"/>
                </a:spcBef>
                <a:buNone/>
              </a:pPr>
              <a:t>0,7</a:t>
            </a:fld>
            <a:endParaRPr lang="en-US" sz="1400" kern="0" dirty="0">
              <a:cs typeface="+mn-cs"/>
            </a:endParaRPr>
          </a:p>
        </p:txBody>
      </p:sp>
      <p:sp>
        <p:nvSpPr>
          <p:cNvPr id="88" name="Rectangle 3">
            <a:extLst>
              <a:ext uri="{FF2B5EF4-FFF2-40B4-BE49-F238E27FC236}">
                <a16:creationId xmlns:a16="http://schemas.microsoft.com/office/drawing/2014/main" id="{4D01E6D2-1C36-47E8-3C91-49DEF50AFE51}"/>
              </a:ext>
            </a:extLst>
          </p:cNvPr>
          <p:cNvSpPr>
            <a:spLocks noGrp="1" noChangeArrowheads="1"/>
          </p:cNvSpPr>
          <p:nvPr>
            <p:custDataLst>
              <p:tags r:id="rId20"/>
            </p:custDataLst>
          </p:nvPr>
        </p:nvSpPr>
        <p:spPr bwMode="gray">
          <a:xfrm>
            <a:off x="9929813" y="5443538"/>
            <a:ext cx="296863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5400" tIns="0" rIns="25400" bIns="0" numCol="1" anchor="b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C4E29AE3-D53C-4BB0-883B-FE5DD964279B}" type="datetime'''''''0'''',''''''''''''''''''''''''5'''''''''''''''''''''''">
              <a:rPr lang="en-US" altLang="en-US" sz="1400" kern="0" smtClean="0">
                <a:effectLst/>
                <a:cs typeface="+mn-cs"/>
              </a:rPr>
              <a:pPr marL="0" lvl="0" indent="0" algn="ctr">
                <a:spcBef>
                  <a:spcPct val="0"/>
                </a:spcBef>
                <a:buNone/>
              </a:pPr>
              <a:t>0,5</a:t>
            </a:fld>
            <a:endParaRPr lang="en-US" sz="1400" kern="0" dirty="0">
              <a:cs typeface="+mn-cs"/>
            </a:endParaRPr>
          </a:p>
        </p:txBody>
      </p:sp>
      <p:sp>
        <p:nvSpPr>
          <p:cNvPr id="101" name="Rectangle 3">
            <a:extLst>
              <a:ext uri="{FF2B5EF4-FFF2-40B4-BE49-F238E27FC236}">
                <a16:creationId xmlns:a16="http://schemas.microsoft.com/office/drawing/2014/main" id="{CB79A752-759A-0388-32C1-566DAC6DD1ED}"/>
              </a:ext>
            </a:extLst>
          </p:cNvPr>
          <p:cNvSpPr>
            <a:spLocks noGrp="1" noChangeArrowheads="1"/>
          </p:cNvSpPr>
          <p:nvPr>
            <p:custDataLst>
              <p:tags r:id="rId21"/>
            </p:custDataLst>
          </p:nvPr>
        </p:nvSpPr>
        <p:spPr bwMode="gray">
          <a:xfrm>
            <a:off x="3103564" y="5262563"/>
            <a:ext cx="296863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5400" tIns="0" rIns="25400" bIns="0" numCol="1" anchor="ctr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51362D78-24CA-4D3D-9B29-2733A8861005}" type="datetime'''''''''''3'''''''''',''''''''''''5'''''''''''">
              <a:rPr lang="en-US" altLang="en-US" sz="1400" kern="0" smtClean="0">
                <a:solidFill>
                  <a:schemeClr val="bg1"/>
                </a:solidFill>
                <a:cs typeface="+mn-cs"/>
              </a:rPr>
              <a:pPr/>
              <a:t>3,5</a:t>
            </a:fld>
            <a:endParaRPr lang="en-US" sz="1400" kern="0" dirty="0">
              <a:solidFill>
                <a:schemeClr val="bg1"/>
              </a:solidFill>
              <a:cs typeface="+mn-cs"/>
            </a:endParaRPr>
          </a:p>
        </p:txBody>
      </p:sp>
      <p:sp>
        <p:nvSpPr>
          <p:cNvPr id="102" name="Rectangle 3">
            <a:extLst>
              <a:ext uri="{FF2B5EF4-FFF2-40B4-BE49-F238E27FC236}">
                <a16:creationId xmlns:a16="http://schemas.microsoft.com/office/drawing/2014/main" id="{5403F8DC-A941-0D24-EF33-156B8C155746}"/>
              </a:ext>
            </a:extLst>
          </p:cNvPr>
          <p:cNvSpPr>
            <a:spLocks noGrp="1" noChangeArrowheads="1"/>
          </p:cNvSpPr>
          <p:nvPr>
            <p:custDataLst>
              <p:tags r:id="rId22"/>
            </p:custDataLst>
          </p:nvPr>
        </p:nvSpPr>
        <p:spPr bwMode="gray">
          <a:xfrm>
            <a:off x="4240214" y="5454650"/>
            <a:ext cx="296863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5400" tIns="0" rIns="25400" bIns="0" numCol="1" anchor="ctr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24E9953B-7A5F-42DF-88E0-CC6871608F67}" type="datetime'''''''''''''''1'''''',''''''''''9'''''''''''''">
              <a:rPr lang="en-US" altLang="en-US" sz="1400" kern="0" smtClean="0">
                <a:solidFill>
                  <a:schemeClr val="bg1"/>
                </a:solidFill>
                <a:cs typeface="+mn-cs"/>
              </a:rPr>
              <a:pPr/>
              <a:t>1,9</a:t>
            </a:fld>
            <a:endParaRPr lang="en-US" sz="1400" kern="0" dirty="0">
              <a:solidFill>
                <a:schemeClr val="bg1"/>
              </a:solidFill>
              <a:cs typeface="+mn-cs"/>
            </a:endParaRPr>
          </a:p>
        </p:txBody>
      </p:sp>
      <p:sp>
        <p:nvSpPr>
          <p:cNvPr id="103" name="Rectangle 3">
            <a:extLst>
              <a:ext uri="{FF2B5EF4-FFF2-40B4-BE49-F238E27FC236}">
                <a16:creationId xmlns:a16="http://schemas.microsoft.com/office/drawing/2014/main" id="{33C7F962-3337-6C6D-DB69-6C19B88BB4AA}"/>
              </a:ext>
            </a:extLst>
          </p:cNvPr>
          <p:cNvSpPr>
            <a:spLocks noGrp="1" noChangeArrowheads="1"/>
          </p:cNvSpPr>
          <p:nvPr>
            <p:custDataLst>
              <p:tags r:id="rId23"/>
            </p:custDataLst>
          </p:nvPr>
        </p:nvSpPr>
        <p:spPr bwMode="gray">
          <a:xfrm>
            <a:off x="5378451" y="5476875"/>
            <a:ext cx="296863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5400" tIns="0" rIns="25400" bIns="0" numCol="1" anchor="ctr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8D8CB4B5-7051-4FFA-A291-6D8CD22B0558}" type="datetime'''1,''''''''''''''''''''''''''''''''''8'''''''''''''''''''''">
              <a:rPr lang="en-US" altLang="en-US" sz="1400" kern="0" smtClean="0">
                <a:solidFill>
                  <a:schemeClr val="bg1"/>
                </a:solidFill>
                <a:cs typeface="+mn-cs"/>
              </a:rPr>
              <a:pPr/>
              <a:t>1,8</a:t>
            </a:fld>
            <a:endParaRPr lang="en-US" sz="1400" kern="0" dirty="0">
              <a:solidFill>
                <a:schemeClr val="bg1"/>
              </a:solidFill>
              <a:cs typeface="+mn-cs"/>
            </a:endParaRPr>
          </a:p>
        </p:txBody>
      </p:sp>
      <p:sp>
        <p:nvSpPr>
          <p:cNvPr id="104" name="Rectangle 3">
            <a:extLst>
              <a:ext uri="{FF2B5EF4-FFF2-40B4-BE49-F238E27FC236}">
                <a16:creationId xmlns:a16="http://schemas.microsoft.com/office/drawing/2014/main" id="{F5CF2F1A-705D-A792-E5FA-426AAC4ED41B}"/>
              </a:ext>
            </a:extLst>
          </p:cNvPr>
          <p:cNvSpPr>
            <a:spLocks noGrp="1" noChangeArrowheads="1"/>
          </p:cNvSpPr>
          <p:nvPr>
            <p:custDataLst>
              <p:tags r:id="rId24"/>
            </p:custDataLst>
          </p:nvPr>
        </p:nvSpPr>
        <p:spPr bwMode="gray">
          <a:xfrm>
            <a:off x="1965326" y="5227638"/>
            <a:ext cx="296863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5400" tIns="0" rIns="25400" bIns="0" numCol="1" anchor="ctr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5D850DB4-8F0A-471D-9283-E6AD73BADD67}" type="datetime'3'''''''''''',''''''''''''''''''''''''''''''''''''''''8'''">
              <a:rPr lang="en-US" altLang="en-US" sz="1400" kern="0" smtClean="0">
                <a:solidFill>
                  <a:schemeClr val="bg1"/>
                </a:solidFill>
                <a:cs typeface="+mn-cs"/>
              </a:rPr>
              <a:pPr/>
              <a:t>3,8</a:t>
            </a:fld>
            <a:endParaRPr lang="en-US" sz="1400" kern="0" dirty="0">
              <a:solidFill>
                <a:schemeClr val="bg1"/>
              </a:solidFill>
              <a:cs typeface="+mn-cs"/>
            </a:endParaRPr>
          </a:p>
        </p:txBody>
      </p:sp>
      <p:sp>
        <p:nvSpPr>
          <p:cNvPr id="107" name="Rectangle 3">
            <a:extLst>
              <a:ext uri="{FF2B5EF4-FFF2-40B4-BE49-F238E27FC236}">
                <a16:creationId xmlns:a16="http://schemas.microsoft.com/office/drawing/2014/main" id="{62EEF4BD-7914-AE1D-F44D-0316FDE0C764}"/>
              </a:ext>
            </a:extLst>
          </p:cNvPr>
          <p:cNvSpPr>
            <a:spLocks noGrp="1" noChangeArrowheads="1"/>
          </p:cNvSpPr>
          <p:nvPr>
            <p:custDataLst>
              <p:tags r:id="rId25"/>
            </p:custDataLst>
          </p:nvPr>
        </p:nvSpPr>
        <p:spPr bwMode="gray">
          <a:xfrm>
            <a:off x="11068050" y="5022850"/>
            <a:ext cx="296863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5400" tIns="0" rIns="25400" bIns="0" numCol="1" anchor="ctr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5977C986-633F-4980-A211-6696F148D90E}" type="datetime'''''''''''''''''5'''''',''''''''6'''''''''''">
              <a:rPr lang="en-US" altLang="en-US" sz="1400" kern="0" smtClean="0">
                <a:solidFill>
                  <a:schemeClr val="bg1"/>
                </a:solidFill>
                <a:cs typeface="+mn-cs"/>
              </a:rPr>
              <a:pPr/>
              <a:t>5,6</a:t>
            </a:fld>
            <a:endParaRPr lang="en-US" sz="1400" kern="0" dirty="0">
              <a:solidFill>
                <a:schemeClr val="bg1"/>
              </a:solidFill>
              <a:cs typeface="+mn-cs"/>
            </a:endParaRPr>
          </a:p>
        </p:txBody>
      </p:sp>
      <p:sp>
        <p:nvSpPr>
          <p:cNvPr id="93" name="Metin kutusu 75">
            <a:extLst>
              <a:ext uri="{FF2B5EF4-FFF2-40B4-BE49-F238E27FC236}">
                <a16:creationId xmlns:a16="http://schemas.microsoft.com/office/drawing/2014/main" id="{2BF1918C-20E1-3FF8-8D46-9DC8DA976176}"/>
              </a:ext>
            </a:extLst>
          </p:cNvPr>
          <p:cNvSpPr txBox="1"/>
          <p:nvPr/>
        </p:nvSpPr>
        <p:spPr>
          <a:xfrm>
            <a:off x="13493" y="6580188"/>
            <a:ext cx="1219200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100" dirty="0">
                <a:latin typeface="+mj-lt"/>
                <a:ea typeface="Tahoma" panose="020B0604030504040204" pitchFamily="34" charset="0"/>
                <a:cs typeface="Tahoma" panose="020B0604030504040204" pitchFamily="34" charset="0"/>
              </a:rPr>
              <a:t>Kaynak: Google, TEPAV hesaplamaları</a:t>
            </a:r>
          </a:p>
        </p:txBody>
      </p:sp>
    </p:spTree>
    <p:extLst>
      <p:ext uri="{BB962C8B-B14F-4D97-AF65-F5344CB8AC3E}">
        <p14:creationId xmlns:p14="http://schemas.microsoft.com/office/powerpoint/2010/main" val="40889408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5A5BAB-6443-D4D0-071B-A21C81878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" name="think-cell data - do not delete" hidden="1">
            <a:extLst>
              <a:ext uri="{FF2B5EF4-FFF2-40B4-BE49-F238E27FC236}">
                <a16:creationId xmlns:a16="http://schemas.microsoft.com/office/drawing/2014/main" id="{B304D873-8184-8542-4DBE-8828F5C9735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9159771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3" imgW="454" imgH="454" progId="TCLayout.ActiveDocument.1">
                  <p:embed/>
                </p:oleObj>
              </mc:Choice>
              <mc:Fallback>
                <p:oleObj name="think-cell Slide" r:id="rId23" imgW="454" imgH="454" progId="TCLayout.ActiveDocument.1">
                  <p:embed/>
                  <p:pic>
                    <p:nvPicPr>
                      <p:cNvPr id="1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69343EE-4810-DBC3-CBDB-2FAD65AD59A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Başlık 1">
            <a:extLst>
              <a:ext uri="{FF2B5EF4-FFF2-40B4-BE49-F238E27FC236}">
                <a16:creationId xmlns:a16="http://schemas.microsoft.com/office/drawing/2014/main" id="{E4EA760E-8855-30C8-65DB-3C39CB6CA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A69D8415-BF93-5C3E-19CD-3FB7442CCDC2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tr-TR" b="1" dirty="0"/>
              <a:t>Ülkelere göre alt başlığa tıklanma oranı, %, 23.09.2024-24.09.2025</a:t>
            </a:r>
            <a:endParaRPr lang="en-US" b="1" dirty="0"/>
          </a:p>
        </p:txBody>
      </p:sp>
      <p:graphicFrame>
        <p:nvGraphicFramePr>
          <p:cNvPr id="68" name="Chart 3">
            <a:extLst>
              <a:ext uri="{FF2B5EF4-FFF2-40B4-BE49-F238E27FC236}">
                <a16:creationId xmlns:a16="http://schemas.microsoft.com/office/drawing/2014/main" id="{C6B954B4-557F-C295-7F7D-9529F7F59A86}"/>
              </a:ext>
            </a:extLst>
          </p:cNvPr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992084215"/>
              </p:ext>
            </p:extLst>
          </p:nvPr>
        </p:nvGraphicFramePr>
        <p:xfrm>
          <a:off x="323850" y="2849563"/>
          <a:ext cx="11544300" cy="3022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5"/>
          </a:graphicData>
        </a:graphic>
      </p:graphicFrame>
      <p:cxnSp>
        <p:nvCxnSpPr>
          <p:cNvPr id="56" name="Düz Bağlayıcı 55">
            <a:extLst>
              <a:ext uri="{FF2B5EF4-FFF2-40B4-BE49-F238E27FC236}">
                <a16:creationId xmlns:a16="http://schemas.microsoft.com/office/drawing/2014/main" id="{F3C5412D-3F07-3B28-A39D-8BD5628C521F}"/>
              </a:ext>
            </a:extLst>
          </p:cNvPr>
          <p:cNvCxnSpPr/>
          <p:nvPr>
            <p:custDataLst>
              <p:tags r:id="rId3"/>
            </p:custDataLst>
          </p:nvPr>
        </p:nvCxnSpPr>
        <p:spPr bwMode="auto">
          <a:xfrm>
            <a:off x="406400" y="3249613"/>
            <a:ext cx="11379200" cy="0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10502669-45FB-7888-8662-941A230E0C1F}"/>
              </a:ext>
            </a:extLst>
          </p:cNvPr>
          <p:cNvSpPr>
            <a:spLocks noGrp="1" noChangeArrowheads="1"/>
          </p:cNvSpPr>
          <p:nvPr>
            <p:custDataLst>
              <p:tags r:id="rId4"/>
            </p:custDataLst>
          </p:nvPr>
        </p:nvSpPr>
        <p:spPr bwMode="auto">
          <a:xfrm>
            <a:off x="739775" y="5848350"/>
            <a:ext cx="593725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F54CABB2-2E23-4CD4-B086-798CB44CE347}" type="datetime'''''T''''''''ü''''''''''r''k''''''''''''''i''''''''''''''ye'''">
              <a:rPr lang="en-US" altLang="en-US" sz="1400" kern="0" smtClean="0">
                <a:cs typeface="+mn-cs"/>
              </a:rPr>
              <a:pPr/>
              <a:t>Türkiye</a:t>
            </a:fld>
            <a:endParaRPr lang="en-US" sz="1400" kern="0" dirty="0">
              <a:cs typeface="+mn-cs"/>
            </a:endParaRPr>
          </a:p>
        </p:txBody>
      </p:sp>
      <p:sp>
        <p:nvSpPr>
          <p:cNvPr id="23" name="Rectangle 3">
            <a:extLst>
              <a:ext uri="{FF2B5EF4-FFF2-40B4-BE49-F238E27FC236}">
                <a16:creationId xmlns:a16="http://schemas.microsoft.com/office/drawing/2014/main" id="{0BE0E92C-4DE2-F0A6-6F79-A80E37A307A4}"/>
              </a:ext>
            </a:extLst>
          </p:cNvPr>
          <p:cNvSpPr>
            <a:spLocks noGrp="1" noChangeArrowheads="1"/>
          </p:cNvSpPr>
          <p:nvPr>
            <p:custDataLst>
              <p:tags r:id="rId5"/>
            </p:custDataLst>
          </p:nvPr>
        </p:nvSpPr>
        <p:spPr bwMode="auto">
          <a:xfrm>
            <a:off x="2112963" y="5848350"/>
            <a:ext cx="379413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81412DB0-5EC6-474C-B5D8-01808D5BAA56}" type="datetime'''''''''''''''''''A''''''''''''''''B''''''''''D'''''''''''''">
              <a:rPr lang="en-US" altLang="en-US" sz="1400" kern="0" smtClean="0">
                <a:cs typeface="+mn-cs"/>
              </a:rPr>
              <a:pPr/>
              <a:t>ABD</a:t>
            </a:fld>
            <a:endParaRPr lang="en-US" sz="1400" kern="0" dirty="0">
              <a:cs typeface="+mn-cs"/>
            </a:endParaRPr>
          </a:p>
        </p:txBody>
      </p:sp>
      <p:sp>
        <p:nvSpPr>
          <p:cNvPr id="28" name="Rectangle 3">
            <a:extLst>
              <a:ext uri="{FF2B5EF4-FFF2-40B4-BE49-F238E27FC236}">
                <a16:creationId xmlns:a16="http://schemas.microsoft.com/office/drawing/2014/main" id="{3F5091C0-0D99-5980-BE07-252DCDB51094}"/>
              </a:ext>
            </a:extLst>
          </p:cNvPr>
          <p:cNvSpPr>
            <a:spLocks noGrp="1" noChangeArrowheads="1"/>
          </p:cNvSpPr>
          <p:nvPr>
            <p:custDataLst>
              <p:tags r:id="rId6"/>
            </p:custDataLst>
          </p:nvPr>
        </p:nvSpPr>
        <p:spPr bwMode="auto">
          <a:xfrm>
            <a:off x="3425825" y="5848350"/>
            <a:ext cx="279400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D9C0AE53-252E-44EC-B2D8-928C33982AF8}" type="datetime'''''''''''Ç''''''''''''i''''''''''''''''''n'''''''''''''">
              <a:rPr lang="en-US" altLang="en-US" sz="1400" kern="0" smtClean="0">
                <a:cs typeface="+mn-cs"/>
              </a:rPr>
              <a:pPr/>
              <a:t>Çin</a:t>
            </a:fld>
            <a:endParaRPr lang="en-US" sz="1400" kern="0" dirty="0">
              <a:cs typeface="+mn-cs"/>
            </a:endParaRPr>
          </a:p>
        </p:txBody>
      </p:sp>
      <p:sp>
        <p:nvSpPr>
          <p:cNvPr id="32" name="Rectangle 3">
            <a:extLst>
              <a:ext uri="{FF2B5EF4-FFF2-40B4-BE49-F238E27FC236}">
                <a16:creationId xmlns:a16="http://schemas.microsoft.com/office/drawing/2014/main" id="{D03E3388-DC75-69E7-96E4-7B955A03645E}"/>
              </a:ext>
            </a:extLst>
          </p:cNvPr>
          <p:cNvSpPr>
            <a:spLocks noGrp="1" noChangeArrowheads="1"/>
          </p:cNvSpPr>
          <p:nvPr>
            <p:custDataLst>
              <p:tags r:id="rId7"/>
            </p:custDataLst>
          </p:nvPr>
        </p:nvSpPr>
        <p:spPr bwMode="auto">
          <a:xfrm>
            <a:off x="4543425" y="5848350"/>
            <a:ext cx="574675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C7F280A8-FA96-42BF-989E-7448B7A1BA6F}" type="datetime'N''''''o''r''''''''''''''''''''''v''''e''''''''''''''ç'">
              <a:rPr lang="en-US" altLang="en-US" sz="1400" kern="0" smtClean="0">
                <a:cs typeface="+mn-cs"/>
              </a:rPr>
              <a:pPr/>
              <a:t>Norveç</a:t>
            </a:fld>
            <a:endParaRPr lang="en-US" sz="1400" kern="0" dirty="0">
              <a:cs typeface="+mn-cs"/>
            </a:endParaRPr>
          </a:p>
        </p:txBody>
      </p:sp>
      <p:sp>
        <p:nvSpPr>
          <p:cNvPr id="37" name="Rectangle 3">
            <a:extLst>
              <a:ext uri="{FF2B5EF4-FFF2-40B4-BE49-F238E27FC236}">
                <a16:creationId xmlns:a16="http://schemas.microsoft.com/office/drawing/2014/main" id="{9E7D372A-4307-5F6E-C1CF-7CAD46A9C920}"/>
              </a:ext>
            </a:extLst>
          </p:cNvPr>
          <p:cNvSpPr>
            <a:spLocks noGrp="1" noChangeArrowheads="1"/>
          </p:cNvSpPr>
          <p:nvPr>
            <p:custDataLst>
              <p:tags r:id="rId8"/>
            </p:custDataLst>
          </p:nvPr>
        </p:nvSpPr>
        <p:spPr bwMode="auto">
          <a:xfrm>
            <a:off x="5743575" y="5848350"/>
            <a:ext cx="703263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903D86F3-41B8-46A8-88D5-C667FAC3B990}" type="datetime'''A''''''''''''''''l''m''''''a''''n''''''''''''''''ya'''''''''">
              <a:rPr lang="en-US" altLang="en-US" sz="1400" kern="0" smtClean="0">
                <a:cs typeface="+mn-cs"/>
              </a:rPr>
              <a:pPr/>
              <a:t>Almanya</a:t>
            </a:fld>
            <a:endParaRPr lang="en-US" sz="1400" kern="0" dirty="0">
              <a:cs typeface="+mn-cs"/>
            </a:endParaRPr>
          </a:p>
        </p:txBody>
      </p:sp>
      <p:sp>
        <p:nvSpPr>
          <p:cNvPr id="42" name="Rectangle 3">
            <a:extLst>
              <a:ext uri="{FF2B5EF4-FFF2-40B4-BE49-F238E27FC236}">
                <a16:creationId xmlns:a16="http://schemas.microsoft.com/office/drawing/2014/main" id="{87E9058E-D873-0805-F8B9-ABC0C4E3DD40}"/>
              </a:ext>
            </a:extLst>
          </p:cNvPr>
          <p:cNvSpPr>
            <a:spLocks noGrp="1" noChangeArrowheads="1"/>
          </p:cNvSpPr>
          <p:nvPr>
            <p:custDataLst>
              <p:tags r:id="rId9"/>
            </p:custDataLst>
          </p:nvPr>
        </p:nvSpPr>
        <p:spPr bwMode="auto">
          <a:xfrm>
            <a:off x="7083425" y="5848350"/>
            <a:ext cx="554038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2DE4AE42-3D67-428E-9222-54DD4126EF11}" type="datetime'İr''''''''''la''''n''''''''''''''''''d''a'''">
              <a:rPr lang="en-US" altLang="en-US" sz="1400" kern="0" smtClean="0">
                <a:cs typeface="+mn-cs"/>
              </a:rPr>
              <a:pPr/>
              <a:t>İrlanda</a:t>
            </a:fld>
            <a:endParaRPr lang="en-US" sz="1400" kern="0" dirty="0">
              <a:cs typeface="+mn-cs"/>
            </a:endParaRPr>
          </a:p>
        </p:txBody>
      </p:sp>
      <p:sp>
        <p:nvSpPr>
          <p:cNvPr id="47" name="Rectangle 3">
            <a:extLst>
              <a:ext uri="{FF2B5EF4-FFF2-40B4-BE49-F238E27FC236}">
                <a16:creationId xmlns:a16="http://schemas.microsoft.com/office/drawing/2014/main" id="{D0DC11E3-1255-89E4-DC42-F4A91564C0AB}"/>
              </a:ext>
            </a:extLst>
          </p:cNvPr>
          <p:cNvSpPr>
            <a:spLocks noGrp="1" noChangeArrowheads="1"/>
          </p:cNvSpPr>
          <p:nvPr>
            <p:custDataLst>
              <p:tags r:id="rId10"/>
            </p:custDataLst>
          </p:nvPr>
        </p:nvSpPr>
        <p:spPr bwMode="auto">
          <a:xfrm>
            <a:off x="8267700" y="5848350"/>
            <a:ext cx="712788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D27F5E24-726E-4B85-8173-0AE46DCC5FAC}" type="datetime'''''''''''''''''''''''''H''''ol''l''a''''''''''n''da'''''">
              <a:rPr lang="en-US" altLang="en-US" sz="1400" kern="0" smtClean="0">
                <a:cs typeface="+mn-cs"/>
              </a:rPr>
              <a:pPr/>
              <a:t>Hollanda</a:t>
            </a:fld>
            <a:endParaRPr lang="en-US" sz="1400" kern="0" dirty="0">
              <a:cs typeface="+mn-cs"/>
            </a:endParaRPr>
          </a:p>
        </p:txBody>
      </p:sp>
      <p:sp>
        <p:nvSpPr>
          <p:cNvPr id="52" name="Rectangle 3">
            <a:extLst>
              <a:ext uri="{FF2B5EF4-FFF2-40B4-BE49-F238E27FC236}">
                <a16:creationId xmlns:a16="http://schemas.microsoft.com/office/drawing/2014/main" id="{15428D72-1774-69FC-2071-B22382551CAC}"/>
              </a:ext>
            </a:extLst>
          </p:cNvPr>
          <p:cNvSpPr>
            <a:spLocks noGrp="1" noChangeArrowheads="1"/>
          </p:cNvSpPr>
          <p:nvPr>
            <p:custDataLst>
              <p:tags r:id="rId11"/>
            </p:custDataLst>
          </p:nvPr>
        </p:nvSpPr>
        <p:spPr bwMode="auto">
          <a:xfrm>
            <a:off x="9567863" y="5848350"/>
            <a:ext cx="642938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E5C2987F-3051-4E8C-BDA4-F371B87B4213}" type="datetime'İn''''''''g''''''''''''''''''ilt''''''''''ere'''">
              <a:rPr lang="en-US" altLang="en-US" sz="1400" kern="0" smtClean="0">
                <a:cs typeface="+mn-cs"/>
              </a:rPr>
              <a:pPr/>
              <a:t>İngiltere</a:t>
            </a:fld>
            <a:endParaRPr lang="en-US" sz="1400" kern="0" dirty="0">
              <a:cs typeface="+mn-cs"/>
            </a:endParaRPr>
          </a:p>
        </p:txBody>
      </p:sp>
      <p:sp>
        <p:nvSpPr>
          <p:cNvPr id="57" name="Rectangle 3">
            <a:extLst>
              <a:ext uri="{FF2B5EF4-FFF2-40B4-BE49-F238E27FC236}">
                <a16:creationId xmlns:a16="http://schemas.microsoft.com/office/drawing/2014/main" id="{33346C44-8540-591A-301D-80B2545B4A39}"/>
              </a:ext>
            </a:extLst>
          </p:cNvPr>
          <p:cNvSpPr>
            <a:spLocks noGrp="1" noChangeArrowheads="1"/>
          </p:cNvSpPr>
          <p:nvPr>
            <p:custDataLst>
              <p:tags r:id="rId12"/>
            </p:custDataLst>
          </p:nvPr>
        </p:nvSpPr>
        <p:spPr bwMode="auto">
          <a:xfrm>
            <a:off x="10871200" y="5848350"/>
            <a:ext cx="563563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F1349AB8-9EF5-40D8-8CD7-5FB52D5FCF58}" type="datetime'Fr''''''''''''''''''''a''''''''''''''''''''n''''s''''a'''">
              <a:rPr lang="en-US" altLang="en-US" sz="1400" kern="0" smtClean="0">
                <a:cs typeface="+mn-cs"/>
              </a:rPr>
              <a:pPr/>
              <a:t>Fransa</a:t>
            </a:fld>
            <a:endParaRPr lang="en-US" sz="1400" kern="0" dirty="0">
              <a:cs typeface="+mn-cs"/>
            </a:endParaRPr>
          </a:p>
        </p:txBody>
      </p:sp>
      <p:sp>
        <p:nvSpPr>
          <p:cNvPr id="38" name="Rectangle 3">
            <a:extLst>
              <a:ext uri="{FF2B5EF4-FFF2-40B4-BE49-F238E27FC236}">
                <a16:creationId xmlns:a16="http://schemas.microsoft.com/office/drawing/2014/main" id="{153DE0D1-72A8-3ADA-F110-ED49DF880338}"/>
              </a:ext>
            </a:extLst>
          </p:cNvPr>
          <p:cNvSpPr>
            <a:spLocks noGrp="1" noChangeArrowheads="1"/>
          </p:cNvSpPr>
          <p:nvPr>
            <p:custDataLst>
              <p:tags r:id="rId13"/>
            </p:custDataLst>
          </p:nvPr>
        </p:nvSpPr>
        <p:spPr bwMode="gray">
          <a:xfrm>
            <a:off x="839788" y="4414838"/>
            <a:ext cx="395288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5400" tIns="0" rIns="25400" bIns="0" numCol="1" anchor="ctr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AF581A2E-5717-48F9-8EE0-6BB5CFF73630}" type="datetime'''''''''''''''''''''''''''''8''''''''''''''''''1'',''8'''''''">
              <a:rPr lang="en-US" altLang="en-US" sz="1400" kern="0" smtClean="0">
                <a:solidFill>
                  <a:schemeClr val="bg1"/>
                </a:solidFill>
                <a:effectLst/>
                <a:cs typeface="+mn-cs"/>
              </a:rPr>
              <a:pPr marL="0" lvl="0" indent="0" algn="ctr">
                <a:spcBef>
                  <a:spcPct val="0"/>
                </a:spcBef>
                <a:buNone/>
              </a:pPr>
              <a:t>81,8</a:t>
            </a:fld>
            <a:endParaRPr lang="en-US" sz="1400" kern="0" dirty="0">
              <a:solidFill>
                <a:schemeClr val="bg1"/>
              </a:solidFill>
              <a:cs typeface="+mn-cs"/>
            </a:endParaRPr>
          </a:p>
        </p:txBody>
      </p:sp>
      <p:sp>
        <p:nvSpPr>
          <p:cNvPr id="39" name="Rectangle 3">
            <a:extLst>
              <a:ext uri="{FF2B5EF4-FFF2-40B4-BE49-F238E27FC236}">
                <a16:creationId xmlns:a16="http://schemas.microsoft.com/office/drawing/2014/main" id="{30529A72-BB84-0DC8-CD76-3A67806A18E2}"/>
              </a:ext>
            </a:extLst>
          </p:cNvPr>
          <p:cNvSpPr>
            <a:spLocks noGrp="1" noChangeArrowheads="1"/>
          </p:cNvSpPr>
          <p:nvPr>
            <p:custDataLst>
              <p:tags r:id="rId14"/>
            </p:custDataLst>
          </p:nvPr>
        </p:nvSpPr>
        <p:spPr bwMode="gray">
          <a:xfrm>
            <a:off x="2105025" y="4460875"/>
            <a:ext cx="395288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5400" tIns="0" rIns="25400" bIns="0" numCol="1" anchor="ctr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8EB3990E-2AD2-4B92-9A9F-AE85E7333FEE}" type="datetime'7''''''''''''''''''''''''''''''''''8'''''',9'''''''''''''">
              <a:rPr lang="en-US" altLang="en-US" sz="1400" kern="0" smtClean="0">
                <a:solidFill>
                  <a:schemeClr val="bg1"/>
                </a:solidFill>
                <a:effectLst/>
                <a:cs typeface="+mn-cs"/>
              </a:rPr>
              <a:pPr marL="0" lvl="0" indent="0" algn="ctr">
                <a:spcBef>
                  <a:spcPct val="0"/>
                </a:spcBef>
                <a:buNone/>
              </a:pPr>
              <a:t>78,9</a:t>
            </a:fld>
            <a:endParaRPr lang="en-US" sz="1400" kern="0" dirty="0">
              <a:solidFill>
                <a:schemeClr val="bg1"/>
              </a:solidFill>
              <a:cs typeface="+mn-cs"/>
            </a:endParaRPr>
          </a:p>
        </p:txBody>
      </p:sp>
      <p:sp>
        <p:nvSpPr>
          <p:cNvPr id="40" name="Rectangle 3">
            <a:extLst>
              <a:ext uri="{FF2B5EF4-FFF2-40B4-BE49-F238E27FC236}">
                <a16:creationId xmlns:a16="http://schemas.microsoft.com/office/drawing/2014/main" id="{95279844-7AA1-9CA0-D169-1C93B39A76E7}"/>
              </a:ext>
            </a:extLst>
          </p:cNvPr>
          <p:cNvSpPr>
            <a:spLocks noGrp="1" noChangeArrowheads="1"/>
          </p:cNvSpPr>
          <p:nvPr>
            <p:custDataLst>
              <p:tags r:id="rId15"/>
            </p:custDataLst>
          </p:nvPr>
        </p:nvSpPr>
        <p:spPr bwMode="gray">
          <a:xfrm>
            <a:off x="3368675" y="4254500"/>
            <a:ext cx="395288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5400" tIns="0" rIns="25400" bIns="0" numCol="1" anchor="ctr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3F1FF6A7-8246-4784-BFEC-54DF29F07E14}" type="datetime'''''9''''''2,''''2'''''''''''''">
              <a:rPr lang="en-US" altLang="en-US" sz="1400" kern="0" smtClean="0">
                <a:solidFill>
                  <a:schemeClr val="bg1"/>
                </a:solidFill>
                <a:effectLst/>
                <a:cs typeface="+mn-cs"/>
              </a:rPr>
              <a:pPr marL="0" lvl="0" indent="0" algn="ctr">
                <a:spcBef>
                  <a:spcPct val="0"/>
                </a:spcBef>
                <a:buNone/>
              </a:pPr>
              <a:t>92,2</a:t>
            </a:fld>
            <a:endParaRPr lang="en-US" sz="1400" kern="0" dirty="0">
              <a:solidFill>
                <a:schemeClr val="bg1"/>
              </a:solidFill>
              <a:cs typeface="+mn-cs"/>
            </a:endParaRPr>
          </a:p>
        </p:txBody>
      </p:sp>
      <p:sp>
        <p:nvSpPr>
          <p:cNvPr id="41" name="Rectangle 3">
            <a:extLst>
              <a:ext uri="{FF2B5EF4-FFF2-40B4-BE49-F238E27FC236}">
                <a16:creationId xmlns:a16="http://schemas.microsoft.com/office/drawing/2014/main" id="{F4F3C44E-2944-59AF-24D8-E1948911BF1A}"/>
              </a:ext>
            </a:extLst>
          </p:cNvPr>
          <p:cNvSpPr>
            <a:spLocks noGrp="1" noChangeArrowheads="1"/>
          </p:cNvSpPr>
          <p:nvPr>
            <p:custDataLst>
              <p:tags r:id="rId16"/>
            </p:custDataLst>
          </p:nvPr>
        </p:nvSpPr>
        <p:spPr bwMode="gray">
          <a:xfrm>
            <a:off x="4683125" y="5551488"/>
            <a:ext cx="296863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5400" tIns="0" rIns="25400" bIns="0" numCol="1" anchor="ctr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2459F7F9-2BB6-4AE7-8734-B81F59CD5D5C}" type="datetime'''''''''''''''''''''8'''''''',''''''''''''''4'''''''''">
              <a:rPr lang="en-US" altLang="en-US" sz="1400" kern="0" smtClean="0">
                <a:solidFill>
                  <a:schemeClr val="bg1"/>
                </a:solidFill>
                <a:effectLst/>
                <a:cs typeface="+mn-cs"/>
              </a:rPr>
              <a:pPr marL="0" lvl="0" indent="0" algn="ctr">
                <a:spcBef>
                  <a:spcPct val="0"/>
                </a:spcBef>
                <a:buNone/>
              </a:pPr>
              <a:t>8,4</a:t>
            </a:fld>
            <a:endParaRPr lang="en-US" sz="1400" kern="0" dirty="0">
              <a:solidFill>
                <a:schemeClr val="bg1"/>
              </a:solidFill>
              <a:cs typeface="+mn-cs"/>
            </a:endParaRPr>
          </a:p>
        </p:txBody>
      </p:sp>
      <p:sp>
        <p:nvSpPr>
          <p:cNvPr id="43" name="Rectangle 3">
            <a:extLst>
              <a:ext uri="{FF2B5EF4-FFF2-40B4-BE49-F238E27FC236}">
                <a16:creationId xmlns:a16="http://schemas.microsoft.com/office/drawing/2014/main" id="{64F02DB6-94E8-909F-3FC0-19F5DB754F02}"/>
              </a:ext>
            </a:extLst>
          </p:cNvPr>
          <p:cNvSpPr>
            <a:spLocks noGrp="1" noChangeArrowheads="1"/>
          </p:cNvSpPr>
          <p:nvPr>
            <p:custDataLst>
              <p:tags r:id="rId17"/>
            </p:custDataLst>
          </p:nvPr>
        </p:nvSpPr>
        <p:spPr bwMode="gray">
          <a:xfrm>
            <a:off x="5897563" y="4406900"/>
            <a:ext cx="395288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5400" tIns="0" rIns="25400" bIns="0" numCol="1" anchor="ctr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26D0BDF0-A816-419A-A259-9007D1EDD649}" type="datetime'''''''''''''8''''''''''''2'''''''''''''',''4'''''''''''">
              <a:rPr lang="en-US" altLang="en-US" sz="1400" kern="0" smtClean="0">
                <a:solidFill>
                  <a:schemeClr val="bg1"/>
                </a:solidFill>
                <a:effectLst/>
                <a:cs typeface="+mn-cs"/>
              </a:rPr>
              <a:pPr marL="0" lvl="0" indent="0" algn="ctr">
                <a:spcBef>
                  <a:spcPct val="0"/>
                </a:spcBef>
                <a:buNone/>
              </a:pPr>
              <a:t>82,4</a:t>
            </a:fld>
            <a:endParaRPr lang="en-US" sz="1400" kern="0" dirty="0">
              <a:solidFill>
                <a:schemeClr val="bg1"/>
              </a:solidFill>
              <a:cs typeface="+mn-cs"/>
            </a:endParaRPr>
          </a:p>
        </p:txBody>
      </p:sp>
      <p:sp>
        <p:nvSpPr>
          <p:cNvPr id="44" name="Rectangle 3">
            <a:extLst>
              <a:ext uri="{FF2B5EF4-FFF2-40B4-BE49-F238E27FC236}">
                <a16:creationId xmlns:a16="http://schemas.microsoft.com/office/drawing/2014/main" id="{76E5E63A-7854-E3D2-81D7-E0E072475FED}"/>
              </a:ext>
            </a:extLst>
          </p:cNvPr>
          <p:cNvSpPr>
            <a:spLocks noGrp="1" noChangeArrowheads="1"/>
          </p:cNvSpPr>
          <p:nvPr>
            <p:custDataLst>
              <p:tags r:id="rId18"/>
            </p:custDataLst>
          </p:nvPr>
        </p:nvSpPr>
        <p:spPr bwMode="gray">
          <a:xfrm>
            <a:off x="7162800" y="5284788"/>
            <a:ext cx="395288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5400" tIns="0" rIns="25400" bIns="0" numCol="1" anchor="ctr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DD5D977D-17FA-433D-99FE-52A3F1BCF177}" type="datetime'2''''5'''''''''''''''''',''''''7'''''">
              <a:rPr lang="en-US" altLang="en-US" sz="1400" kern="0" smtClean="0">
                <a:solidFill>
                  <a:schemeClr val="bg1"/>
                </a:solidFill>
                <a:effectLst/>
                <a:cs typeface="+mn-cs"/>
              </a:rPr>
              <a:pPr marL="0" lvl="0" indent="0" algn="ctr">
                <a:spcBef>
                  <a:spcPct val="0"/>
                </a:spcBef>
                <a:buNone/>
              </a:pPr>
              <a:t>25,7</a:t>
            </a:fld>
            <a:endParaRPr lang="en-US" sz="1400" kern="0" dirty="0">
              <a:solidFill>
                <a:schemeClr val="bg1"/>
              </a:solidFill>
              <a:cs typeface="+mn-cs"/>
            </a:endParaRPr>
          </a:p>
        </p:txBody>
      </p:sp>
      <p:sp>
        <p:nvSpPr>
          <p:cNvPr id="45" name="Rectangle 3">
            <a:extLst>
              <a:ext uri="{FF2B5EF4-FFF2-40B4-BE49-F238E27FC236}">
                <a16:creationId xmlns:a16="http://schemas.microsoft.com/office/drawing/2014/main" id="{E8D942D8-C785-A9E0-3BA5-DE2BCB07793C}"/>
              </a:ext>
            </a:extLst>
          </p:cNvPr>
          <p:cNvSpPr>
            <a:spLocks noGrp="1" noChangeArrowheads="1"/>
          </p:cNvSpPr>
          <p:nvPr>
            <p:custDataLst>
              <p:tags r:id="rId19"/>
            </p:custDataLst>
          </p:nvPr>
        </p:nvSpPr>
        <p:spPr bwMode="gray">
          <a:xfrm>
            <a:off x="8426450" y="4497388"/>
            <a:ext cx="395288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5400" tIns="0" rIns="25400" bIns="0" numCol="1" anchor="ctr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2D2F3775-F5A1-48E2-AC39-67698C23129A}" type="datetime'''7''6,''''''''''''''''''''''6'''''''''''''''">
              <a:rPr lang="en-US" altLang="en-US" sz="1400" kern="0" smtClean="0">
                <a:solidFill>
                  <a:schemeClr val="bg1"/>
                </a:solidFill>
                <a:effectLst/>
                <a:cs typeface="+mn-cs"/>
              </a:rPr>
              <a:pPr marL="0" lvl="0" indent="0" algn="ctr">
                <a:spcBef>
                  <a:spcPct val="0"/>
                </a:spcBef>
                <a:buNone/>
              </a:pPr>
              <a:t>76,6</a:t>
            </a:fld>
            <a:endParaRPr lang="en-US" sz="1400" kern="0" dirty="0">
              <a:solidFill>
                <a:schemeClr val="bg1"/>
              </a:solidFill>
              <a:cs typeface="+mn-cs"/>
            </a:endParaRPr>
          </a:p>
        </p:txBody>
      </p:sp>
      <p:sp>
        <p:nvSpPr>
          <p:cNvPr id="46" name="Rectangle 3">
            <a:extLst>
              <a:ext uri="{FF2B5EF4-FFF2-40B4-BE49-F238E27FC236}">
                <a16:creationId xmlns:a16="http://schemas.microsoft.com/office/drawing/2014/main" id="{26CF222B-7D0A-C8D2-FE7F-5FF43684BEDD}"/>
              </a:ext>
            </a:extLst>
          </p:cNvPr>
          <p:cNvSpPr>
            <a:spLocks noGrp="1" noChangeArrowheads="1"/>
          </p:cNvSpPr>
          <p:nvPr>
            <p:custDataLst>
              <p:tags r:id="rId20"/>
            </p:custDataLst>
          </p:nvPr>
        </p:nvSpPr>
        <p:spPr bwMode="gray">
          <a:xfrm>
            <a:off x="9691688" y="4524375"/>
            <a:ext cx="395288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5400" tIns="0" rIns="25400" bIns="0" numCol="1" anchor="ctr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070C6E02-B088-4435-95FD-1292894C5BDD}" type="datetime'''''7''''''''''''''''4'''''''''''',''8'''''''''''''''''''''">
              <a:rPr lang="en-US" altLang="en-US" sz="1400" kern="0" smtClean="0">
                <a:solidFill>
                  <a:schemeClr val="bg1"/>
                </a:solidFill>
                <a:effectLst/>
                <a:cs typeface="+mn-cs"/>
              </a:rPr>
              <a:pPr marL="0" lvl="0" indent="0" algn="ctr">
                <a:spcBef>
                  <a:spcPct val="0"/>
                </a:spcBef>
                <a:buNone/>
              </a:pPr>
              <a:t>74,8</a:t>
            </a:fld>
            <a:endParaRPr lang="en-US" sz="1400" kern="0" dirty="0">
              <a:solidFill>
                <a:schemeClr val="bg1"/>
              </a:solidFill>
              <a:cs typeface="+mn-cs"/>
            </a:endParaRPr>
          </a:p>
        </p:txBody>
      </p:sp>
      <p:sp>
        <p:nvSpPr>
          <p:cNvPr id="48" name="Rectangle 3">
            <a:extLst>
              <a:ext uri="{FF2B5EF4-FFF2-40B4-BE49-F238E27FC236}">
                <a16:creationId xmlns:a16="http://schemas.microsoft.com/office/drawing/2014/main" id="{DCB6EBE1-79F6-850B-7D4F-C491616D52F1}"/>
              </a:ext>
            </a:extLst>
          </p:cNvPr>
          <p:cNvSpPr>
            <a:spLocks noGrp="1" noChangeArrowheads="1"/>
          </p:cNvSpPr>
          <p:nvPr>
            <p:custDataLst>
              <p:tags r:id="rId21"/>
            </p:custDataLst>
          </p:nvPr>
        </p:nvSpPr>
        <p:spPr bwMode="gray">
          <a:xfrm>
            <a:off x="10955338" y="4448175"/>
            <a:ext cx="395288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5400" tIns="0" rIns="25400" bIns="0" numCol="1" anchor="ctr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CADC0A9B-9D3E-4CB9-B8AA-21BC9F3D3D5E}" type="datetime'''7''''''''''9'''''''',''''''''''''''''''''7'">
              <a:rPr lang="en-US" altLang="en-US" sz="1400" kern="0" smtClean="0">
                <a:solidFill>
                  <a:schemeClr val="bg1"/>
                </a:solidFill>
                <a:effectLst/>
                <a:cs typeface="+mn-cs"/>
              </a:rPr>
              <a:pPr marL="0" lvl="0" indent="0" algn="ctr">
                <a:spcBef>
                  <a:spcPct val="0"/>
                </a:spcBef>
                <a:buNone/>
              </a:pPr>
              <a:t>79,7</a:t>
            </a:fld>
            <a:endParaRPr lang="en-US" sz="1400" kern="0" dirty="0">
              <a:solidFill>
                <a:schemeClr val="bg1"/>
              </a:solidFill>
              <a:cs typeface="+mn-cs"/>
            </a:endParaRPr>
          </a:p>
        </p:txBody>
      </p:sp>
      <p:sp>
        <p:nvSpPr>
          <p:cNvPr id="93" name="Metin kutusu 75">
            <a:extLst>
              <a:ext uri="{FF2B5EF4-FFF2-40B4-BE49-F238E27FC236}">
                <a16:creationId xmlns:a16="http://schemas.microsoft.com/office/drawing/2014/main" id="{70261453-F566-1B25-40AB-643DFE90A35C}"/>
              </a:ext>
            </a:extLst>
          </p:cNvPr>
          <p:cNvSpPr txBox="1"/>
          <p:nvPr/>
        </p:nvSpPr>
        <p:spPr>
          <a:xfrm>
            <a:off x="13493" y="6580188"/>
            <a:ext cx="1219200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100" dirty="0">
                <a:latin typeface="+mj-lt"/>
                <a:ea typeface="Tahoma" panose="020B0604030504040204" pitchFamily="34" charset="0"/>
                <a:cs typeface="Tahoma" panose="020B0604030504040204" pitchFamily="34" charset="0"/>
              </a:rPr>
              <a:t>Kaynak: Google, TEPAV hesaplamaları</a:t>
            </a:r>
          </a:p>
        </p:txBody>
      </p:sp>
    </p:spTree>
    <p:extLst>
      <p:ext uri="{BB962C8B-B14F-4D97-AF65-F5344CB8AC3E}">
        <p14:creationId xmlns:p14="http://schemas.microsoft.com/office/powerpoint/2010/main" val="8969111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" name="think-cell data - do not delete" hidden="1">
            <a:extLst>
              <a:ext uri="{FF2B5EF4-FFF2-40B4-BE49-F238E27FC236}">
                <a16:creationId xmlns:a16="http://schemas.microsoft.com/office/drawing/2014/main" id="{0450FFB2-B0D7-1790-9969-456CE4B578C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6363991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8" imgW="454" imgH="454" progId="TCLayout.ActiveDocument.1">
                  <p:embed/>
                </p:oleObj>
              </mc:Choice>
              <mc:Fallback>
                <p:oleObj name="think-cell Slide" r:id="rId28" imgW="454" imgH="454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Başlık 1">
            <a:extLst>
              <a:ext uri="{FF2B5EF4-FFF2-40B4-BE49-F238E27FC236}">
                <a16:creationId xmlns:a16="http://schemas.microsoft.com/office/drawing/2014/main" id="{7951533F-F9AB-3A2B-2709-097EF2A575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FCD0B8F7-CE97-0627-B921-69E0A230417B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90" name="Chart 3">
            <a:extLst>
              <a:ext uri="{FF2B5EF4-FFF2-40B4-BE49-F238E27FC236}">
                <a16:creationId xmlns:a16="http://schemas.microsoft.com/office/drawing/2014/main" id="{0E64B216-FE24-F291-1DA8-68C6BE989B6F}"/>
              </a:ext>
            </a:extLst>
          </p:cNvPr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682523773"/>
              </p:ext>
            </p:extLst>
          </p:nvPr>
        </p:nvGraphicFramePr>
        <p:xfrm>
          <a:off x="1155700" y="2495550"/>
          <a:ext cx="10712450" cy="19764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0"/>
          </a:graphicData>
        </a:graphic>
      </p:graphicFrame>
      <p:sp>
        <p:nvSpPr>
          <p:cNvPr id="24" name="Rectangle 3">
            <a:extLst>
              <a:ext uri="{FF2B5EF4-FFF2-40B4-BE49-F238E27FC236}">
                <a16:creationId xmlns:a16="http://schemas.microsoft.com/office/drawing/2014/main" id="{297A789F-BAFE-CEF0-21EB-02C220F07128}"/>
              </a:ext>
            </a:extLst>
          </p:cNvPr>
          <p:cNvSpPr>
            <a:spLocks noGrp="1" noChangeArrowheads="1"/>
          </p:cNvSpPr>
          <p:nvPr>
            <p:custDataLst>
              <p:tags r:id="rId3"/>
            </p:custDataLst>
          </p:nvPr>
        </p:nvSpPr>
        <p:spPr bwMode="gray">
          <a:xfrm>
            <a:off x="7559675" y="3927475"/>
            <a:ext cx="247650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5400" tIns="0" rIns="25400" bIns="0" numCol="1" anchor="b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F572D9B2-BF17-45CD-B4B7-5046A70B1942}" type="datetime'''''''''''''''''''''4''''''''''2'''''''''''''''''''''''''''">
              <a:rPr lang="en-US" altLang="en-US" sz="1400" kern="0" smtClean="0">
                <a:cs typeface="+mn-cs"/>
              </a:rPr>
              <a:pPr/>
              <a:t>42</a:t>
            </a:fld>
            <a:endParaRPr lang="en-US" sz="1400" kern="0" dirty="0">
              <a:cs typeface="+mn-cs"/>
            </a:endParaRPr>
          </a:p>
        </p:txBody>
      </p:sp>
      <p:sp>
        <p:nvSpPr>
          <p:cNvPr id="25" name="Rectangle 3">
            <a:extLst>
              <a:ext uri="{FF2B5EF4-FFF2-40B4-BE49-F238E27FC236}">
                <a16:creationId xmlns:a16="http://schemas.microsoft.com/office/drawing/2014/main" id="{77383683-C5A6-58E4-DA8D-E84F3F9AB9C2}"/>
              </a:ext>
            </a:extLst>
          </p:cNvPr>
          <p:cNvSpPr>
            <a:spLocks noGrp="1" noChangeArrowheads="1"/>
          </p:cNvSpPr>
          <p:nvPr>
            <p:custDataLst>
              <p:tags r:id="rId4"/>
            </p:custDataLst>
          </p:nvPr>
        </p:nvSpPr>
        <p:spPr bwMode="gray">
          <a:xfrm>
            <a:off x="8731250" y="3927475"/>
            <a:ext cx="247650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5400" tIns="0" rIns="25400" bIns="0" numCol="1" anchor="b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BD423EAE-B9FE-42AA-854A-F36857617AB4}" type="datetime'''1''''''5'''''''''''''''''''''''''''''''">
              <a:rPr lang="en-US" altLang="en-US" sz="1400" kern="0" smtClean="0">
                <a:cs typeface="+mn-cs"/>
              </a:rPr>
              <a:pPr/>
              <a:t>15</a:t>
            </a:fld>
            <a:endParaRPr lang="en-US" sz="1400" kern="0" dirty="0">
              <a:cs typeface="+mn-cs"/>
            </a:endParaRPr>
          </a:p>
        </p:txBody>
      </p:sp>
      <p:sp>
        <p:nvSpPr>
          <p:cNvPr id="26" name="Rectangle 3">
            <a:extLst>
              <a:ext uri="{FF2B5EF4-FFF2-40B4-BE49-F238E27FC236}">
                <a16:creationId xmlns:a16="http://schemas.microsoft.com/office/drawing/2014/main" id="{3F341BEB-7F5F-EC45-F1BF-A8BD88723FCE}"/>
              </a:ext>
            </a:extLst>
          </p:cNvPr>
          <p:cNvSpPr>
            <a:spLocks noGrp="1" noChangeArrowheads="1"/>
          </p:cNvSpPr>
          <p:nvPr>
            <p:custDataLst>
              <p:tags r:id="rId5"/>
            </p:custDataLst>
          </p:nvPr>
        </p:nvSpPr>
        <p:spPr bwMode="gray">
          <a:xfrm>
            <a:off x="9904413" y="3927475"/>
            <a:ext cx="247650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5400" tIns="0" rIns="25400" bIns="0" numCol="1" anchor="b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CB46EC85-B941-4074-AA85-E5AF64D7DB4D}" type="datetime'''''1''''''''''''''''''''''''''''''''2'">
              <a:rPr lang="en-US" altLang="en-US" sz="1400" kern="0" smtClean="0">
                <a:cs typeface="+mn-cs"/>
              </a:rPr>
              <a:pPr/>
              <a:t>12</a:t>
            </a:fld>
            <a:endParaRPr lang="en-US" sz="1400" kern="0" dirty="0">
              <a:cs typeface="+mn-cs"/>
            </a:endParaRPr>
          </a:p>
        </p:txBody>
      </p:sp>
      <p:sp>
        <p:nvSpPr>
          <p:cNvPr id="27" name="Rectangle 3">
            <a:extLst>
              <a:ext uri="{FF2B5EF4-FFF2-40B4-BE49-F238E27FC236}">
                <a16:creationId xmlns:a16="http://schemas.microsoft.com/office/drawing/2014/main" id="{944BB8B2-628D-3689-3A0D-213C80945BA1}"/>
              </a:ext>
            </a:extLst>
          </p:cNvPr>
          <p:cNvSpPr>
            <a:spLocks noGrp="1" noChangeArrowheads="1"/>
          </p:cNvSpPr>
          <p:nvPr>
            <p:custDataLst>
              <p:tags r:id="rId6"/>
            </p:custDataLst>
          </p:nvPr>
        </p:nvSpPr>
        <p:spPr bwMode="gray">
          <a:xfrm>
            <a:off x="11125200" y="3927475"/>
            <a:ext cx="149225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5400" tIns="0" rIns="25400" bIns="0" numCol="1" anchor="b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B335E56F-15F6-427D-B994-6375429851DB}" type="datetime'4'''''''''''''''''''''''''''''''''''''''''''">
              <a:rPr lang="en-US" altLang="en-US" sz="1400" kern="0" smtClean="0">
                <a:cs typeface="+mn-cs"/>
              </a:rPr>
              <a:pPr/>
              <a:t>4</a:t>
            </a:fld>
            <a:endParaRPr lang="en-US" sz="1400" kern="0" dirty="0">
              <a:cs typeface="+mn-cs"/>
            </a:endParaRPr>
          </a:p>
        </p:txBody>
      </p:sp>
      <p:sp>
        <p:nvSpPr>
          <p:cNvPr id="49" name="Rectangle 3">
            <a:extLst>
              <a:ext uri="{FF2B5EF4-FFF2-40B4-BE49-F238E27FC236}">
                <a16:creationId xmlns:a16="http://schemas.microsoft.com/office/drawing/2014/main" id="{28284EE6-D152-E1CB-3482-8D3AD16FD1BF}"/>
              </a:ext>
            </a:extLst>
          </p:cNvPr>
          <p:cNvSpPr>
            <a:spLocks noGrp="1" noChangeArrowheads="1"/>
          </p:cNvSpPr>
          <p:nvPr>
            <p:custDataLst>
              <p:tags r:id="rId7"/>
            </p:custDataLst>
          </p:nvPr>
        </p:nvSpPr>
        <p:spPr bwMode="gray">
          <a:xfrm>
            <a:off x="6338888" y="3925888"/>
            <a:ext cx="346075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5400" tIns="0" rIns="25400" bIns="0" numCol="1" anchor="b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443A76E0-57C0-4B3C-99CA-29F143EEBF21}" type="datetime'''''2''''''''''''''''''''''1''''''''''''9'''''''''''''''''">
              <a:rPr lang="en-US" altLang="en-US" sz="1400" kern="0" smtClean="0">
                <a:effectLst/>
                <a:cs typeface="+mn-cs"/>
              </a:rPr>
              <a:pPr marL="0" lvl="0" indent="0" algn="ctr">
                <a:spcBef>
                  <a:spcPct val="0"/>
                </a:spcBef>
                <a:buNone/>
              </a:pPr>
              <a:t>219</a:t>
            </a:fld>
            <a:endParaRPr lang="en-US" sz="1400" kern="0" dirty="0">
              <a:cs typeface="+mn-cs"/>
            </a:endParaRPr>
          </a:p>
        </p:txBody>
      </p:sp>
      <p:sp>
        <p:nvSpPr>
          <p:cNvPr id="48" name="Metin kutusu 75">
            <a:extLst>
              <a:ext uri="{FF2B5EF4-FFF2-40B4-BE49-F238E27FC236}">
                <a16:creationId xmlns:a16="http://schemas.microsoft.com/office/drawing/2014/main" id="{D8E445ED-5B26-A8F1-5A17-6CF57458B67A}"/>
              </a:ext>
            </a:extLst>
          </p:cNvPr>
          <p:cNvSpPr txBox="1"/>
          <p:nvPr/>
        </p:nvSpPr>
        <p:spPr>
          <a:xfrm>
            <a:off x="13493" y="6580188"/>
            <a:ext cx="1219200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100" dirty="0">
                <a:latin typeface="+mj-lt"/>
                <a:ea typeface="Tahoma" panose="020B0604030504040204" pitchFamily="34" charset="0"/>
                <a:cs typeface="Tahoma" panose="020B0604030504040204" pitchFamily="34" charset="0"/>
              </a:rPr>
              <a:t>Kaynak: Google, TEPAV hesaplamaları</a:t>
            </a:r>
          </a:p>
        </p:txBody>
      </p:sp>
      <p:graphicFrame>
        <p:nvGraphicFramePr>
          <p:cNvPr id="91" name="Chart 3">
            <a:extLst>
              <a:ext uri="{FF2B5EF4-FFF2-40B4-BE49-F238E27FC236}">
                <a16:creationId xmlns:a16="http://schemas.microsoft.com/office/drawing/2014/main" id="{F8890E71-FF2B-8503-BC27-CD9C33F439B6}"/>
              </a:ext>
            </a:extLst>
          </p:cNvPr>
          <p:cNvGraphicFramePr/>
          <p:nvPr>
            <p:custDataLst>
              <p:tags r:id="rId8"/>
            </p:custDataLst>
            <p:extLst>
              <p:ext uri="{D42A27DB-BD31-4B8C-83A1-F6EECF244321}">
                <p14:modId xmlns:p14="http://schemas.microsoft.com/office/powerpoint/2010/main" val="36406064"/>
              </p:ext>
            </p:extLst>
          </p:nvPr>
        </p:nvGraphicFramePr>
        <p:xfrm>
          <a:off x="1155700" y="4641850"/>
          <a:ext cx="10712450" cy="1397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1"/>
          </a:graphicData>
        </a:graphic>
      </p:graphicFrame>
      <p:sp>
        <p:nvSpPr>
          <p:cNvPr id="53" name="Rectangle 3">
            <a:extLst>
              <a:ext uri="{FF2B5EF4-FFF2-40B4-BE49-F238E27FC236}">
                <a16:creationId xmlns:a16="http://schemas.microsoft.com/office/drawing/2014/main" id="{8D060642-86FD-687E-DADA-39A1F2992813}"/>
              </a:ext>
            </a:extLst>
          </p:cNvPr>
          <p:cNvSpPr>
            <a:spLocks noGrp="1" noChangeArrowheads="1"/>
          </p:cNvSpPr>
          <p:nvPr>
            <p:custDataLst>
              <p:tags r:id="rId9"/>
            </p:custDataLst>
          </p:nvPr>
        </p:nvSpPr>
        <p:spPr bwMode="auto">
          <a:xfrm>
            <a:off x="1508125" y="6015037"/>
            <a:ext cx="633413" cy="425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8534AF43-B9A0-4ABA-B1B9-B3E7EC946BBC}" type="datetime'O''''''''r''g''''''''a''ni''''''k'''' ''A''r''''am''''''a'">
              <a:rPr lang="en-US" altLang="en-US" sz="1400" kern="0" smtClean="0">
                <a:cs typeface="+mn-cs"/>
              </a:rPr>
              <a:pPr/>
              <a:t>Organik Arama</a:t>
            </a:fld>
            <a:endParaRPr lang="en-US" sz="1400" kern="0" dirty="0">
              <a:cs typeface="+mn-cs"/>
            </a:endParaRPr>
          </a:p>
        </p:txBody>
      </p:sp>
      <p:sp>
        <p:nvSpPr>
          <p:cNvPr id="54" name="Rectangle 3">
            <a:extLst>
              <a:ext uri="{FF2B5EF4-FFF2-40B4-BE49-F238E27FC236}">
                <a16:creationId xmlns:a16="http://schemas.microsoft.com/office/drawing/2014/main" id="{0FB6B904-0DEA-C732-00F1-DE80F9C834CC}"/>
              </a:ext>
            </a:extLst>
          </p:cNvPr>
          <p:cNvSpPr>
            <a:spLocks noGrp="1" noChangeArrowheads="1"/>
          </p:cNvSpPr>
          <p:nvPr>
            <p:custDataLst>
              <p:tags r:id="rId10"/>
            </p:custDataLst>
          </p:nvPr>
        </p:nvSpPr>
        <p:spPr bwMode="auto">
          <a:xfrm>
            <a:off x="2600325" y="6015038"/>
            <a:ext cx="790575" cy="425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9CC9D3BB-F94E-4D83-A3AE-33F7458BB443}" type="datetime'''Do''''''''ğr''u''''d''''an'' (Di''''''''r''''e''''''ct'')'''">
              <a:rPr lang="en-US" altLang="en-US" sz="1400" kern="0" smtClean="0">
                <a:cs typeface="+mn-cs"/>
              </a:rPr>
              <a:pPr/>
              <a:t>Doğrudan (Direct)</a:t>
            </a:fld>
            <a:endParaRPr lang="en-US" sz="1400" kern="0" dirty="0">
              <a:cs typeface="+mn-cs"/>
            </a:endParaRPr>
          </a:p>
        </p:txBody>
      </p:sp>
      <p:sp>
        <p:nvSpPr>
          <p:cNvPr id="55" name="Rectangle 3">
            <a:extLst>
              <a:ext uri="{FF2B5EF4-FFF2-40B4-BE49-F238E27FC236}">
                <a16:creationId xmlns:a16="http://schemas.microsoft.com/office/drawing/2014/main" id="{0F81FBE2-5963-87E5-2B9F-9FF8B0A928F5}"/>
              </a:ext>
            </a:extLst>
          </p:cNvPr>
          <p:cNvSpPr>
            <a:spLocks noGrp="1" noChangeArrowheads="1"/>
          </p:cNvSpPr>
          <p:nvPr>
            <p:custDataLst>
              <p:tags r:id="rId11"/>
            </p:custDataLst>
          </p:nvPr>
        </p:nvSpPr>
        <p:spPr bwMode="auto">
          <a:xfrm>
            <a:off x="3603625" y="6015038"/>
            <a:ext cx="1127125" cy="425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52CBC309-3594-434B-9E40-A1E4E0F7E10D}" type="datetime'''''''O''r''g''a''nik ''''''So''''''''s''y''a''l Me''dya'''''">
              <a:rPr lang="en-US" altLang="en-US" sz="1400" kern="0" smtClean="0">
                <a:cs typeface="+mn-cs"/>
              </a:rPr>
              <a:pPr/>
              <a:t>Organik Sosyal Medya</a:t>
            </a:fld>
            <a:endParaRPr lang="en-US" sz="1400" kern="0" dirty="0">
              <a:cs typeface="+mn-cs"/>
            </a:endParaRPr>
          </a:p>
        </p:txBody>
      </p:sp>
      <p:sp>
        <p:nvSpPr>
          <p:cNvPr id="56" name="Rectangle 3">
            <a:extLst>
              <a:ext uri="{FF2B5EF4-FFF2-40B4-BE49-F238E27FC236}">
                <a16:creationId xmlns:a16="http://schemas.microsoft.com/office/drawing/2014/main" id="{610DD188-F2C9-604F-65D6-91156D9F4E90}"/>
              </a:ext>
            </a:extLst>
          </p:cNvPr>
          <p:cNvSpPr>
            <a:spLocks noGrp="1" noChangeArrowheads="1"/>
          </p:cNvSpPr>
          <p:nvPr>
            <p:custDataLst>
              <p:tags r:id="rId12"/>
            </p:custDataLst>
          </p:nvPr>
        </p:nvSpPr>
        <p:spPr bwMode="auto">
          <a:xfrm>
            <a:off x="4837113" y="6015038"/>
            <a:ext cx="1008063" cy="425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7AE8D946-2E72-496C-B56C-6ABA176D0DE0}" type="datetime'''''Yö''nl''e''''nd''''''irme ''(''Re''''fe''rra''l'''')'">
              <a:rPr lang="en-US" altLang="en-US" sz="1400" kern="0" smtClean="0">
                <a:cs typeface="+mn-cs"/>
              </a:rPr>
              <a:pPr/>
              <a:t>Yönlendirme (Referral)</a:t>
            </a:fld>
            <a:endParaRPr lang="en-US" sz="1400" kern="0" dirty="0">
              <a:cs typeface="+mn-cs"/>
            </a:endParaRPr>
          </a:p>
        </p:txBody>
      </p:sp>
      <p:sp>
        <p:nvSpPr>
          <p:cNvPr id="57" name="Rectangle 3">
            <a:extLst>
              <a:ext uri="{FF2B5EF4-FFF2-40B4-BE49-F238E27FC236}">
                <a16:creationId xmlns:a16="http://schemas.microsoft.com/office/drawing/2014/main" id="{F09E66E0-C0DD-A3BF-88E5-B6A622A80E10}"/>
              </a:ext>
            </a:extLst>
          </p:cNvPr>
          <p:cNvSpPr>
            <a:spLocks noGrp="1" noChangeArrowheads="1"/>
          </p:cNvSpPr>
          <p:nvPr>
            <p:custDataLst>
              <p:tags r:id="rId13"/>
            </p:custDataLst>
          </p:nvPr>
        </p:nvSpPr>
        <p:spPr bwMode="auto">
          <a:xfrm>
            <a:off x="5978525" y="6015038"/>
            <a:ext cx="1066800" cy="425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C81CCAC8-462C-4041-ADDF-F765DA705993}" type="datetime'A''t''''anma''''mış'''''' (U''''''n''''a''ssig''ned)'''''''''">
              <a:rPr lang="en-US" altLang="en-US" sz="1400" kern="0" smtClean="0">
                <a:cs typeface="+mn-cs"/>
              </a:rPr>
              <a:pPr/>
              <a:t>Atanmamış (Unassigned)</a:t>
            </a:fld>
            <a:endParaRPr lang="en-US" sz="1400" kern="0" dirty="0">
              <a:cs typeface="+mn-cs"/>
            </a:endParaRPr>
          </a:p>
        </p:txBody>
      </p:sp>
      <p:sp>
        <p:nvSpPr>
          <p:cNvPr id="58" name="Rectangle 3">
            <a:extLst>
              <a:ext uri="{FF2B5EF4-FFF2-40B4-BE49-F238E27FC236}">
                <a16:creationId xmlns:a16="http://schemas.microsoft.com/office/drawing/2014/main" id="{924348E9-EEB2-0F39-B824-1E5115E22A52}"/>
              </a:ext>
            </a:extLst>
          </p:cNvPr>
          <p:cNvSpPr>
            <a:spLocks noGrp="1" noChangeArrowheads="1"/>
          </p:cNvSpPr>
          <p:nvPr>
            <p:custDataLst>
              <p:tags r:id="rId14"/>
            </p:custDataLst>
          </p:nvPr>
        </p:nvSpPr>
        <p:spPr bwMode="auto">
          <a:xfrm>
            <a:off x="7372350" y="6015037"/>
            <a:ext cx="623888" cy="425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9BC9C387-36DC-439B-B7F4-94A6BECD4230}" type="datetime'E''''''''''-''''''''''''po''''''''s''ta (E''''m''a''il'')'">
              <a:rPr lang="en-US" altLang="en-US" sz="1400" kern="0" smtClean="0">
                <a:cs typeface="+mn-cs"/>
              </a:rPr>
              <a:pPr/>
              <a:t>E-posta (Email)</a:t>
            </a:fld>
            <a:endParaRPr lang="en-US" sz="1400" kern="0" dirty="0">
              <a:cs typeface="+mn-cs"/>
            </a:endParaRPr>
          </a:p>
        </p:txBody>
      </p:sp>
      <p:sp>
        <p:nvSpPr>
          <p:cNvPr id="59" name="Rectangle 3">
            <a:extLst>
              <a:ext uri="{FF2B5EF4-FFF2-40B4-BE49-F238E27FC236}">
                <a16:creationId xmlns:a16="http://schemas.microsoft.com/office/drawing/2014/main" id="{F126E1AA-44AD-330C-7E7B-9B3EFCB6A7FB}"/>
              </a:ext>
            </a:extLst>
          </p:cNvPr>
          <p:cNvSpPr>
            <a:spLocks noGrp="1" noChangeArrowheads="1"/>
          </p:cNvSpPr>
          <p:nvPr>
            <p:custDataLst>
              <p:tags r:id="rId15"/>
            </p:custDataLst>
          </p:nvPr>
        </p:nvSpPr>
        <p:spPr bwMode="auto">
          <a:xfrm>
            <a:off x="8415338" y="6015038"/>
            <a:ext cx="879475" cy="638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6411CFC8-E515-49BE-A58F-0FF5C8844762}" type="datetime'O''rg''an''i''k'' ''Al''''ı''şve''''riş (''Sho''''p''pi''ng)'">
              <a:rPr lang="en-US" altLang="en-US" sz="1400" kern="0" smtClean="0">
                <a:cs typeface="+mn-cs"/>
              </a:rPr>
              <a:pPr/>
              <a:t>Organik Alışveriş (Shopping)</a:t>
            </a:fld>
            <a:endParaRPr lang="en-US" sz="1400" kern="0" dirty="0">
              <a:cs typeface="+mn-cs"/>
            </a:endParaRPr>
          </a:p>
        </p:txBody>
      </p:sp>
      <p:sp>
        <p:nvSpPr>
          <p:cNvPr id="60" name="Rectangle 3">
            <a:extLst>
              <a:ext uri="{FF2B5EF4-FFF2-40B4-BE49-F238E27FC236}">
                <a16:creationId xmlns:a16="http://schemas.microsoft.com/office/drawing/2014/main" id="{6E319370-DCF2-3867-57C7-6BDF03E027EA}"/>
              </a:ext>
            </a:extLst>
          </p:cNvPr>
          <p:cNvSpPr>
            <a:spLocks noGrp="1" noChangeArrowheads="1"/>
          </p:cNvSpPr>
          <p:nvPr>
            <p:custDataLst>
              <p:tags r:id="rId16"/>
            </p:custDataLst>
          </p:nvPr>
        </p:nvSpPr>
        <p:spPr bwMode="auto">
          <a:xfrm>
            <a:off x="9459913" y="6015038"/>
            <a:ext cx="1136650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A5317F67-B5BB-4B9A-B5D3-09874AE31AA8}" type="datetime'Or''''g''''''an''''''''''''''''i''''''''''''k'' Vi''''de''o'">
              <a:rPr lang="en-US" altLang="en-US" sz="1400" kern="0" smtClean="0">
                <a:cs typeface="+mn-cs"/>
              </a:rPr>
              <a:pPr/>
              <a:t>Organik Video</a:t>
            </a:fld>
            <a:endParaRPr lang="en-US" sz="1400" kern="0" dirty="0">
              <a:cs typeface="+mn-cs"/>
            </a:endParaRPr>
          </a:p>
        </p:txBody>
      </p:sp>
      <p:sp>
        <p:nvSpPr>
          <p:cNvPr id="61" name="Rectangle 3">
            <a:extLst>
              <a:ext uri="{FF2B5EF4-FFF2-40B4-BE49-F238E27FC236}">
                <a16:creationId xmlns:a16="http://schemas.microsoft.com/office/drawing/2014/main" id="{30D24AE9-A4CC-3F86-F52E-2D59527A3855}"/>
              </a:ext>
            </a:extLst>
          </p:cNvPr>
          <p:cNvSpPr>
            <a:spLocks noGrp="1" noChangeArrowheads="1"/>
          </p:cNvSpPr>
          <p:nvPr>
            <p:custDataLst>
              <p:tags r:id="rId17"/>
            </p:custDataLst>
          </p:nvPr>
        </p:nvSpPr>
        <p:spPr bwMode="auto">
          <a:xfrm>
            <a:off x="10774363" y="6015038"/>
            <a:ext cx="850900" cy="638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BBABA937-8966-4600-9DA4-E10B18F96EF0}" type="datetime'''''Çapr''''a''''''''''''z Ağ'''' (''''C''ross-''network)'''''">
              <a:rPr lang="en-US" altLang="en-US" sz="1400" kern="0" smtClean="0">
                <a:cs typeface="+mn-cs"/>
              </a:rPr>
              <a:pPr/>
              <a:t>Çapraz Ağ (Cross-network)</a:t>
            </a:fld>
            <a:endParaRPr lang="en-US" sz="1400" kern="0" dirty="0">
              <a:cs typeface="+mn-cs"/>
            </a:endParaRPr>
          </a:p>
        </p:txBody>
      </p:sp>
      <p:sp>
        <p:nvSpPr>
          <p:cNvPr id="66" name="Rectangle 3">
            <a:extLst>
              <a:ext uri="{FF2B5EF4-FFF2-40B4-BE49-F238E27FC236}">
                <a16:creationId xmlns:a16="http://schemas.microsoft.com/office/drawing/2014/main" id="{0192A363-E144-9289-DDA6-21889DB17C4A}"/>
              </a:ext>
            </a:extLst>
          </p:cNvPr>
          <p:cNvSpPr>
            <a:spLocks noGrp="1" noChangeArrowheads="1"/>
          </p:cNvSpPr>
          <p:nvPr>
            <p:custDataLst>
              <p:tags r:id="rId18"/>
            </p:custDataLst>
          </p:nvPr>
        </p:nvSpPr>
        <p:spPr bwMode="gray">
          <a:xfrm>
            <a:off x="6364288" y="5716588"/>
            <a:ext cx="296863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5400" tIns="0" rIns="25400" bIns="0" numCol="1" anchor="b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3509436C-BABD-4446-9666-E01BADB44C9D}" type="datetime'''0'''''''''''',''''''''''1'''">
              <a:rPr lang="en-US" altLang="en-US" sz="1400" kern="0" smtClean="0">
                <a:cs typeface="+mn-cs"/>
              </a:rPr>
              <a:pPr/>
              <a:t>0,1</a:t>
            </a:fld>
            <a:endParaRPr lang="en-US" sz="1400" kern="0" dirty="0">
              <a:cs typeface="+mn-cs"/>
            </a:endParaRPr>
          </a:p>
        </p:txBody>
      </p:sp>
      <p:sp>
        <p:nvSpPr>
          <p:cNvPr id="62" name="Rectangle 3">
            <a:extLst>
              <a:ext uri="{FF2B5EF4-FFF2-40B4-BE49-F238E27FC236}">
                <a16:creationId xmlns:a16="http://schemas.microsoft.com/office/drawing/2014/main" id="{4BB62AC6-B48D-BA9E-FC68-5DBCBDC01782}"/>
              </a:ext>
            </a:extLst>
          </p:cNvPr>
          <p:cNvSpPr>
            <a:spLocks noGrp="1" noChangeArrowheads="1"/>
          </p:cNvSpPr>
          <p:nvPr>
            <p:custDataLst>
              <p:tags r:id="rId19"/>
            </p:custDataLst>
          </p:nvPr>
        </p:nvSpPr>
        <p:spPr bwMode="gray">
          <a:xfrm>
            <a:off x="7535863" y="5718175"/>
            <a:ext cx="296863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5400" tIns="0" rIns="25400" bIns="0" numCol="1" anchor="b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BB7F1B16-ABFA-4A69-AF92-D60F2DE2325D}" type="datetime'''''''''''0,''''0'''''''''''''">
              <a:rPr lang="en-US" altLang="en-US" sz="1400" kern="0" smtClean="0">
                <a:cs typeface="+mn-cs"/>
              </a:rPr>
              <a:pPr/>
              <a:t>0,0</a:t>
            </a:fld>
            <a:endParaRPr lang="en-US" sz="1400" kern="0" dirty="0">
              <a:cs typeface="+mn-cs"/>
            </a:endParaRPr>
          </a:p>
        </p:txBody>
      </p:sp>
      <p:sp>
        <p:nvSpPr>
          <p:cNvPr id="63" name="Rectangle 3">
            <a:extLst>
              <a:ext uri="{FF2B5EF4-FFF2-40B4-BE49-F238E27FC236}">
                <a16:creationId xmlns:a16="http://schemas.microsoft.com/office/drawing/2014/main" id="{DF9080AE-2934-1384-44BC-0FE53A4FAD16}"/>
              </a:ext>
            </a:extLst>
          </p:cNvPr>
          <p:cNvSpPr>
            <a:spLocks noGrp="1" noChangeArrowheads="1"/>
          </p:cNvSpPr>
          <p:nvPr>
            <p:custDataLst>
              <p:tags r:id="rId20"/>
            </p:custDataLst>
          </p:nvPr>
        </p:nvSpPr>
        <p:spPr bwMode="gray">
          <a:xfrm>
            <a:off x="8707438" y="5718175"/>
            <a:ext cx="296863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5400" tIns="0" rIns="25400" bIns="0" numCol="1" anchor="b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E7740CCB-25B9-40A9-A59C-6015582FEF97}" type="datetime'''''''''''''''''''0'''''',''''''''''''''0'''''''''''''''''''''">
              <a:rPr lang="en-US" altLang="en-US" sz="1400" kern="0" smtClean="0">
                <a:cs typeface="+mn-cs"/>
              </a:rPr>
              <a:pPr/>
              <a:t>0,0</a:t>
            </a:fld>
            <a:endParaRPr lang="en-US" sz="1400" kern="0" dirty="0">
              <a:cs typeface="+mn-cs"/>
            </a:endParaRPr>
          </a:p>
        </p:txBody>
      </p:sp>
      <p:sp>
        <p:nvSpPr>
          <p:cNvPr id="64" name="Rectangle 3">
            <a:extLst>
              <a:ext uri="{FF2B5EF4-FFF2-40B4-BE49-F238E27FC236}">
                <a16:creationId xmlns:a16="http://schemas.microsoft.com/office/drawing/2014/main" id="{0E5D6B6B-356E-6F3A-2B3D-34F46D222A30}"/>
              </a:ext>
            </a:extLst>
          </p:cNvPr>
          <p:cNvSpPr>
            <a:spLocks noGrp="1" noChangeArrowheads="1"/>
          </p:cNvSpPr>
          <p:nvPr>
            <p:custDataLst>
              <p:tags r:id="rId21"/>
            </p:custDataLst>
          </p:nvPr>
        </p:nvSpPr>
        <p:spPr bwMode="gray">
          <a:xfrm>
            <a:off x="9880600" y="5718175"/>
            <a:ext cx="296863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5400" tIns="0" rIns="25400" bIns="0" numCol="1" anchor="b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780BE8E2-91CF-4740-8509-CB50232AFEE3}" type="datetime'''0'''''''''''''''''''''''''''''''''''''''',0'''''''''''">
              <a:rPr lang="en-US" altLang="en-US" sz="1400" kern="0" smtClean="0">
                <a:cs typeface="+mn-cs"/>
              </a:rPr>
              <a:pPr/>
              <a:t>0,0</a:t>
            </a:fld>
            <a:endParaRPr lang="en-US" sz="1400" kern="0" dirty="0">
              <a:cs typeface="+mn-cs"/>
            </a:endParaRPr>
          </a:p>
        </p:txBody>
      </p:sp>
      <p:sp>
        <p:nvSpPr>
          <p:cNvPr id="65" name="Rectangle 3">
            <a:extLst>
              <a:ext uri="{FF2B5EF4-FFF2-40B4-BE49-F238E27FC236}">
                <a16:creationId xmlns:a16="http://schemas.microsoft.com/office/drawing/2014/main" id="{EA719FDF-1E8C-F794-64BA-102FED7082EF}"/>
              </a:ext>
            </a:extLst>
          </p:cNvPr>
          <p:cNvSpPr>
            <a:spLocks noGrp="1" noChangeArrowheads="1"/>
          </p:cNvSpPr>
          <p:nvPr>
            <p:custDataLst>
              <p:tags r:id="rId22"/>
            </p:custDataLst>
          </p:nvPr>
        </p:nvSpPr>
        <p:spPr bwMode="gray">
          <a:xfrm>
            <a:off x="11052175" y="5718175"/>
            <a:ext cx="296863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5400" tIns="0" rIns="25400" bIns="0" numCol="1" anchor="b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3F9845A4-071D-48FC-A771-771B39245BB2}" type="datetime'''0'''''''''''''''''''''''''''''''',''''''''''''0'''''''">
              <a:rPr lang="en-US" altLang="en-US" sz="1400" kern="0" smtClean="0">
                <a:cs typeface="+mn-cs"/>
              </a:rPr>
              <a:pPr/>
              <a:t>0,0</a:t>
            </a:fld>
            <a:endParaRPr lang="en-US" sz="1400" kern="0" dirty="0">
              <a:cs typeface="+mn-cs"/>
            </a:endParaRPr>
          </a:p>
        </p:txBody>
      </p:sp>
      <p:sp>
        <p:nvSpPr>
          <p:cNvPr id="83" name="Rectangle 3">
            <a:extLst>
              <a:ext uri="{FF2B5EF4-FFF2-40B4-BE49-F238E27FC236}">
                <a16:creationId xmlns:a16="http://schemas.microsoft.com/office/drawing/2014/main" id="{DCCDCD36-60DE-2499-085E-695AF642586C}"/>
              </a:ext>
            </a:extLst>
          </p:cNvPr>
          <p:cNvSpPr>
            <a:spLocks noGrp="1" noChangeArrowheads="1"/>
          </p:cNvSpPr>
          <p:nvPr>
            <p:custDataLst>
              <p:tags r:id="rId23"/>
            </p:custDataLst>
          </p:nvPr>
        </p:nvSpPr>
        <p:spPr bwMode="gray">
          <a:xfrm>
            <a:off x="1627188" y="4486275"/>
            <a:ext cx="395288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5400" tIns="0" rIns="25400" bIns="0" numCol="1" anchor="b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8F848402-B0AA-49F8-9245-23ECF742A408}" type="datetime'''''''''''''6''''''''''''''''''8,''''''''''''1'''''">
              <a:rPr lang="en-US" altLang="en-US" sz="1400" kern="0" smtClean="0">
                <a:effectLst/>
                <a:cs typeface="+mn-cs"/>
              </a:rPr>
              <a:pPr marL="0" lvl="0" indent="0" algn="ctr">
                <a:spcBef>
                  <a:spcPct val="0"/>
                </a:spcBef>
                <a:buNone/>
              </a:pPr>
              <a:t>68,1</a:t>
            </a:fld>
            <a:endParaRPr lang="en-US" sz="1400" kern="0" dirty="0">
              <a:cs typeface="+mn-cs"/>
            </a:endParaRPr>
          </a:p>
        </p:txBody>
      </p:sp>
      <p:sp>
        <p:nvSpPr>
          <p:cNvPr id="84" name="Rectangle 3">
            <a:extLst>
              <a:ext uri="{FF2B5EF4-FFF2-40B4-BE49-F238E27FC236}">
                <a16:creationId xmlns:a16="http://schemas.microsoft.com/office/drawing/2014/main" id="{D74D6F9F-EC8A-F578-3734-96798F42EAC9}"/>
              </a:ext>
            </a:extLst>
          </p:cNvPr>
          <p:cNvSpPr>
            <a:spLocks noGrp="1" noChangeArrowheads="1"/>
          </p:cNvSpPr>
          <p:nvPr>
            <p:custDataLst>
              <p:tags r:id="rId24"/>
            </p:custDataLst>
          </p:nvPr>
        </p:nvSpPr>
        <p:spPr bwMode="gray">
          <a:xfrm>
            <a:off x="2798763" y="5338763"/>
            <a:ext cx="395288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5400" tIns="0" rIns="25400" bIns="0" numCol="1" anchor="b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435B0545-78F8-4EBA-A9F1-BCFF5E7C2B5B}" type="datetime'''''''''2''''''1'''',''''''''''''0'''''''''''''''''''''''''''">
              <a:rPr lang="en-US" altLang="en-US" sz="1400" kern="0" smtClean="0">
                <a:effectLst/>
                <a:cs typeface="+mn-cs"/>
              </a:rPr>
              <a:pPr marL="0" lvl="0" indent="0" algn="ctr">
                <a:spcBef>
                  <a:spcPct val="0"/>
                </a:spcBef>
                <a:buNone/>
              </a:pPr>
              <a:t>21,0</a:t>
            </a:fld>
            <a:endParaRPr lang="en-US" sz="1400" kern="0" dirty="0">
              <a:cs typeface="+mn-cs"/>
            </a:endParaRPr>
          </a:p>
        </p:txBody>
      </p:sp>
      <p:sp>
        <p:nvSpPr>
          <p:cNvPr id="85" name="Rectangle 3">
            <a:extLst>
              <a:ext uri="{FF2B5EF4-FFF2-40B4-BE49-F238E27FC236}">
                <a16:creationId xmlns:a16="http://schemas.microsoft.com/office/drawing/2014/main" id="{199D22B7-BFC2-BE70-015D-CA6803B9BA81}"/>
              </a:ext>
            </a:extLst>
          </p:cNvPr>
          <p:cNvSpPr>
            <a:spLocks noGrp="1" noChangeArrowheads="1"/>
          </p:cNvSpPr>
          <p:nvPr>
            <p:custDataLst>
              <p:tags r:id="rId25"/>
            </p:custDataLst>
          </p:nvPr>
        </p:nvSpPr>
        <p:spPr bwMode="gray">
          <a:xfrm>
            <a:off x="4019550" y="5545138"/>
            <a:ext cx="296863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5400" tIns="0" rIns="25400" bIns="0" numCol="1" anchor="b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79D015AC-AD86-4329-8D53-15FB5F603518}" type="datetime'''''''''''''''''''''''''''9'''''''''''''''',''6'''''''">
              <a:rPr lang="en-US" altLang="en-US" sz="1400" kern="0" smtClean="0">
                <a:effectLst/>
                <a:cs typeface="+mn-cs"/>
              </a:rPr>
              <a:pPr marL="0" lvl="0" indent="0" algn="ctr">
                <a:spcBef>
                  <a:spcPct val="0"/>
                </a:spcBef>
                <a:buNone/>
              </a:pPr>
              <a:t>9,6</a:t>
            </a:fld>
            <a:endParaRPr lang="en-US" sz="1400" kern="0" dirty="0">
              <a:cs typeface="+mn-cs"/>
            </a:endParaRPr>
          </a:p>
        </p:txBody>
      </p:sp>
      <p:sp>
        <p:nvSpPr>
          <p:cNvPr id="86" name="Rectangle 3">
            <a:extLst>
              <a:ext uri="{FF2B5EF4-FFF2-40B4-BE49-F238E27FC236}">
                <a16:creationId xmlns:a16="http://schemas.microsoft.com/office/drawing/2014/main" id="{5E00DDA8-FB44-6BB3-15F4-296B99ED49CE}"/>
              </a:ext>
            </a:extLst>
          </p:cNvPr>
          <p:cNvSpPr>
            <a:spLocks noGrp="1" noChangeArrowheads="1"/>
          </p:cNvSpPr>
          <p:nvPr>
            <p:custDataLst>
              <p:tags r:id="rId26"/>
            </p:custDataLst>
          </p:nvPr>
        </p:nvSpPr>
        <p:spPr bwMode="gray">
          <a:xfrm>
            <a:off x="5192713" y="5695950"/>
            <a:ext cx="296863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5400" tIns="0" rIns="25400" bIns="0" numCol="1" anchor="b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A5D7DCEB-A0D1-4D6F-874F-B887308DD757}" type="datetime'''1'''''''''''',''''''''''''''''''''2'''''''''''''''''">
              <a:rPr lang="en-US" altLang="en-US" sz="1400" kern="0" smtClean="0">
                <a:effectLst/>
                <a:cs typeface="+mn-cs"/>
              </a:rPr>
              <a:pPr marL="0" lvl="0" indent="0" algn="ctr">
                <a:spcBef>
                  <a:spcPct val="0"/>
                </a:spcBef>
                <a:buNone/>
              </a:pPr>
              <a:t>1,2</a:t>
            </a:fld>
            <a:endParaRPr lang="en-US" sz="1400" kern="0" dirty="0">
              <a:cs typeface="+mn-cs"/>
            </a:endParaRPr>
          </a:p>
        </p:txBody>
      </p:sp>
      <p:sp>
        <p:nvSpPr>
          <p:cNvPr id="92" name="Metin kutusu 91">
            <a:extLst>
              <a:ext uri="{FF2B5EF4-FFF2-40B4-BE49-F238E27FC236}">
                <a16:creationId xmlns:a16="http://schemas.microsoft.com/office/drawing/2014/main" id="{FB72A9F3-4243-A825-5FFD-2A4F1E5A5E72}"/>
              </a:ext>
            </a:extLst>
          </p:cNvPr>
          <p:cNvSpPr txBox="1"/>
          <p:nvPr/>
        </p:nvSpPr>
        <p:spPr>
          <a:xfrm>
            <a:off x="239713" y="3305453"/>
            <a:ext cx="9159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b="1" dirty="0"/>
              <a:t>Sayı</a:t>
            </a:r>
            <a:endParaRPr lang="en-US" b="1" dirty="0"/>
          </a:p>
        </p:txBody>
      </p:sp>
      <p:sp>
        <p:nvSpPr>
          <p:cNvPr id="93" name="Metin kutusu 92">
            <a:extLst>
              <a:ext uri="{FF2B5EF4-FFF2-40B4-BE49-F238E27FC236}">
                <a16:creationId xmlns:a16="http://schemas.microsoft.com/office/drawing/2014/main" id="{D1754E59-2879-5616-107C-CFC4B5C477E4}"/>
              </a:ext>
            </a:extLst>
          </p:cNvPr>
          <p:cNvSpPr txBox="1"/>
          <p:nvPr/>
        </p:nvSpPr>
        <p:spPr>
          <a:xfrm>
            <a:off x="239713" y="5136495"/>
            <a:ext cx="9159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b="1" dirty="0"/>
              <a:t>Yüzde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7554374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37BC1A-C6BE-1D17-41CA-66FAA96F19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" name="think-cell data - do not delete" hidden="1">
            <a:extLst>
              <a:ext uri="{FF2B5EF4-FFF2-40B4-BE49-F238E27FC236}">
                <a16:creationId xmlns:a16="http://schemas.microsoft.com/office/drawing/2014/main" id="{54A9096D-8581-D56C-BCD0-039592D116E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72487027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9" imgW="454" imgH="454" progId="TCLayout.ActiveDocument.1">
                  <p:embed/>
                </p:oleObj>
              </mc:Choice>
              <mc:Fallback>
                <p:oleObj name="think-cell Slide" r:id="rId29" imgW="454" imgH="454" progId="TCLayout.ActiveDocument.1">
                  <p:embed/>
                  <p:pic>
                    <p:nvPicPr>
                      <p:cNvPr id="1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450FFB2-B0D7-1790-9969-456CE4B578C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Başlık 1">
            <a:extLst>
              <a:ext uri="{FF2B5EF4-FFF2-40B4-BE49-F238E27FC236}">
                <a16:creationId xmlns:a16="http://schemas.microsoft.com/office/drawing/2014/main" id="{00E25B80-D2C2-2427-4AD8-E9C4C1E298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F51AB266-AF3B-8C0F-28EF-CB1EFBEE61E5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8" name="Metin kutusu 75">
            <a:extLst>
              <a:ext uri="{FF2B5EF4-FFF2-40B4-BE49-F238E27FC236}">
                <a16:creationId xmlns:a16="http://schemas.microsoft.com/office/drawing/2014/main" id="{DA94AAD6-E699-75F5-5996-5B8DC1975EF5}"/>
              </a:ext>
            </a:extLst>
          </p:cNvPr>
          <p:cNvSpPr txBox="1"/>
          <p:nvPr/>
        </p:nvSpPr>
        <p:spPr>
          <a:xfrm>
            <a:off x="13493" y="6580188"/>
            <a:ext cx="1219200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100" dirty="0">
                <a:latin typeface="+mj-lt"/>
                <a:ea typeface="Tahoma" panose="020B0604030504040204" pitchFamily="34" charset="0"/>
                <a:cs typeface="Tahoma" panose="020B0604030504040204" pitchFamily="34" charset="0"/>
              </a:rPr>
              <a:t>Kaynak: Google, TEPAV hesaplamaları</a:t>
            </a:r>
          </a:p>
        </p:txBody>
      </p:sp>
      <p:graphicFrame>
        <p:nvGraphicFramePr>
          <p:cNvPr id="180" name="Chart 3">
            <a:extLst>
              <a:ext uri="{FF2B5EF4-FFF2-40B4-BE49-F238E27FC236}">
                <a16:creationId xmlns:a16="http://schemas.microsoft.com/office/drawing/2014/main" id="{1DAD5C33-DC14-7695-19F3-2940E4716CE3}"/>
              </a:ext>
            </a:extLst>
          </p:cNvPr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119694891"/>
              </p:ext>
            </p:extLst>
          </p:nvPr>
        </p:nvGraphicFramePr>
        <p:xfrm>
          <a:off x="1922463" y="2801938"/>
          <a:ext cx="9945687" cy="8191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1"/>
          </a:graphicData>
        </a:graphic>
      </p:graphicFrame>
      <p:sp>
        <p:nvSpPr>
          <p:cNvPr id="13" name="Rectangle 3">
            <a:extLst>
              <a:ext uri="{FF2B5EF4-FFF2-40B4-BE49-F238E27FC236}">
                <a16:creationId xmlns:a16="http://schemas.microsoft.com/office/drawing/2014/main" id="{CA683A8F-E074-26AC-4151-36769889E9F6}"/>
              </a:ext>
            </a:extLst>
          </p:cNvPr>
          <p:cNvSpPr>
            <a:spLocks noGrp="1" noChangeArrowheads="1"/>
          </p:cNvSpPr>
          <p:nvPr>
            <p:custDataLst>
              <p:tags r:id="rId3"/>
            </p:custDataLst>
          </p:nvPr>
        </p:nvSpPr>
        <p:spPr bwMode="gray">
          <a:xfrm>
            <a:off x="8670925" y="3103563"/>
            <a:ext cx="554038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numCol="1" anchor="ctr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08960546-AEC7-436E-A26F-6CC0E814C308}" type="datetime'58'''''''''''',0''%'''''''''''''''''''''''''''''''''''">
              <a:rPr lang="en-US" altLang="en-US" sz="1400" kern="0" smtClean="0">
                <a:solidFill>
                  <a:schemeClr val="bg1"/>
                </a:solidFill>
                <a:effectLst/>
                <a:cs typeface="+mn-cs"/>
              </a:rPr>
              <a:pPr/>
              <a:t>58,0%</a:t>
            </a:fld>
            <a:endParaRPr lang="en-US" sz="1400" kern="0" dirty="0">
              <a:solidFill>
                <a:schemeClr val="bg1"/>
              </a:solidFill>
              <a:cs typeface="+mn-cs"/>
            </a:endParaRPr>
          </a:p>
        </p:txBody>
      </p:sp>
      <p:sp>
        <p:nvSpPr>
          <p:cNvPr id="14" name="Rectangle 3">
            <a:extLst>
              <a:ext uri="{FF2B5EF4-FFF2-40B4-BE49-F238E27FC236}">
                <a16:creationId xmlns:a16="http://schemas.microsoft.com/office/drawing/2014/main" id="{B1903AEE-9D99-363D-C705-54A4E92CAC86}"/>
              </a:ext>
            </a:extLst>
          </p:cNvPr>
          <p:cNvSpPr>
            <a:spLocks noGrp="1" noChangeArrowheads="1"/>
          </p:cNvSpPr>
          <p:nvPr>
            <p:custDataLst>
              <p:tags r:id="rId4"/>
            </p:custDataLst>
          </p:nvPr>
        </p:nvSpPr>
        <p:spPr bwMode="gray">
          <a:xfrm>
            <a:off x="3781425" y="3103563"/>
            <a:ext cx="554038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5400" tIns="0" rIns="25400" bIns="0" numCol="1" anchor="ctr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FAB96F0C-95A0-4E3C-A02A-20ECBD485EE3}" type="datetime'''''''''''''''''''''''''4''''2'''',''''0''''''''''''''''%'''''">
              <a:rPr lang="en-US" altLang="en-US" sz="1400" kern="0" smtClean="0">
                <a:solidFill>
                  <a:schemeClr val="bg1"/>
                </a:solidFill>
                <a:cs typeface="+mn-cs"/>
              </a:rPr>
              <a:pPr/>
              <a:t>42,0%</a:t>
            </a:fld>
            <a:endParaRPr lang="en-US" sz="1400" kern="0" dirty="0">
              <a:solidFill>
                <a:schemeClr val="bg1"/>
              </a:solidFill>
              <a:cs typeface="+mn-cs"/>
            </a:endParaRP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2203DEE2-96B4-AFB9-85D7-F9DB71A8470F}"/>
              </a:ext>
            </a:extLst>
          </p:cNvPr>
          <p:cNvSpPr>
            <a:spLocks noGrp="1" noChangeArrowheads="1"/>
          </p:cNvSpPr>
          <p:nvPr>
            <p:custDataLst>
              <p:tags r:id="rId5"/>
            </p:custDataLst>
          </p:nvPr>
        </p:nvSpPr>
        <p:spPr bwMode="auto">
          <a:xfrm>
            <a:off x="8651875" y="2673350"/>
            <a:ext cx="590550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anchor="b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0D350910-C254-4808-8401-FC79FAFF6FE5}" type="datetime'T''''''''''''''''''e''''''''''l''''''e''''f''''''o''''''''''n'">
              <a:rPr lang="en-US" altLang="en-US" sz="1400" kern="0" smtClean="0">
                <a:cs typeface="+mn-cs"/>
              </a:rPr>
              <a:pPr/>
              <a:t>Telefon</a:t>
            </a:fld>
            <a:endParaRPr lang="en-US" sz="1400" kern="0" dirty="0">
              <a:cs typeface="+mn-cs"/>
            </a:endParaRP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A8B0B4FF-ADEE-C6F6-F7C1-31BAE4060F67}"/>
              </a:ext>
            </a:extLst>
          </p:cNvPr>
          <p:cNvSpPr>
            <a:spLocks noGrp="1" noChangeArrowheads="1"/>
          </p:cNvSpPr>
          <p:nvPr>
            <p:custDataLst>
              <p:tags r:id="rId6"/>
            </p:custDataLst>
          </p:nvPr>
        </p:nvSpPr>
        <p:spPr bwMode="auto">
          <a:xfrm>
            <a:off x="3757613" y="2673350"/>
            <a:ext cx="600075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anchor="b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99707F22-2A63-46E9-83E5-AA1F4A9F7C61}" type="datetime'''''''''''İ''''''''''''''n''''t''''er''''''''''''ne''''''t'">
              <a:rPr lang="en-US" altLang="en-US" sz="1400" kern="0" smtClean="0">
                <a:cs typeface="+mn-cs"/>
              </a:rPr>
              <a:pPr/>
              <a:t>İnternet</a:t>
            </a:fld>
            <a:endParaRPr lang="en-US" sz="1400" kern="0" dirty="0">
              <a:cs typeface="+mn-cs"/>
            </a:endParaRPr>
          </a:p>
        </p:txBody>
      </p:sp>
      <p:sp>
        <p:nvSpPr>
          <p:cNvPr id="82" name="Metin kutusu 81">
            <a:extLst>
              <a:ext uri="{FF2B5EF4-FFF2-40B4-BE49-F238E27FC236}">
                <a16:creationId xmlns:a16="http://schemas.microsoft.com/office/drawing/2014/main" id="{FA5596F9-DA30-0954-2278-2BED2281F764}"/>
              </a:ext>
            </a:extLst>
          </p:cNvPr>
          <p:cNvSpPr txBox="1"/>
          <p:nvPr/>
        </p:nvSpPr>
        <p:spPr>
          <a:xfrm>
            <a:off x="127172" y="3025775"/>
            <a:ext cx="20392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b="1" dirty="0"/>
              <a:t>Toplam Trafik</a:t>
            </a:r>
            <a:endParaRPr lang="en-US" b="1" dirty="0"/>
          </a:p>
        </p:txBody>
      </p:sp>
      <p:graphicFrame>
        <p:nvGraphicFramePr>
          <p:cNvPr id="181" name="Chart 3">
            <a:extLst>
              <a:ext uri="{FF2B5EF4-FFF2-40B4-BE49-F238E27FC236}">
                <a16:creationId xmlns:a16="http://schemas.microsoft.com/office/drawing/2014/main" id="{4F091D27-F579-095F-637C-1F23C6136CE6}"/>
              </a:ext>
            </a:extLst>
          </p:cNvPr>
          <p:cNvGraphicFramePr/>
          <p:nvPr>
            <p:custDataLst>
              <p:tags r:id="rId7"/>
            </p:custDataLst>
            <p:extLst>
              <p:ext uri="{D42A27DB-BD31-4B8C-83A1-F6EECF244321}">
                <p14:modId xmlns:p14="http://schemas.microsoft.com/office/powerpoint/2010/main" val="1948094582"/>
              </p:ext>
            </p:extLst>
          </p:nvPr>
        </p:nvGraphicFramePr>
        <p:xfrm>
          <a:off x="1922463" y="3976688"/>
          <a:ext cx="9945687" cy="8191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2"/>
          </a:graphicData>
        </a:graphic>
      </p:graphicFrame>
      <p:cxnSp>
        <p:nvCxnSpPr>
          <p:cNvPr id="117" name="Düz Bağlayıcı 116">
            <a:extLst>
              <a:ext uri="{FF2B5EF4-FFF2-40B4-BE49-F238E27FC236}">
                <a16:creationId xmlns:a16="http://schemas.microsoft.com/office/drawing/2014/main" id="{0726A324-0924-7827-38F8-B494661C39BD}"/>
              </a:ext>
            </a:extLst>
          </p:cNvPr>
          <p:cNvCxnSpPr/>
          <p:nvPr>
            <p:custDataLst>
              <p:tags r:id="rId8"/>
            </p:custDataLst>
          </p:nvPr>
        </p:nvCxnSpPr>
        <p:spPr bwMode="auto">
          <a:xfrm>
            <a:off x="11572874" y="4060825"/>
            <a:ext cx="177800" cy="12065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5" name="Rectangle 3">
            <a:extLst>
              <a:ext uri="{FF2B5EF4-FFF2-40B4-BE49-F238E27FC236}">
                <a16:creationId xmlns:a16="http://schemas.microsoft.com/office/drawing/2014/main" id="{21C5729E-0F49-D51A-E2A6-0B43051C9213}"/>
              </a:ext>
            </a:extLst>
          </p:cNvPr>
          <p:cNvSpPr>
            <a:spLocks noGrp="1" noChangeArrowheads="1"/>
          </p:cNvSpPr>
          <p:nvPr>
            <p:custDataLst>
              <p:tags r:id="rId9"/>
            </p:custDataLst>
          </p:nvPr>
        </p:nvSpPr>
        <p:spPr bwMode="gray">
          <a:xfrm>
            <a:off x="11523663" y="4278313"/>
            <a:ext cx="455613" cy="212725"/>
          </a:xfrm>
          <a:prstGeom prst="rect">
            <a:avLst/>
          </a:prstGeom>
          <a:solidFill>
            <a:srgbClr val="969696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none" lIns="25400" tIns="0" rIns="25400" bIns="0" numCol="1" anchor="ctr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3008AE51-68A5-4100-908C-BE5F5113F27F}" type="datetime'''0'''''''''''''''',7''''''''%'''''''''''''''''''''''''''''">
              <a:rPr lang="en-US" altLang="en-US" sz="1400" kern="0" smtClean="0">
                <a:effectLst/>
                <a:cs typeface="+mn-cs"/>
              </a:rPr>
              <a:pPr/>
              <a:t>0,7%</a:t>
            </a:fld>
            <a:endParaRPr lang="en-US" sz="1400" kern="0" dirty="0">
              <a:cs typeface="+mn-cs"/>
            </a:endParaRPr>
          </a:p>
        </p:txBody>
      </p:sp>
      <p:sp>
        <p:nvSpPr>
          <p:cNvPr id="114" name="Rectangle 3">
            <a:extLst>
              <a:ext uri="{FF2B5EF4-FFF2-40B4-BE49-F238E27FC236}">
                <a16:creationId xmlns:a16="http://schemas.microsoft.com/office/drawing/2014/main" id="{6F14B2EB-30E2-2943-ED46-35F73A75FE1A}"/>
              </a:ext>
            </a:extLst>
          </p:cNvPr>
          <p:cNvSpPr>
            <a:spLocks noGrp="1" noChangeArrowheads="1"/>
          </p:cNvSpPr>
          <p:nvPr>
            <p:custDataLst>
              <p:tags r:id="rId10"/>
            </p:custDataLst>
          </p:nvPr>
        </p:nvSpPr>
        <p:spPr bwMode="gray">
          <a:xfrm>
            <a:off x="10902950" y="4278313"/>
            <a:ext cx="554038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numCol="1" anchor="ctr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85809712-5342-4BAC-85AA-412AAD56D7D3}" type="datetime'1''''1'''''''''',''''''''''''''0''''''''''''''%'''''">
              <a:rPr lang="en-US" altLang="en-US" sz="1400" kern="0" smtClean="0">
                <a:solidFill>
                  <a:schemeClr val="bg1"/>
                </a:solidFill>
                <a:cs typeface="+mn-cs"/>
              </a:rPr>
              <a:pPr/>
              <a:t>11,0%</a:t>
            </a:fld>
            <a:endParaRPr lang="en-US" sz="1400" kern="0" dirty="0">
              <a:solidFill>
                <a:schemeClr val="bg1"/>
              </a:solidFill>
              <a:cs typeface="+mn-cs"/>
            </a:endParaRPr>
          </a:p>
        </p:txBody>
      </p:sp>
      <p:sp>
        <p:nvSpPr>
          <p:cNvPr id="94" name="Rectangle 3">
            <a:extLst>
              <a:ext uri="{FF2B5EF4-FFF2-40B4-BE49-F238E27FC236}">
                <a16:creationId xmlns:a16="http://schemas.microsoft.com/office/drawing/2014/main" id="{FF99DF4A-34E5-5285-F179-32C1FB0A0927}"/>
              </a:ext>
            </a:extLst>
          </p:cNvPr>
          <p:cNvSpPr>
            <a:spLocks noGrp="1" noChangeArrowheads="1"/>
          </p:cNvSpPr>
          <p:nvPr>
            <p:custDataLst>
              <p:tags r:id="rId11"/>
            </p:custDataLst>
          </p:nvPr>
        </p:nvSpPr>
        <p:spPr bwMode="gray">
          <a:xfrm>
            <a:off x="9718675" y="4278313"/>
            <a:ext cx="554038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numCol="1" anchor="ctr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3AE1B7BE-2F88-4E5D-8963-89DF91DB7140}" type="datetime'''1''''''''''''3'''''''',''2%'">
              <a:rPr lang="en-US" altLang="en-US" sz="1400" kern="0" smtClean="0">
                <a:solidFill>
                  <a:schemeClr val="bg1"/>
                </a:solidFill>
                <a:cs typeface="+mn-cs"/>
              </a:rPr>
              <a:pPr/>
              <a:t>13,2%</a:t>
            </a:fld>
            <a:endParaRPr lang="en-US" sz="1400" kern="0" dirty="0">
              <a:solidFill>
                <a:schemeClr val="bg1"/>
              </a:solidFill>
              <a:cs typeface="+mn-cs"/>
            </a:endParaRPr>
          </a:p>
        </p:txBody>
      </p:sp>
      <p:sp>
        <p:nvSpPr>
          <p:cNvPr id="95" name="Rectangle 3">
            <a:extLst>
              <a:ext uri="{FF2B5EF4-FFF2-40B4-BE49-F238E27FC236}">
                <a16:creationId xmlns:a16="http://schemas.microsoft.com/office/drawing/2014/main" id="{43DB8C6C-9987-20FC-14E8-F2664393A6BC}"/>
              </a:ext>
            </a:extLst>
          </p:cNvPr>
          <p:cNvSpPr>
            <a:spLocks noGrp="1" noChangeArrowheads="1"/>
          </p:cNvSpPr>
          <p:nvPr>
            <p:custDataLst>
              <p:tags r:id="rId12"/>
            </p:custDataLst>
          </p:nvPr>
        </p:nvSpPr>
        <p:spPr bwMode="gray">
          <a:xfrm>
            <a:off x="5400675" y="4278313"/>
            <a:ext cx="554038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5400" tIns="0" rIns="25400" bIns="0" numCol="1" anchor="ctr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4CE84CFA-7B6F-43E0-A13E-30AB55122FD0}" type="datetime'''''''7''''''''''''''5,''''''1''''''''''''''%'''''''''">
              <a:rPr lang="en-US" altLang="en-US" sz="1400" kern="0" smtClean="0">
                <a:solidFill>
                  <a:schemeClr val="bg1"/>
                </a:solidFill>
                <a:cs typeface="+mn-cs"/>
              </a:rPr>
              <a:pPr/>
              <a:t>75,1%</a:t>
            </a:fld>
            <a:endParaRPr lang="en-US" sz="1400" kern="0" dirty="0">
              <a:solidFill>
                <a:schemeClr val="bg1"/>
              </a:solidFill>
              <a:cs typeface="+mn-cs"/>
            </a:endParaRPr>
          </a:p>
        </p:txBody>
      </p:sp>
      <p:sp>
        <p:nvSpPr>
          <p:cNvPr id="112" name="Rectangle 3">
            <a:extLst>
              <a:ext uri="{FF2B5EF4-FFF2-40B4-BE49-F238E27FC236}">
                <a16:creationId xmlns:a16="http://schemas.microsoft.com/office/drawing/2014/main" id="{0F42A5E5-ED59-2FDC-2144-42A3F2905975}"/>
              </a:ext>
            </a:extLst>
          </p:cNvPr>
          <p:cNvSpPr>
            <a:spLocks noGrp="1" noChangeArrowheads="1"/>
          </p:cNvSpPr>
          <p:nvPr>
            <p:custDataLst>
              <p:tags r:id="rId13"/>
            </p:custDataLst>
          </p:nvPr>
        </p:nvSpPr>
        <p:spPr bwMode="auto">
          <a:xfrm>
            <a:off x="11361738" y="3848100"/>
            <a:ext cx="423863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anchor="b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EC820046-5735-40CD-8226-1E8667C8959C}" type="datetime'D''''''i''''''''''''''''''ğ''''''''''''''''e''''''r'''''''">
              <a:rPr lang="en-US" altLang="en-US" sz="1400" kern="0" smtClean="0">
                <a:cs typeface="+mn-cs"/>
              </a:rPr>
              <a:pPr/>
              <a:t>Diğer</a:t>
            </a:fld>
            <a:endParaRPr lang="en-US" sz="1400" kern="0" dirty="0">
              <a:cs typeface="+mn-cs"/>
            </a:endParaRPr>
          </a:p>
        </p:txBody>
      </p:sp>
      <p:sp>
        <p:nvSpPr>
          <p:cNvPr id="113" name="Rectangle 3">
            <a:extLst>
              <a:ext uri="{FF2B5EF4-FFF2-40B4-BE49-F238E27FC236}">
                <a16:creationId xmlns:a16="http://schemas.microsoft.com/office/drawing/2014/main" id="{97952DB8-2537-C0F6-4A92-02DF60B7F1C6}"/>
              </a:ext>
            </a:extLst>
          </p:cNvPr>
          <p:cNvSpPr>
            <a:spLocks noGrp="1" noChangeArrowheads="1"/>
          </p:cNvSpPr>
          <p:nvPr>
            <p:custDataLst>
              <p:tags r:id="rId14"/>
            </p:custDataLst>
          </p:nvPr>
        </p:nvSpPr>
        <p:spPr bwMode="auto">
          <a:xfrm>
            <a:off x="10777538" y="3635375"/>
            <a:ext cx="533400" cy="425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anchor="b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r>
              <a:rPr lang="tr-TR" altLang="en-US" sz="1400" kern="0" dirty="0">
                <a:cs typeface="+mn-cs"/>
              </a:rPr>
              <a:t>Sosyal</a:t>
            </a:r>
          </a:p>
          <a:p>
            <a:pPr marL="0" lvl="0" indent="0" algn="ctr">
              <a:spcBef>
                <a:spcPct val="0"/>
              </a:spcBef>
              <a:buNone/>
            </a:pPr>
            <a:r>
              <a:rPr lang="tr-TR" sz="1400" kern="0" dirty="0">
                <a:cs typeface="+mn-cs"/>
              </a:rPr>
              <a:t>Medya</a:t>
            </a:r>
            <a:endParaRPr lang="en-US" sz="1400" kern="0" dirty="0">
              <a:cs typeface="+mn-cs"/>
            </a:endParaRPr>
          </a:p>
        </p:txBody>
      </p:sp>
      <p:sp>
        <p:nvSpPr>
          <p:cNvPr id="88" name="Rectangle 3">
            <a:extLst>
              <a:ext uri="{FF2B5EF4-FFF2-40B4-BE49-F238E27FC236}">
                <a16:creationId xmlns:a16="http://schemas.microsoft.com/office/drawing/2014/main" id="{2BD2EFB2-E686-56D2-5108-4E26B3D6020A}"/>
              </a:ext>
            </a:extLst>
          </p:cNvPr>
          <p:cNvSpPr>
            <a:spLocks noGrp="1" noChangeArrowheads="1"/>
          </p:cNvSpPr>
          <p:nvPr>
            <p:custDataLst>
              <p:tags r:id="rId15"/>
            </p:custDataLst>
          </p:nvPr>
        </p:nvSpPr>
        <p:spPr bwMode="auto">
          <a:xfrm>
            <a:off x="9605963" y="3848100"/>
            <a:ext cx="777875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anchor="b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r>
              <a:rPr lang="tr-TR" altLang="en-US" sz="1400" kern="0" dirty="0">
                <a:cs typeface="+mn-cs"/>
              </a:rPr>
              <a:t>Doğrudan</a:t>
            </a:r>
            <a:endParaRPr lang="en-US" sz="1400" kern="0" dirty="0">
              <a:cs typeface="+mn-cs"/>
            </a:endParaRPr>
          </a:p>
        </p:txBody>
      </p:sp>
      <p:sp>
        <p:nvSpPr>
          <p:cNvPr id="89" name="Rectangle 3">
            <a:extLst>
              <a:ext uri="{FF2B5EF4-FFF2-40B4-BE49-F238E27FC236}">
                <a16:creationId xmlns:a16="http://schemas.microsoft.com/office/drawing/2014/main" id="{F835FEC4-B4EE-4A71-A955-5465AB710549}"/>
              </a:ext>
            </a:extLst>
          </p:cNvPr>
          <p:cNvSpPr>
            <a:spLocks noGrp="1" noChangeArrowheads="1"/>
          </p:cNvSpPr>
          <p:nvPr>
            <p:custDataLst>
              <p:tags r:id="rId16"/>
            </p:custDataLst>
          </p:nvPr>
        </p:nvSpPr>
        <p:spPr bwMode="auto">
          <a:xfrm>
            <a:off x="5081588" y="3848100"/>
            <a:ext cx="1192213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anchor="b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478BDD5A-80F4-4A5A-B1D1-781D20AE61BA}" type="datetime'''''Org''''a''n''''''''i''''''k'''' ''''A''r''''''''''a''''ma'">
              <a:rPr lang="en-US" altLang="en-US" sz="1400" kern="0" smtClean="0">
                <a:cs typeface="+mn-cs"/>
              </a:rPr>
              <a:pPr/>
              <a:t>Organik Arama</a:t>
            </a:fld>
            <a:endParaRPr lang="en-US" sz="1400" kern="0" dirty="0">
              <a:cs typeface="+mn-cs"/>
            </a:endParaRPr>
          </a:p>
        </p:txBody>
      </p:sp>
      <p:sp>
        <p:nvSpPr>
          <p:cNvPr id="96" name="Metin kutusu 95">
            <a:extLst>
              <a:ext uri="{FF2B5EF4-FFF2-40B4-BE49-F238E27FC236}">
                <a16:creationId xmlns:a16="http://schemas.microsoft.com/office/drawing/2014/main" id="{8AE9CF43-F5E1-8191-26D4-D53BD81288FB}"/>
              </a:ext>
            </a:extLst>
          </p:cNvPr>
          <p:cNvSpPr txBox="1"/>
          <p:nvPr/>
        </p:nvSpPr>
        <p:spPr>
          <a:xfrm>
            <a:off x="0" y="4186238"/>
            <a:ext cx="17653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b="1" dirty="0"/>
              <a:t>İnternet</a:t>
            </a:r>
            <a:endParaRPr lang="en-US" b="1" dirty="0"/>
          </a:p>
        </p:txBody>
      </p:sp>
      <p:graphicFrame>
        <p:nvGraphicFramePr>
          <p:cNvPr id="179" name="Chart 3">
            <a:extLst>
              <a:ext uri="{FF2B5EF4-FFF2-40B4-BE49-F238E27FC236}">
                <a16:creationId xmlns:a16="http://schemas.microsoft.com/office/drawing/2014/main" id="{755DD1D0-01D2-0A10-FE1E-1606CE8CD83C}"/>
              </a:ext>
            </a:extLst>
          </p:cNvPr>
          <p:cNvGraphicFramePr/>
          <p:nvPr>
            <p:custDataLst>
              <p:tags r:id="rId17"/>
            </p:custDataLst>
            <p:extLst>
              <p:ext uri="{D42A27DB-BD31-4B8C-83A1-F6EECF244321}">
                <p14:modId xmlns:p14="http://schemas.microsoft.com/office/powerpoint/2010/main" val="3818343410"/>
              </p:ext>
            </p:extLst>
          </p:nvPr>
        </p:nvGraphicFramePr>
        <p:xfrm>
          <a:off x="1922463" y="5119688"/>
          <a:ext cx="9967912" cy="8191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3"/>
          </a:graphicData>
        </a:graphic>
      </p:graphicFrame>
      <p:cxnSp>
        <p:nvCxnSpPr>
          <p:cNvPr id="147" name="Düz Bağlayıcı 146">
            <a:extLst>
              <a:ext uri="{FF2B5EF4-FFF2-40B4-BE49-F238E27FC236}">
                <a16:creationId xmlns:a16="http://schemas.microsoft.com/office/drawing/2014/main" id="{C72A3824-40DD-2297-9520-E1F6EB54C566}"/>
              </a:ext>
            </a:extLst>
          </p:cNvPr>
          <p:cNvCxnSpPr/>
          <p:nvPr>
            <p:custDataLst>
              <p:tags r:id="rId18"/>
            </p:custDataLst>
          </p:nvPr>
        </p:nvCxnSpPr>
        <p:spPr bwMode="auto">
          <a:xfrm flipV="1">
            <a:off x="11579225" y="5664200"/>
            <a:ext cx="112713" cy="68263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8" name="Düz Bağlayıcı 147">
            <a:extLst>
              <a:ext uri="{FF2B5EF4-FFF2-40B4-BE49-F238E27FC236}">
                <a16:creationId xmlns:a16="http://schemas.microsoft.com/office/drawing/2014/main" id="{8B6FE2DC-8436-A658-87C8-8F3627A5FC1F}"/>
              </a:ext>
            </a:extLst>
          </p:cNvPr>
          <p:cNvCxnSpPr/>
          <p:nvPr>
            <p:custDataLst>
              <p:tags r:id="rId19"/>
            </p:custDataLst>
          </p:nvPr>
        </p:nvCxnSpPr>
        <p:spPr bwMode="auto">
          <a:xfrm>
            <a:off x="11066463" y="5203825"/>
            <a:ext cx="288925" cy="12065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0" name="Rectangle 3">
            <a:extLst>
              <a:ext uri="{FF2B5EF4-FFF2-40B4-BE49-F238E27FC236}">
                <a16:creationId xmlns:a16="http://schemas.microsoft.com/office/drawing/2014/main" id="{79E5909C-B8E4-8AB8-AFE0-9FF199BD2CB0}"/>
              </a:ext>
            </a:extLst>
          </p:cNvPr>
          <p:cNvSpPr>
            <a:spLocks noGrp="1" noChangeArrowheads="1"/>
          </p:cNvSpPr>
          <p:nvPr>
            <p:custDataLst>
              <p:tags r:id="rId20"/>
            </p:custDataLst>
          </p:nvPr>
        </p:nvSpPr>
        <p:spPr bwMode="gray">
          <a:xfrm>
            <a:off x="11352213" y="5732463"/>
            <a:ext cx="455613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69696"/>
                </a:solidFill>
              </a14:hiddenFill>
            </a:ext>
          </a:extLst>
        </p:spPr>
        <p:txBody>
          <a:bodyPr vert="horz" wrap="none" lIns="25400" tIns="0" rIns="25400" bIns="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85ADF7BA-F243-4583-A927-434B51C88FA1}" type="datetime'''''2'''''''''''''''''''',''''''''''''''''''''4''%'''''">
              <a:rPr lang="en-US" altLang="en-US" sz="1400" kern="0" smtClean="0">
                <a:effectLst/>
                <a:cs typeface="+mn-cs"/>
              </a:rPr>
              <a:pPr/>
              <a:t>2,4%</a:t>
            </a:fld>
            <a:endParaRPr lang="en-US" sz="1400" kern="0" dirty="0">
              <a:cs typeface="+mn-cs"/>
            </a:endParaRPr>
          </a:p>
        </p:txBody>
      </p:sp>
      <p:sp>
        <p:nvSpPr>
          <p:cNvPr id="139" name="Rectangle 3">
            <a:extLst>
              <a:ext uri="{FF2B5EF4-FFF2-40B4-BE49-F238E27FC236}">
                <a16:creationId xmlns:a16="http://schemas.microsoft.com/office/drawing/2014/main" id="{074B7233-16A8-C805-BADB-6360FF49096C}"/>
              </a:ext>
            </a:extLst>
          </p:cNvPr>
          <p:cNvSpPr>
            <a:spLocks noGrp="1" noChangeArrowheads="1"/>
          </p:cNvSpPr>
          <p:nvPr>
            <p:custDataLst>
              <p:tags r:id="rId21"/>
            </p:custDataLst>
          </p:nvPr>
        </p:nvSpPr>
        <p:spPr bwMode="gray">
          <a:xfrm>
            <a:off x="11128375" y="5421313"/>
            <a:ext cx="455613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numCol="1" anchor="ctr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CE33A244-8ABD-411A-82EF-1BB371BF7553}" type="datetime'''''4'''''',''''''''''''''''''''''''''''''5''%'''''''''''">
              <a:rPr lang="en-US" altLang="en-US" sz="1400" kern="0" smtClean="0">
                <a:solidFill>
                  <a:schemeClr val="bg1"/>
                </a:solidFill>
                <a:cs typeface="+mn-cs"/>
              </a:rPr>
              <a:pPr/>
              <a:t>4,5%</a:t>
            </a:fld>
            <a:endParaRPr lang="en-US" sz="1400" kern="0" dirty="0">
              <a:solidFill>
                <a:schemeClr val="bg1"/>
              </a:solidFill>
              <a:cs typeface="+mn-cs"/>
            </a:endParaRPr>
          </a:p>
        </p:txBody>
      </p:sp>
      <p:sp>
        <p:nvSpPr>
          <p:cNvPr id="133" name="Rectangle 3">
            <a:extLst>
              <a:ext uri="{FF2B5EF4-FFF2-40B4-BE49-F238E27FC236}">
                <a16:creationId xmlns:a16="http://schemas.microsoft.com/office/drawing/2014/main" id="{E5C7DAD8-17E2-7F96-9B79-3D387A6FF936}"/>
              </a:ext>
            </a:extLst>
          </p:cNvPr>
          <p:cNvSpPr>
            <a:spLocks noGrp="1" noChangeArrowheads="1"/>
          </p:cNvSpPr>
          <p:nvPr>
            <p:custDataLst>
              <p:tags r:id="rId22"/>
            </p:custDataLst>
          </p:nvPr>
        </p:nvSpPr>
        <p:spPr bwMode="gray">
          <a:xfrm>
            <a:off x="9121775" y="5421313"/>
            <a:ext cx="554038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numCol="1" anchor="ctr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2FE5724D-1D4E-4C44-BF8B-1B2C6D525ACC}" type="datetime'''''''''3''''''5'''''''''',''''''4%'''''''''">
              <a:rPr lang="en-US" altLang="en-US" sz="1400" kern="0" smtClean="0">
                <a:solidFill>
                  <a:schemeClr val="bg1"/>
                </a:solidFill>
                <a:cs typeface="+mn-cs"/>
              </a:rPr>
              <a:pPr/>
              <a:t>35,4%</a:t>
            </a:fld>
            <a:endParaRPr lang="en-US" sz="1400" kern="0" dirty="0">
              <a:solidFill>
                <a:schemeClr val="bg1"/>
              </a:solidFill>
              <a:cs typeface="+mn-cs"/>
            </a:endParaRPr>
          </a:p>
        </p:txBody>
      </p:sp>
      <p:sp>
        <p:nvSpPr>
          <p:cNvPr id="134" name="Rectangle 3">
            <a:extLst>
              <a:ext uri="{FF2B5EF4-FFF2-40B4-BE49-F238E27FC236}">
                <a16:creationId xmlns:a16="http://schemas.microsoft.com/office/drawing/2014/main" id="{235D4B02-DFD6-05E5-E368-952B71041980}"/>
              </a:ext>
            </a:extLst>
          </p:cNvPr>
          <p:cNvSpPr>
            <a:spLocks noGrp="1" noChangeArrowheads="1"/>
          </p:cNvSpPr>
          <p:nvPr>
            <p:custDataLst>
              <p:tags r:id="rId23"/>
            </p:custDataLst>
          </p:nvPr>
        </p:nvSpPr>
        <p:spPr bwMode="gray">
          <a:xfrm>
            <a:off x="4556125" y="5421313"/>
            <a:ext cx="554038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5400" tIns="0" rIns="25400" bIns="0" numCol="1" anchor="ctr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D558A79A-046F-43E1-9809-9FC16323CA03}" type="datetime'''5''''''''''''7'''''''''''''''',7''''''''''%'''''''">
              <a:rPr lang="en-US" altLang="en-US" sz="1400" kern="0" smtClean="0">
                <a:solidFill>
                  <a:schemeClr val="bg1"/>
                </a:solidFill>
                <a:cs typeface="+mn-cs"/>
              </a:rPr>
              <a:pPr/>
              <a:t>57,7%</a:t>
            </a:fld>
            <a:endParaRPr lang="en-US" sz="1400" kern="0" dirty="0">
              <a:solidFill>
                <a:schemeClr val="bg1"/>
              </a:solidFill>
              <a:cs typeface="+mn-cs"/>
            </a:endParaRPr>
          </a:p>
        </p:txBody>
      </p:sp>
      <p:sp>
        <p:nvSpPr>
          <p:cNvPr id="137" name="Rectangle 3">
            <a:extLst>
              <a:ext uri="{FF2B5EF4-FFF2-40B4-BE49-F238E27FC236}">
                <a16:creationId xmlns:a16="http://schemas.microsoft.com/office/drawing/2014/main" id="{97FE9788-6CED-2437-94FB-E94A4DD24EDF}"/>
              </a:ext>
            </a:extLst>
          </p:cNvPr>
          <p:cNvSpPr>
            <a:spLocks noGrp="1" noChangeArrowheads="1"/>
          </p:cNvSpPr>
          <p:nvPr>
            <p:custDataLst>
              <p:tags r:id="rId24"/>
            </p:custDataLst>
          </p:nvPr>
        </p:nvSpPr>
        <p:spPr bwMode="auto">
          <a:xfrm>
            <a:off x="11383963" y="4991100"/>
            <a:ext cx="423863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anchor="b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48016306-05EE-4128-BCF8-1F2E9795FE7D}" type="datetime'''D''''i''''ğe''''r'''''''''''''''''''''''''''''''''''''">
              <a:rPr lang="en-US" altLang="en-US" sz="1400" kern="0" smtClean="0">
                <a:cs typeface="+mn-cs"/>
              </a:rPr>
              <a:pPr/>
              <a:t>Diğer</a:t>
            </a:fld>
            <a:endParaRPr lang="en-US" sz="1400" kern="0" dirty="0">
              <a:cs typeface="+mn-cs"/>
            </a:endParaRPr>
          </a:p>
        </p:txBody>
      </p:sp>
      <p:sp>
        <p:nvSpPr>
          <p:cNvPr id="138" name="Rectangle 3">
            <a:extLst>
              <a:ext uri="{FF2B5EF4-FFF2-40B4-BE49-F238E27FC236}">
                <a16:creationId xmlns:a16="http://schemas.microsoft.com/office/drawing/2014/main" id="{5989E490-F59C-481E-B12E-E0F5F8190D8D}"/>
              </a:ext>
            </a:extLst>
          </p:cNvPr>
          <p:cNvSpPr>
            <a:spLocks noGrp="1" noChangeArrowheads="1"/>
          </p:cNvSpPr>
          <p:nvPr>
            <p:custDataLst>
              <p:tags r:id="rId25"/>
            </p:custDataLst>
          </p:nvPr>
        </p:nvSpPr>
        <p:spPr bwMode="auto">
          <a:xfrm>
            <a:off x="10799763" y="4778375"/>
            <a:ext cx="533400" cy="425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anchor="b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r>
              <a:rPr lang="tr-TR" altLang="en-US" sz="1400" kern="0" dirty="0">
                <a:cs typeface="+mn-cs"/>
              </a:rPr>
              <a:t>Sosyal</a:t>
            </a:r>
          </a:p>
          <a:p>
            <a:pPr marL="0" lvl="0" indent="0" algn="ctr">
              <a:spcBef>
                <a:spcPct val="0"/>
              </a:spcBef>
              <a:buNone/>
            </a:pPr>
            <a:r>
              <a:rPr lang="tr-TR" sz="1400" kern="0" dirty="0">
                <a:cs typeface="+mn-cs"/>
              </a:rPr>
              <a:t>Medya</a:t>
            </a:r>
            <a:endParaRPr lang="en-US" sz="1400" kern="0" dirty="0">
              <a:cs typeface="+mn-cs"/>
            </a:endParaRPr>
          </a:p>
        </p:txBody>
      </p:sp>
      <p:sp>
        <p:nvSpPr>
          <p:cNvPr id="135" name="Rectangle 3">
            <a:extLst>
              <a:ext uri="{FF2B5EF4-FFF2-40B4-BE49-F238E27FC236}">
                <a16:creationId xmlns:a16="http://schemas.microsoft.com/office/drawing/2014/main" id="{499EF2B6-70F0-E13E-1E14-C1605698F4BD}"/>
              </a:ext>
            </a:extLst>
          </p:cNvPr>
          <p:cNvSpPr>
            <a:spLocks noGrp="1" noChangeArrowheads="1"/>
          </p:cNvSpPr>
          <p:nvPr>
            <p:custDataLst>
              <p:tags r:id="rId26"/>
            </p:custDataLst>
          </p:nvPr>
        </p:nvSpPr>
        <p:spPr bwMode="auto">
          <a:xfrm>
            <a:off x="9009063" y="4991100"/>
            <a:ext cx="777875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anchor="b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r>
              <a:rPr lang="tr-TR" altLang="en-US" sz="1400" kern="0" dirty="0">
                <a:cs typeface="+mn-cs"/>
              </a:rPr>
              <a:t>Doğrudan</a:t>
            </a:r>
            <a:endParaRPr lang="en-US" sz="1400" kern="0" dirty="0">
              <a:cs typeface="+mn-cs"/>
            </a:endParaRPr>
          </a:p>
        </p:txBody>
      </p:sp>
      <p:sp>
        <p:nvSpPr>
          <p:cNvPr id="136" name="Rectangle 3">
            <a:extLst>
              <a:ext uri="{FF2B5EF4-FFF2-40B4-BE49-F238E27FC236}">
                <a16:creationId xmlns:a16="http://schemas.microsoft.com/office/drawing/2014/main" id="{659E7E21-2D9D-F7AE-422D-44E584EFD4A3}"/>
              </a:ext>
            </a:extLst>
          </p:cNvPr>
          <p:cNvSpPr>
            <a:spLocks noGrp="1" noChangeArrowheads="1"/>
          </p:cNvSpPr>
          <p:nvPr>
            <p:custDataLst>
              <p:tags r:id="rId27"/>
            </p:custDataLst>
          </p:nvPr>
        </p:nvSpPr>
        <p:spPr bwMode="auto">
          <a:xfrm>
            <a:off x="4237038" y="4991100"/>
            <a:ext cx="1192213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anchor="b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6B590EA5-AEDB-4284-8C4C-2097546DBDB3}" type="datetime'''''Or''''''ga''n''''''''''i''''''''''k'' ''''Ar''''ama'''''">
              <a:rPr lang="en-US" altLang="en-US" sz="1400" kern="0" smtClean="0">
                <a:cs typeface="+mn-cs"/>
              </a:rPr>
              <a:pPr/>
              <a:t>Organik Arama</a:t>
            </a:fld>
            <a:endParaRPr lang="en-US" sz="1400" kern="0" dirty="0">
              <a:cs typeface="+mn-cs"/>
            </a:endParaRPr>
          </a:p>
        </p:txBody>
      </p:sp>
      <p:sp>
        <p:nvSpPr>
          <p:cNvPr id="141" name="Metin kutusu 140">
            <a:extLst>
              <a:ext uri="{FF2B5EF4-FFF2-40B4-BE49-F238E27FC236}">
                <a16:creationId xmlns:a16="http://schemas.microsoft.com/office/drawing/2014/main" id="{FB49CCD8-999A-D9E5-05FB-75FB1931E467}"/>
              </a:ext>
            </a:extLst>
          </p:cNvPr>
          <p:cNvSpPr txBox="1"/>
          <p:nvPr/>
        </p:nvSpPr>
        <p:spPr>
          <a:xfrm>
            <a:off x="-7228" y="5357813"/>
            <a:ext cx="17653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b="1" dirty="0"/>
              <a:t>Telefon</a:t>
            </a:r>
            <a:endParaRPr lang="en-US" b="1" dirty="0"/>
          </a:p>
        </p:txBody>
      </p:sp>
      <p:sp>
        <p:nvSpPr>
          <p:cNvPr id="182" name="Metin kutusu 75">
            <a:extLst>
              <a:ext uri="{FF2B5EF4-FFF2-40B4-BE49-F238E27FC236}">
                <a16:creationId xmlns:a16="http://schemas.microsoft.com/office/drawing/2014/main" id="{7FD3CC20-A2D2-A415-B593-5984EF8AD073}"/>
              </a:ext>
            </a:extLst>
          </p:cNvPr>
          <p:cNvSpPr txBox="1"/>
          <p:nvPr/>
        </p:nvSpPr>
        <p:spPr>
          <a:xfrm>
            <a:off x="165893" y="6732588"/>
            <a:ext cx="1219200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100" dirty="0">
                <a:latin typeface="+mj-lt"/>
                <a:ea typeface="Tahoma" panose="020B0604030504040204" pitchFamily="34" charset="0"/>
                <a:cs typeface="Tahoma" panose="020B0604030504040204" pitchFamily="34" charset="0"/>
              </a:rPr>
              <a:t>Kaynak: Google, TEPAV hesaplamaları</a:t>
            </a:r>
          </a:p>
        </p:txBody>
      </p:sp>
    </p:spTree>
    <p:extLst>
      <p:ext uri="{BB962C8B-B14F-4D97-AF65-F5344CB8AC3E}">
        <p14:creationId xmlns:p14="http://schemas.microsoft.com/office/powerpoint/2010/main" val="33550770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1593AB55-6198-1BA2-D253-FFE20F5A314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3089009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4" imgW="454" imgH="454" progId="TCLayout.ActiveDocument.1">
                  <p:embed/>
                </p:oleObj>
              </mc:Choice>
              <mc:Fallback>
                <p:oleObj name="think-cell Slide" r:id="rId14" imgW="454" imgH="454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Başlık 1">
            <a:extLst>
              <a:ext uri="{FF2B5EF4-FFF2-40B4-BE49-F238E27FC236}">
                <a16:creationId xmlns:a16="http://schemas.microsoft.com/office/drawing/2014/main" id="{AB77D69F-7831-69A8-1A99-CCC89B2B4F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endParaRPr lang="en-US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697592F6-CC13-8058-1070-EA7E9F040F26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tr-TR" b="1" dirty="0"/>
              <a:t>Son bir yılda en çok okunan blog yazıları, %</a:t>
            </a:r>
            <a:endParaRPr lang="en-US" b="1" dirty="0"/>
          </a:p>
        </p:txBody>
      </p:sp>
      <p:graphicFrame>
        <p:nvGraphicFramePr>
          <p:cNvPr id="148" name="Chart 3">
            <a:extLst>
              <a:ext uri="{FF2B5EF4-FFF2-40B4-BE49-F238E27FC236}">
                <a16:creationId xmlns:a16="http://schemas.microsoft.com/office/drawing/2014/main" id="{2519499A-4D9B-AD29-16B1-F5E5AB5A3234}"/>
              </a:ext>
            </a:extLst>
          </p:cNvPr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441964446"/>
              </p:ext>
            </p:extLst>
          </p:nvPr>
        </p:nvGraphicFramePr>
        <p:xfrm>
          <a:off x="7358063" y="2636838"/>
          <a:ext cx="4510087" cy="3746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6"/>
          </a:graphicData>
        </a:graphic>
      </p:graphicFrame>
      <p:sp>
        <p:nvSpPr>
          <p:cNvPr id="5" name="Rectangle 3">
            <a:extLst>
              <a:ext uri="{FF2B5EF4-FFF2-40B4-BE49-F238E27FC236}">
                <a16:creationId xmlns:a16="http://schemas.microsoft.com/office/drawing/2014/main" id="{34E84744-8A08-35E1-543E-D70FBB5A38E9}"/>
              </a:ext>
            </a:extLst>
          </p:cNvPr>
          <p:cNvSpPr>
            <a:spLocks noGrp="1" noChangeArrowheads="1"/>
          </p:cNvSpPr>
          <p:nvPr>
            <p:custDataLst>
              <p:tags r:id="rId3"/>
            </p:custDataLst>
          </p:nvPr>
        </p:nvSpPr>
        <p:spPr bwMode="auto">
          <a:xfrm>
            <a:off x="1843088" y="3686175"/>
            <a:ext cx="5480050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r">
              <a:spcBef>
                <a:spcPct val="0"/>
              </a:spcBef>
              <a:buNone/>
            </a:pPr>
            <a:fld id="{727C378B-8690-4D62-B1D4-A52AB24345DC}" type="thinkcell&lt;?xml version=&quot;1.0&quot; encoding=&quot;UTF-16&quot; standalone=&quot;yes&quot;?&gt;&lt;root reqver=&quot;28224&quot;&gt;&lt;version val=&quot;35780&quot;/&gt;&lt;PersistentType&gt;&lt;m_guid val=&quot;711f0734-2999-4b36-8aa6-a57f1dc70f3a&quot;/&gt;&lt;m_prec&gt;&lt;m_bNumberIsYear val=&quot;0&quot;/&gt;&lt;m_chDecimalSymbol17909&gt;,&lt;/m_chDecimalSymbol17909&gt;&lt;m_yearfmt&gt;&lt;begin val=&quot;0&quot;/&gt;&lt;end val=&quot;4&quot;/&gt;&lt;/m_yearfmt&gt;&lt;/m_prec&gt;&lt;m_bUseExcelFont val=&quot;0&quot;/&gt;&lt;m_bUseExcelFontColor val=&quot;0&quot;/&gt;&lt;/PersistentType&gt;&lt;/root&gt;">
              <a:rPr lang="en-US" altLang="en-US" sz="1400" kern="0" smtClean="0">
                <a:cs typeface="+mn-cs"/>
              </a:rPr>
              <a:pPr/>
              <a:t>H. Hilm Demir: Temel Yanlışlara Cevaplar - Sünnilik nedir ne değildir?</a:t>
            </a:fld>
            <a:endParaRPr lang="en-US" sz="1400" kern="0" dirty="0">
              <a:cs typeface="+mn-cs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720FB528-8ED8-06B0-D6B1-4684FABDE6A3}"/>
              </a:ext>
            </a:extLst>
          </p:cNvPr>
          <p:cNvSpPr>
            <a:spLocks noGrp="1" noChangeArrowheads="1"/>
          </p:cNvSpPr>
          <p:nvPr>
            <p:custDataLst>
              <p:tags r:id="rId4"/>
            </p:custDataLst>
          </p:nvPr>
        </p:nvSpPr>
        <p:spPr bwMode="auto">
          <a:xfrm>
            <a:off x="1627187" y="4403725"/>
            <a:ext cx="5695950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r">
              <a:spcBef>
                <a:spcPct val="0"/>
              </a:spcBef>
              <a:buNone/>
            </a:pPr>
            <a:fld id="{A7321C24-B5F2-4492-9D86-76DED85F9F00}" type="thinkcell&lt;?xml version=&quot;1.0&quot; encoding=&quot;UTF-16&quot; standalone=&quot;yes&quot;?&gt;&lt;root reqver=&quot;28224&quot;&gt;&lt;version val=&quot;35780&quot;/&gt;&lt;PersistentType&gt;&lt;m_guid val=&quot;2c950c81-3866-484f-a078-fb6107e9ab59&quot;/&gt;&lt;m_prec&gt;&lt;m_bNumberIsYear val=&quot;0&quot;/&gt;&lt;m_chDecimalSymbol17909&gt;,&lt;/m_chDecimalSymbol17909&gt;&lt;m_yearfmt&gt;&lt;begin val=&quot;0&quot;/&gt;&lt;end val=&quot;4&quot;/&gt;&lt;/m_yearfmt&gt;&lt;/m_prec&gt;&lt;m_bUseExcelFont val=&quot;0&quot;/&gt;&lt;m_bUseExcelFontColor val=&quot;0&quot;/&gt;&lt;/PersistentType&gt;&lt;/root&gt;">
              <a:rPr lang="en-US" altLang="en-US" sz="1400" kern="0" smtClean="0">
                <a:cs typeface="+mn-cs"/>
              </a:rPr>
              <a:pPr/>
              <a:t>Coşkun Cangöz: Merkez Bankasının beklenen faiz kararı ve olası etkileri</a:t>
            </a:fld>
            <a:endParaRPr lang="en-US" sz="1400" kern="0" dirty="0">
              <a:cs typeface="+mn-cs"/>
            </a:endParaRPr>
          </a:p>
        </p:txBody>
      </p:sp>
      <p:sp>
        <p:nvSpPr>
          <p:cNvPr id="27" name="Rectangle 3">
            <a:extLst>
              <a:ext uri="{FF2B5EF4-FFF2-40B4-BE49-F238E27FC236}">
                <a16:creationId xmlns:a16="http://schemas.microsoft.com/office/drawing/2014/main" id="{28F03F88-3B51-D765-656C-93254ED811B5}"/>
              </a:ext>
            </a:extLst>
          </p:cNvPr>
          <p:cNvSpPr>
            <a:spLocks noGrp="1" noChangeArrowheads="1"/>
          </p:cNvSpPr>
          <p:nvPr>
            <p:custDataLst>
              <p:tags r:id="rId5"/>
            </p:custDataLst>
          </p:nvPr>
        </p:nvSpPr>
        <p:spPr bwMode="auto">
          <a:xfrm>
            <a:off x="4886326" y="5119688"/>
            <a:ext cx="2436813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r">
              <a:spcBef>
                <a:spcPct val="0"/>
              </a:spcBef>
              <a:buNone/>
            </a:pPr>
            <a:fld id="{1ED3AB40-B333-42EA-9E45-B4C7BBBA6A9F}" type="datetime'H. ''''H''ilm D''emi''''''r'': ''Ne bu ''''Se''''lef''il''ik?'">
              <a:rPr lang="de-DE" altLang="en-US" sz="1400" kern="0" smtClean="0">
                <a:cs typeface="+mn-cs"/>
              </a:rPr>
              <a:pPr/>
              <a:t>H. Hilm Demir: Ne bu Selefilik?</a:t>
            </a:fld>
            <a:endParaRPr lang="en-US" sz="1400" kern="0" dirty="0">
              <a:cs typeface="+mn-cs"/>
            </a:endParaRPr>
          </a:p>
        </p:txBody>
      </p:sp>
      <p:sp>
        <p:nvSpPr>
          <p:cNvPr id="30" name="Rectangle 3">
            <a:extLst>
              <a:ext uri="{FF2B5EF4-FFF2-40B4-BE49-F238E27FC236}">
                <a16:creationId xmlns:a16="http://schemas.microsoft.com/office/drawing/2014/main" id="{85B12966-6A67-B17F-A0B4-E3BEB64287AC}"/>
              </a:ext>
            </a:extLst>
          </p:cNvPr>
          <p:cNvSpPr>
            <a:spLocks noGrp="1" noChangeArrowheads="1"/>
          </p:cNvSpPr>
          <p:nvPr>
            <p:custDataLst>
              <p:tags r:id="rId6"/>
            </p:custDataLst>
          </p:nvPr>
        </p:nvSpPr>
        <p:spPr bwMode="auto">
          <a:xfrm>
            <a:off x="2055813" y="5835650"/>
            <a:ext cx="5267325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r">
              <a:spcBef>
                <a:spcPct val="0"/>
              </a:spcBef>
              <a:buNone/>
            </a:pPr>
            <a:fld id="{071104C1-370E-41B8-BFE6-3D93BEE82D90}" type="thinkcell&lt;?xml version=&quot;1.0&quot; encoding=&quot;UTF-16&quot; standalone=&quot;yes&quot;?&gt;&lt;root reqver=&quot;28224&quot;&gt;&lt;version val=&quot;35780&quot;/&gt;&lt;PersistentType&gt;&lt;m_guid val=&quot;05a26a85-a945-4a3f-ae11-1eda52fdde15&quot;/&gt;&lt;m_prec&gt;&lt;m_bNumberIsYear val=&quot;0&quot;/&gt;&lt;m_chDecimalSymbol17909&gt;,&lt;/m_chDecimalSymbol17909&gt;&lt;m_yearfmt&gt;&lt;begin val=&quot;0&quot;/&gt;&lt;end val=&quot;4&quot;/&gt;&lt;/m_yearfmt&gt;&lt;/m_prec&gt;&lt;m_bUseExcelFont val=&quot;0&quot;/&gt;&lt;m_bUseExcelFontColor val=&quot;0&quot;/&gt;&lt;/PersistentType&gt;&lt;/root&gt;">
              <a:rPr lang="en-US" altLang="en-US" sz="1400" kern="0" smtClean="0">
                <a:cs typeface="+mn-cs"/>
              </a:rPr>
              <a:pPr/>
              <a:t>N. Emrah Aydınonat: 10 Soruda GSYH ile ilgili bilmek istedikleriniz!</a:t>
            </a:fld>
            <a:endParaRPr lang="en-US" sz="1400" kern="0" dirty="0">
              <a:cs typeface="+mn-cs"/>
            </a:endParaRPr>
          </a:p>
        </p:txBody>
      </p:sp>
      <p:sp>
        <p:nvSpPr>
          <p:cNvPr id="83" name="Rectangle 3">
            <a:extLst>
              <a:ext uri="{FF2B5EF4-FFF2-40B4-BE49-F238E27FC236}">
                <a16:creationId xmlns:a16="http://schemas.microsoft.com/office/drawing/2014/main" id="{87D1699F-0332-4D8C-26ED-4483710621E1}"/>
              </a:ext>
            </a:extLst>
          </p:cNvPr>
          <p:cNvSpPr>
            <a:spLocks noGrp="1" noChangeArrowheads="1"/>
          </p:cNvSpPr>
          <p:nvPr>
            <p:custDataLst>
              <p:tags r:id="rId7"/>
            </p:custDataLst>
          </p:nvPr>
        </p:nvSpPr>
        <p:spPr bwMode="gray">
          <a:xfrm>
            <a:off x="8970963" y="3686175"/>
            <a:ext cx="296863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5400" tIns="0" rIns="25400" bIns="0" numCol="1" anchor="ctr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1E776BFA-79D3-4B67-9F72-81BD64358A2A}" type="datetime'''''''5'''''''''''''''',8'''''''''''''''''''''''''''">
              <a:rPr lang="en-US" altLang="en-US" sz="1400" kern="0" smtClean="0">
                <a:solidFill>
                  <a:schemeClr val="bg1"/>
                </a:solidFill>
                <a:cs typeface="+mn-cs"/>
              </a:rPr>
              <a:pPr/>
              <a:t>5,8</a:t>
            </a:fld>
            <a:endParaRPr lang="en-US" sz="1400" kern="0" dirty="0">
              <a:solidFill>
                <a:schemeClr val="bg1"/>
              </a:solidFill>
              <a:cs typeface="+mn-cs"/>
            </a:endParaRPr>
          </a:p>
        </p:txBody>
      </p:sp>
      <p:sp>
        <p:nvSpPr>
          <p:cNvPr id="86" name="Rectangle 3">
            <a:extLst>
              <a:ext uri="{FF2B5EF4-FFF2-40B4-BE49-F238E27FC236}">
                <a16:creationId xmlns:a16="http://schemas.microsoft.com/office/drawing/2014/main" id="{5B56778D-71BB-054D-F192-3BF95B5655BF}"/>
              </a:ext>
            </a:extLst>
          </p:cNvPr>
          <p:cNvSpPr>
            <a:spLocks noGrp="1" noChangeArrowheads="1"/>
          </p:cNvSpPr>
          <p:nvPr>
            <p:custDataLst>
              <p:tags r:id="rId8"/>
            </p:custDataLst>
          </p:nvPr>
        </p:nvSpPr>
        <p:spPr bwMode="gray">
          <a:xfrm>
            <a:off x="8137525" y="5119688"/>
            <a:ext cx="296863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5400" tIns="0" rIns="25400" bIns="0" numCol="1" anchor="ctr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B56F5329-8921-464B-AD7B-B0A87A0359A3}" type="datetime'''''''''''''2'''''''''''''''''''''''''''''''',''9'''''''">
              <a:rPr lang="en-US" altLang="en-US" sz="1400" kern="0" smtClean="0">
                <a:solidFill>
                  <a:schemeClr val="bg1"/>
                </a:solidFill>
                <a:cs typeface="+mn-cs"/>
              </a:rPr>
              <a:pPr/>
              <a:t>2,9</a:t>
            </a:fld>
            <a:endParaRPr lang="en-US" sz="1400" kern="0" dirty="0">
              <a:solidFill>
                <a:schemeClr val="bg1"/>
              </a:solidFill>
              <a:cs typeface="+mn-cs"/>
            </a:endParaRPr>
          </a:p>
        </p:txBody>
      </p:sp>
      <p:sp>
        <p:nvSpPr>
          <p:cNvPr id="87" name="Rectangle 3">
            <a:extLst>
              <a:ext uri="{FF2B5EF4-FFF2-40B4-BE49-F238E27FC236}">
                <a16:creationId xmlns:a16="http://schemas.microsoft.com/office/drawing/2014/main" id="{FB4C23C6-86DA-D365-4E66-F4BFEA50317C}"/>
              </a:ext>
            </a:extLst>
          </p:cNvPr>
          <p:cNvSpPr>
            <a:spLocks noGrp="1" noChangeArrowheads="1"/>
          </p:cNvSpPr>
          <p:nvPr>
            <p:custDataLst>
              <p:tags r:id="rId9"/>
            </p:custDataLst>
          </p:nvPr>
        </p:nvSpPr>
        <p:spPr bwMode="gray">
          <a:xfrm>
            <a:off x="8056563" y="5835650"/>
            <a:ext cx="296863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5400" tIns="0" rIns="25400" bIns="0" numCol="1" anchor="ctr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A404B4F8-1DA8-49DB-BF29-03B4B28F7097}" type="datetime'''''''''''''''''''''''2'''''',''''''''''''''6'''''''">
              <a:rPr lang="en-US" altLang="en-US" sz="1400" kern="0" smtClean="0">
                <a:solidFill>
                  <a:schemeClr val="bg1"/>
                </a:solidFill>
                <a:cs typeface="+mn-cs"/>
              </a:rPr>
              <a:pPr/>
              <a:t>2,6</a:t>
            </a:fld>
            <a:endParaRPr lang="en-US" sz="1400" kern="0" dirty="0">
              <a:solidFill>
                <a:schemeClr val="bg1"/>
              </a:solidFill>
              <a:cs typeface="+mn-cs"/>
            </a:endParaRPr>
          </a:p>
        </p:txBody>
      </p:sp>
      <p:sp>
        <p:nvSpPr>
          <p:cNvPr id="102" name="Rectangle 3">
            <a:extLst>
              <a:ext uri="{FF2B5EF4-FFF2-40B4-BE49-F238E27FC236}">
                <a16:creationId xmlns:a16="http://schemas.microsoft.com/office/drawing/2014/main" id="{7C5070A9-4BBC-A3E0-1FEB-98D19074FECC}"/>
              </a:ext>
            </a:extLst>
          </p:cNvPr>
          <p:cNvSpPr>
            <a:spLocks noGrp="1" noChangeArrowheads="1"/>
          </p:cNvSpPr>
          <p:nvPr>
            <p:custDataLst>
              <p:tags r:id="rId10"/>
            </p:custDataLst>
          </p:nvPr>
        </p:nvSpPr>
        <p:spPr bwMode="gray">
          <a:xfrm>
            <a:off x="8434388" y="4403725"/>
            <a:ext cx="296863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5400" tIns="0" rIns="25400" bIns="0" numCol="1" anchor="ctr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8FAFBEE5-E346-4A37-903F-3371A51E9D30}" type="datetime'''''''''''''''''''3'''''''''',''9'''''''''''''''''">
              <a:rPr lang="en-US" altLang="en-US" sz="1400" kern="0" smtClean="0">
                <a:solidFill>
                  <a:schemeClr val="bg1"/>
                </a:solidFill>
                <a:cs typeface="+mn-cs"/>
              </a:rPr>
              <a:pPr/>
              <a:t>3,9</a:t>
            </a:fld>
            <a:endParaRPr lang="en-US" sz="1400" kern="0" dirty="0">
              <a:solidFill>
                <a:schemeClr val="bg1"/>
              </a:solidFill>
              <a:cs typeface="+mn-cs"/>
            </a:endParaRPr>
          </a:p>
        </p:txBody>
      </p:sp>
      <p:sp>
        <p:nvSpPr>
          <p:cNvPr id="118" name="Rectangle 3">
            <a:extLst>
              <a:ext uri="{FF2B5EF4-FFF2-40B4-BE49-F238E27FC236}">
                <a16:creationId xmlns:a16="http://schemas.microsoft.com/office/drawing/2014/main" id="{53FC9FE1-4204-C65D-7C07-0D3E1481AEA3}"/>
              </a:ext>
            </a:extLst>
          </p:cNvPr>
          <p:cNvSpPr>
            <a:spLocks noGrp="1" noChangeArrowheads="1"/>
          </p:cNvSpPr>
          <p:nvPr>
            <p:custDataLst>
              <p:tags r:id="rId11"/>
            </p:custDataLst>
          </p:nvPr>
        </p:nvSpPr>
        <p:spPr bwMode="auto">
          <a:xfrm>
            <a:off x="3470275" y="2970213"/>
            <a:ext cx="3852863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r">
              <a:spcBef>
                <a:spcPct val="0"/>
              </a:spcBef>
              <a:buNone/>
            </a:pPr>
            <a:fld id="{3F9AB946-A86B-4217-B78A-EFDBA9C7BC33}" type="datetime'H. Hil''m'' Demir: Ölüm''ün eli''''nden alamadağ''ı'' adalet'">
              <a:rPr lang="en-US" altLang="en-US" sz="1400" kern="0" smtClean="0">
                <a:cs typeface="+mn-cs"/>
              </a:rPr>
              <a:pPr/>
              <a:t>H. Hilm Demir: Ölümün elinden alamadağı adalet</a:t>
            </a:fld>
            <a:endParaRPr lang="en-US" sz="1400" kern="0" dirty="0">
              <a:cs typeface="+mn-cs"/>
            </a:endParaRPr>
          </a:p>
        </p:txBody>
      </p:sp>
      <p:sp>
        <p:nvSpPr>
          <p:cNvPr id="119" name="Rectangle 3">
            <a:extLst>
              <a:ext uri="{FF2B5EF4-FFF2-40B4-BE49-F238E27FC236}">
                <a16:creationId xmlns:a16="http://schemas.microsoft.com/office/drawing/2014/main" id="{5BE5D594-E265-592F-E152-14D5E04EE3AD}"/>
              </a:ext>
            </a:extLst>
          </p:cNvPr>
          <p:cNvSpPr>
            <a:spLocks noGrp="1" noChangeArrowheads="1"/>
          </p:cNvSpPr>
          <p:nvPr>
            <p:custDataLst>
              <p:tags r:id="rId12"/>
            </p:custDataLst>
          </p:nvPr>
        </p:nvSpPr>
        <p:spPr bwMode="gray">
          <a:xfrm>
            <a:off x="9464675" y="2970213"/>
            <a:ext cx="296863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5400" tIns="0" rIns="25400" bIns="0" numCol="1" anchor="ctr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B1BD0352-03A9-4C39-898B-260337016429}" type="datetime'''''''''''''''''''''7,''''''''5'''">
              <a:rPr lang="en-US" altLang="en-US" sz="1400" kern="0" smtClean="0">
                <a:solidFill>
                  <a:schemeClr val="bg1"/>
                </a:solidFill>
                <a:cs typeface="+mn-cs"/>
              </a:rPr>
              <a:pPr/>
              <a:t>7,5</a:t>
            </a:fld>
            <a:endParaRPr lang="en-US" sz="1400" kern="0" dirty="0">
              <a:solidFill>
                <a:schemeClr val="bg1"/>
              </a:solidFill>
              <a:cs typeface="+mn-cs"/>
            </a:endParaRPr>
          </a:p>
        </p:txBody>
      </p:sp>
      <p:sp>
        <p:nvSpPr>
          <p:cNvPr id="68" name="Metin kutusu 75">
            <a:extLst>
              <a:ext uri="{FF2B5EF4-FFF2-40B4-BE49-F238E27FC236}">
                <a16:creationId xmlns:a16="http://schemas.microsoft.com/office/drawing/2014/main" id="{54CB6A3A-4CD9-4102-4F36-F669E579AFBB}"/>
              </a:ext>
            </a:extLst>
          </p:cNvPr>
          <p:cNvSpPr txBox="1"/>
          <p:nvPr/>
        </p:nvSpPr>
        <p:spPr>
          <a:xfrm>
            <a:off x="13493" y="6580188"/>
            <a:ext cx="1219200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100" dirty="0">
                <a:latin typeface="+mj-lt"/>
                <a:ea typeface="Tahoma" panose="020B0604030504040204" pitchFamily="34" charset="0"/>
                <a:cs typeface="Tahoma" panose="020B0604030504040204" pitchFamily="34" charset="0"/>
              </a:rPr>
              <a:t>Kaynak: Google, TEPAV hesaplamaları</a:t>
            </a:r>
          </a:p>
        </p:txBody>
      </p:sp>
    </p:spTree>
    <p:extLst>
      <p:ext uri="{BB962C8B-B14F-4D97-AF65-F5344CB8AC3E}">
        <p14:creationId xmlns:p14="http://schemas.microsoft.com/office/powerpoint/2010/main" val="5078786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CB8BB0-25A9-DD9A-AEA3-F59A75AB25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62ED42A0-3FAE-368B-5974-44744E8C4EB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6144910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4" imgW="454" imgH="454" progId="TCLayout.ActiveDocument.1">
                  <p:embed/>
                </p:oleObj>
              </mc:Choice>
              <mc:Fallback>
                <p:oleObj name="think-cell Slide" r:id="rId14" imgW="454" imgH="454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593AB55-6198-1BA2-D253-FFE20F5A314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Başlık 1">
            <a:extLst>
              <a:ext uri="{FF2B5EF4-FFF2-40B4-BE49-F238E27FC236}">
                <a16:creationId xmlns:a16="http://schemas.microsoft.com/office/drawing/2014/main" id="{C69E6F9D-50DF-C034-E85D-8852126C8E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endParaRPr lang="en-US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774C0789-D4BF-2A5F-8F5F-AAD7C6D059FF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tr-TR" b="1" dirty="0"/>
              <a:t>Son bir yılda en çok okunan haberler, %</a:t>
            </a:r>
            <a:endParaRPr lang="en-US" b="1" dirty="0"/>
          </a:p>
        </p:txBody>
      </p:sp>
      <p:graphicFrame>
        <p:nvGraphicFramePr>
          <p:cNvPr id="75" name="Chart 3">
            <a:extLst>
              <a:ext uri="{FF2B5EF4-FFF2-40B4-BE49-F238E27FC236}">
                <a16:creationId xmlns:a16="http://schemas.microsoft.com/office/drawing/2014/main" id="{C5B5349E-6219-24DC-CF57-9D573E13D981}"/>
              </a:ext>
            </a:extLst>
          </p:cNvPr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103176231"/>
              </p:ext>
            </p:extLst>
          </p:nvPr>
        </p:nvGraphicFramePr>
        <p:xfrm>
          <a:off x="7358063" y="2636838"/>
          <a:ext cx="4510087" cy="3746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6"/>
          </a:graphicData>
        </a:graphic>
      </p:graphicFrame>
      <p:sp>
        <p:nvSpPr>
          <p:cNvPr id="83" name="Rectangle 3">
            <a:extLst>
              <a:ext uri="{FF2B5EF4-FFF2-40B4-BE49-F238E27FC236}">
                <a16:creationId xmlns:a16="http://schemas.microsoft.com/office/drawing/2014/main" id="{903B5950-E88A-861D-7AA5-0BE1A72C6543}"/>
              </a:ext>
            </a:extLst>
          </p:cNvPr>
          <p:cNvSpPr>
            <a:spLocks noGrp="1" noChangeArrowheads="1"/>
          </p:cNvSpPr>
          <p:nvPr>
            <p:custDataLst>
              <p:tags r:id="rId3"/>
            </p:custDataLst>
          </p:nvPr>
        </p:nvSpPr>
        <p:spPr bwMode="gray">
          <a:xfrm>
            <a:off x="9464675" y="2970213"/>
            <a:ext cx="296863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5400" tIns="0" rIns="25400" bIns="0" numCol="1" anchor="ctr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C0DE7C65-1A40-4FA2-BEB6-53858DFD58E2}" type="datetime'''3,''''''''''''''''''''''9'''''''''''''''''''''''''''''">
              <a:rPr lang="en-US" altLang="en-US" sz="1400" kern="0" smtClean="0">
                <a:solidFill>
                  <a:schemeClr val="bg1"/>
                </a:solidFill>
                <a:cs typeface="+mn-cs"/>
              </a:rPr>
              <a:pPr/>
              <a:t>3,9</a:t>
            </a:fld>
            <a:endParaRPr lang="en-US" sz="1400" kern="0" dirty="0">
              <a:solidFill>
                <a:schemeClr val="bg1"/>
              </a:solidFill>
              <a:cs typeface="+mn-cs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132D8EA2-6541-24DF-FEF2-632C0340073B}"/>
              </a:ext>
            </a:extLst>
          </p:cNvPr>
          <p:cNvSpPr>
            <a:spLocks noGrp="1" noChangeArrowheads="1"/>
          </p:cNvSpPr>
          <p:nvPr>
            <p:custDataLst>
              <p:tags r:id="rId4"/>
            </p:custDataLst>
          </p:nvPr>
        </p:nvSpPr>
        <p:spPr bwMode="auto">
          <a:xfrm>
            <a:off x="627063" y="2970213"/>
            <a:ext cx="6696075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r">
              <a:spcBef>
                <a:spcPct val="0"/>
              </a:spcBef>
              <a:buNone/>
            </a:pPr>
            <a:fld id="{9F5C1B94-6F0A-4BCD-A4B1-7C4A28D42EFE}" type="thinkcell&lt;?xml version=&quot;1.0&quot; encoding=&quot;UTF-16&quot; standalone=&quot;yes&quot;?&gt;&lt;root reqver=&quot;28224&quot;&gt;&lt;version val=&quot;35780&quot;/&gt;&lt;PersistentType&gt;&lt;m_guid val=&quot;711f0734-2999-4b36-8aa6-a57f1dc70f3a&quot;/&gt;&lt;m_prec&gt;&lt;m_bNumberIsYear val=&quot;0&quot;/&gt;&lt;m_chDecimalSymbol17909&gt;,&lt;/m_chDecimalSymbol17909&gt;&lt;m_yearfmt&gt;&lt;begin val=&quot;0&quot;/&gt;&lt;end val=&quot;4&quot;/&gt;&lt;/m_yearfmt&gt;&lt;/m_prec&gt;&lt;m_bUseExcelFont val=&quot;0&quot;/&gt;&lt;m_bUseExcelFontColor val=&quot;0&quot;/&gt;&lt;/PersistentType&gt;&lt;/root&gt;">
              <a:rPr lang="en-US" altLang="en-US" sz="1400" kern="0" smtClean="0">
                <a:cs typeface="+mn-cs"/>
              </a:rPr>
              <a:pPr/>
              <a:t>M. Mere Dündar: Türkiye’de doğum oranlarının düşüşü: Nedenler, etkiler ve çözümler</a:t>
            </a:fld>
            <a:endParaRPr lang="en-US" sz="1400" kern="0" dirty="0">
              <a:cs typeface="+mn-cs"/>
            </a:endParaRPr>
          </a:p>
        </p:txBody>
      </p:sp>
      <p:sp>
        <p:nvSpPr>
          <p:cNvPr id="84" name="Rectangle 3">
            <a:extLst>
              <a:ext uri="{FF2B5EF4-FFF2-40B4-BE49-F238E27FC236}">
                <a16:creationId xmlns:a16="http://schemas.microsoft.com/office/drawing/2014/main" id="{5B32BE75-B90B-18BF-E27A-9FC64B76E22B}"/>
              </a:ext>
            </a:extLst>
          </p:cNvPr>
          <p:cNvSpPr>
            <a:spLocks noGrp="1" noChangeArrowheads="1"/>
          </p:cNvSpPr>
          <p:nvPr>
            <p:custDataLst>
              <p:tags r:id="rId5"/>
            </p:custDataLst>
          </p:nvPr>
        </p:nvSpPr>
        <p:spPr bwMode="gray">
          <a:xfrm>
            <a:off x="8799513" y="3686175"/>
            <a:ext cx="296863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5400" tIns="0" rIns="25400" bIns="0" numCol="1" anchor="ctr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7B5237D8-F1BE-41CB-8F0C-A037433A567C}" type="datetime'''''''''2,''''''''''''''''''''''''''''''''''''7'">
              <a:rPr lang="en-US" altLang="en-US" sz="1400" kern="0" smtClean="0">
                <a:solidFill>
                  <a:schemeClr val="bg1"/>
                </a:solidFill>
                <a:cs typeface="+mn-cs"/>
              </a:rPr>
              <a:pPr/>
              <a:t>2,7</a:t>
            </a:fld>
            <a:endParaRPr lang="en-US" sz="1400" kern="0" dirty="0">
              <a:solidFill>
                <a:schemeClr val="bg1"/>
              </a:solidFill>
              <a:cs typeface="+mn-cs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058C37C3-4687-2932-C1EC-52AA98EE3F21}"/>
              </a:ext>
            </a:extLst>
          </p:cNvPr>
          <p:cNvSpPr>
            <a:spLocks noGrp="1" noChangeArrowheads="1"/>
          </p:cNvSpPr>
          <p:nvPr>
            <p:custDataLst>
              <p:tags r:id="rId6"/>
            </p:custDataLst>
          </p:nvPr>
        </p:nvSpPr>
        <p:spPr bwMode="auto">
          <a:xfrm>
            <a:off x="496888" y="3579813"/>
            <a:ext cx="6826250" cy="425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r">
              <a:spcBef>
                <a:spcPct val="0"/>
              </a:spcBef>
              <a:buNone/>
            </a:pPr>
            <a:fld id="{B4261487-7BC5-4788-AF13-9057961DBDC3}" type="thinkcell&lt;?xml version=&quot;1.0&quot; encoding=&quot;UTF-16&quot; standalone=&quot;yes&quot;?&gt;&lt;root reqver=&quot;28224&quot;&gt;&lt;version val=&quot;35780&quot;/&gt;&lt;PersistentType&gt;&lt;m_guid val=&quot;297a5d5b-af4a-405f-bd3b-3cb4d518e828&quot;/&gt;&lt;m_prec&gt;&lt;m_bNumberIsYear val=&quot;0&quot;/&gt;&lt;m_chDecimalSymbol17909&gt;,&lt;/m_chDecimalSymbol17909&gt;&lt;m_yearfmt&gt;&lt;begin val=&quot;0&quot;/&gt;&lt;end val=&quot;4&quot;/&gt;&lt;/m_yearfmt&gt;&lt;/m_prec&gt;&lt;m_bUseExcelFont val=&quot;0&quot;/&gt;&lt;m_bUseExcelFontColor val=&quot;0&quot;/&gt;&lt;/PersistentType&gt;&lt;/root&gt;">
              <a:rPr lang="en-US" altLang="en-US" sz="1400" kern="0" smtClean="0">
                <a:cs typeface="+mn-cs"/>
              </a:rPr>
              <a:pPr/>
              <a:t>H. Hakan Yılmaz: 2025 yılı bütçe hedeflerinin program ve IMF öngörüleri çerçevesinde 
değerlendirilmesi: Kamu maliyesi açısından 2025 yılında muhtemel zorluklar</a:t>
            </a:fld>
            <a:endParaRPr lang="en-US" sz="1400" kern="0" dirty="0">
              <a:cs typeface="+mn-cs"/>
            </a:endParaRPr>
          </a:p>
        </p:txBody>
      </p:sp>
      <p:sp>
        <p:nvSpPr>
          <p:cNvPr id="85" name="Rectangle 3">
            <a:extLst>
              <a:ext uri="{FF2B5EF4-FFF2-40B4-BE49-F238E27FC236}">
                <a16:creationId xmlns:a16="http://schemas.microsoft.com/office/drawing/2014/main" id="{70DFF2A4-5053-4792-FB9C-5DFC83916B19}"/>
              </a:ext>
            </a:extLst>
          </p:cNvPr>
          <p:cNvSpPr>
            <a:spLocks noGrp="1" noChangeArrowheads="1"/>
          </p:cNvSpPr>
          <p:nvPr>
            <p:custDataLst>
              <p:tags r:id="rId7"/>
            </p:custDataLst>
          </p:nvPr>
        </p:nvSpPr>
        <p:spPr bwMode="gray">
          <a:xfrm>
            <a:off x="8540750" y="4403725"/>
            <a:ext cx="296863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5400" tIns="0" rIns="25400" bIns="0" numCol="1" anchor="ctr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8B2C90A3-A0D2-44F3-BD9E-32FC7BE7C1ED}" type="datetime'''''''''2'''''''''''''''''',''''''''''''''''''''''2'''''''''''">
              <a:rPr lang="en-US" altLang="en-US" sz="1400" kern="0" smtClean="0">
                <a:solidFill>
                  <a:schemeClr val="bg1"/>
                </a:solidFill>
                <a:cs typeface="+mn-cs"/>
              </a:rPr>
              <a:pPr/>
              <a:t>2,2</a:t>
            </a:fld>
            <a:endParaRPr lang="en-US" sz="1400" kern="0" dirty="0">
              <a:solidFill>
                <a:schemeClr val="bg1"/>
              </a:solidFill>
              <a:cs typeface="+mn-cs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1474600B-1B4D-2090-CD70-C94609777BF2}"/>
              </a:ext>
            </a:extLst>
          </p:cNvPr>
          <p:cNvSpPr>
            <a:spLocks noGrp="1" noChangeArrowheads="1"/>
          </p:cNvSpPr>
          <p:nvPr>
            <p:custDataLst>
              <p:tags r:id="rId8"/>
            </p:custDataLst>
          </p:nvPr>
        </p:nvSpPr>
        <p:spPr bwMode="auto">
          <a:xfrm>
            <a:off x="5508626" y="4403726"/>
            <a:ext cx="1814513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r">
              <a:spcBef>
                <a:spcPct val="0"/>
              </a:spcBef>
              <a:buNone/>
            </a:pPr>
            <a:fld id="{6A1C0DE2-187B-4BA0-AE73-9165F5BFC8D3}" type="datetime'A''ra''lı''''k ''''G''''ı''da'' ''''''''E''''''nflas''y''onu'">
              <a:rPr lang="en-US" altLang="en-US" sz="1400" kern="0" smtClean="0">
                <a:cs typeface="+mn-cs"/>
              </a:rPr>
              <a:pPr/>
              <a:t>Aralık Gıda Enflasyonu</a:t>
            </a:fld>
            <a:endParaRPr lang="en-US" sz="1400" kern="0" dirty="0">
              <a:cs typeface="+mn-cs"/>
            </a:endParaRPr>
          </a:p>
        </p:txBody>
      </p:sp>
      <p:sp>
        <p:nvSpPr>
          <p:cNvPr id="86" name="Rectangle 3">
            <a:extLst>
              <a:ext uri="{FF2B5EF4-FFF2-40B4-BE49-F238E27FC236}">
                <a16:creationId xmlns:a16="http://schemas.microsoft.com/office/drawing/2014/main" id="{E777CF06-D90D-A3C2-C3AF-602C5AC02733}"/>
              </a:ext>
            </a:extLst>
          </p:cNvPr>
          <p:cNvSpPr>
            <a:spLocks noGrp="1" noChangeArrowheads="1"/>
          </p:cNvSpPr>
          <p:nvPr>
            <p:custDataLst>
              <p:tags r:id="rId9"/>
            </p:custDataLst>
          </p:nvPr>
        </p:nvSpPr>
        <p:spPr bwMode="gray">
          <a:xfrm>
            <a:off x="8467725" y="5119688"/>
            <a:ext cx="296863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5400" tIns="0" rIns="25400" bIns="0" numCol="1" anchor="ctr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98821F0B-F166-4542-B906-417B5444172A}" type="datetime'''''''''''2'''''''''''''''''''''''''''''''',1'''''''''''">
              <a:rPr lang="en-US" altLang="en-US" sz="1400" kern="0" smtClean="0">
                <a:solidFill>
                  <a:schemeClr val="bg1"/>
                </a:solidFill>
                <a:cs typeface="+mn-cs"/>
              </a:rPr>
              <a:pPr/>
              <a:t>2,1</a:t>
            </a:fld>
            <a:endParaRPr lang="en-US" sz="1400" kern="0" dirty="0">
              <a:solidFill>
                <a:schemeClr val="bg1"/>
              </a:solidFill>
              <a:cs typeface="+mn-cs"/>
            </a:endParaRPr>
          </a:p>
        </p:txBody>
      </p:sp>
      <p:sp>
        <p:nvSpPr>
          <p:cNvPr id="27" name="Rectangle 3">
            <a:extLst>
              <a:ext uri="{FF2B5EF4-FFF2-40B4-BE49-F238E27FC236}">
                <a16:creationId xmlns:a16="http://schemas.microsoft.com/office/drawing/2014/main" id="{6D29217A-FAED-8905-BFE7-E36D262EFE60}"/>
              </a:ext>
            </a:extLst>
          </p:cNvPr>
          <p:cNvSpPr>
            <a:spLocks noGrp="1" noChangeArrowheads="1"/>
          </p:cNvSpPr>
          <p:nvPr>
            <p:custDataLst>
              <p:tags r:id="rId10"/>
            </p:custDataLst>
          </p:nvPr>
        </p:nvSpPr>
        <p:spPr bwMode="auto">
          <a:xfrm>
            <a:off x="2622550" y="5119688"/>
            <a:ext cx="4700588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r">
              <a:spcBef>
                <a:spcPct val="0"/>
              </a:spcBef>
              <a:buNone/>
            </a:pPr>
            <a:fld id="{3220DD9D-0A07-47FA-A3E4-3C09DE0D07E2}" type="thinkcell&lt;?xml version=&quot;1.0&quot; encoding=&quot;UTF-16&quot; standalone=&quot;yes&quot;?&gt;&lt;root reqver=&quot;28224&quot;&gt;&lt;version val=&quot;35780&quot;/&gt;&lt;PersistentType&gt;&lt;m_guid val=&quot;dff2ac22-438b-4eab-870f-b7bcf49b3f0f&quot;/&gt;&lt;m_prec&gt;&lt;m_bNumberIsYear val=&quot;0&quot;/&gt;&lt;m_chDecimalSymbol17909&gt;,&lt;/m_chDecimalSymbol17909&gt;&lt;m_yearfmt&gt;&lt;begin val=&quot;0&quot;/&gt;&lt;end val=&quot;4&quot;/&gt;&lt;/m_yearfmt&gt;&lt;/m_prec&gt;&lt;m_bUseExcelFont val=&quot;0&quot;/&gt;&lt;m_bUseExcelFontColor val=&quot;0&quot;/&gt;&lt;/PersistentType&gt;&lt;/root&gt;">
              <a:rPr lang="en-US" altLang="en-US" sz="1400" kern="0" smtClean="0">
                <a:cs typeface="+mn-cs"/>
              </a:rPr>
              <a:pPr/>
              <a:t>H. Hilmi Demir: İbrahim Antlaşmaları gerçekleşirse ne olur? </a:t>
            </a:fld>
            <a:endParaRPr lang="en-US" sz="1400" kern="0" dirty="0">
              <a:cs typeface="+mn-cs"/>
            </a:endParaRPr>
          </a:p>
        </p:txBody>
      </p:sp>
      <p:sp>
        <p:nvSpPr>
          <p:cNvPr id="30" name="Rectangle 3">
            <a:extLst>
              <a:ext uri="{FF2B5EF4-FFF2-40B4-BE49-F238E27FC236}">
                <a16:creationId xmlns:a16="http://schemas.microsoft.com/office/drawing/2014/main" id="{BA80B28C-0CB4-77B7-920C-51D1C0B77657}"/>
              </a:ext>
            </a:extLst>
          </p:cNvPr>
          <p:cNvSpPr>
            <a:spLocks noGrp="1" noChangeArrowheads="1"/>
          </p:cNvSpPr>
          <p:nvPr>
            <p:custDataLst>
              <p:tags r:id="rId11"/>
            </p:custDataLst>
          </p:nvPr>
        </p:nvSpPr>
        <p:spPr bwMode="auto">
          <a:xfrm>
            <a:off x="4294188" y="5835650"/>
            <a:ext cx="3028950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r">
              <a:spcBef>
                <a:spcPct val="0"/>
              </a:spcBef>
              <a:buNone/>
            </a:pPr>
            <a:fld id="{AB453938-488C-410B-A0C0-B6C3D2F2B515}" type="datetime'''H. Hilmi'' Dem''ir: İsra''il''’in D''''ü''rzî ''Politikası'">
              <a:rPr lang="en-US" altLang="en-US" sz="1400" kern="0" smtClean="0">
                <a:cs typeface="+mn-cs"/>
              </a:rPr>
              <a:pPr/>
              <a:t>H. Hilmi Demir: İsrail’in Dürzî Politikası</a:t>
            </a:fld>
            <a:endParaRPr lang="en-US" sz="1400" kern="0" dirty="0">
              <a:cs typeface="+mn-cs"/>
            </a:endParaRPr>
          </a:p>
        </p:txBody>
      </p:sp>
      <p:sp>
        <p:nvSpPr>
          <p:cNvPr id="29" name="Rectangle 3">
            <a:extLst>
              <a:ext uri="{FF2B5EF4-FFF2-40B4-BE49-F238E27FC236}">
                <a16:creationId xmlns:a16="http://schemas.microsoft.com/office/drawing/2014/main" id="{C80A24DF-66A7-57E3-0949-7CF284F0A41A}"/>
              </a:ext>
            </a:extLst>
          </p:cNvPr>
          <p:cNvSpPr>
            <a:spLocks noGrp="1" noChangeArrowheads="1"/>
          </p:cNvSpPr>
          <p:nvPr>
            <p:custDataLst>
              <p:tags r:id="rId12"/>
            </p:custDataLst>
          </p:nvPr>
        </p:nvSpPr>
        <p:spPr bwMode="gray">
          <a:xfrm>
            <a:off x="8312150" y="5835650"/>
            <a:ext cx="296863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5400" tIns="0" rIns="25400" bIns="0" numCol="1" anchor="ctr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B41B25BF-1E35-4D32-A0F4-BB4F38AF11C3}" type="datetime'''1'''''''''',''''''''''''''''''''''''8'''''">
              <a:rPr lang="en-US" altLang="en-US" sz="1400" kern="0" smtClean="0">
                <a:solidFill>
                  <a:schemeClr val="bg1"/>
                </a:solidFill>
                <a:cs typeface="+mn-cs"/>
              </a:rPr>
              <a:pPr/>
              <a:t>1,8</a:t>
            </a:fld>
            <a:endParaRPr lang="en-US" sz="1400" kern="0" dirty="0">
              <a:solidFill>
                <a:schemeClr val="bg1"/>
              </a:solidFill>
              <a:cs typeface="+mn-cs"/>
            </a:endParaRPr>
          </a:p>
        </p:txBody>
      </p:sp>
      <p:sp>
        <p:nvSpPr>
          <p:cNvPr id="68" name="Metin kutusu 75">
            <a:extLst>
              <a:ext uri="{FF2B5EF4-FFF2-40B4-BE49-F238E27FC236}">
                <a16:creationId xmlns:a16="http://schemas.microsoft.com/office/drawing/2014/main" id="{EC1A3422-CC11-C48D-3B63-7A6C7117CF50}"/>
              </a:ext>
            </a:extLst>
          </p:cNvPr>
          <p:cNvSpPr txBox="1"/>
          <p:nvPr/>
        </p:nvSpPr>
        <p:spPr>
          <a:xfrm>
            <a:off x="13493" y="6580188"/>
            <a:ext cx="1219200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100" dirty="0">
                <a:latin typeface="+mj-lt"/>
                <a:ea typeface="Tahoma" panose="020B0604030504040204" pitchFamily="34" charset="0"/>
                <a:cs typeface="Tahoma" panose="020B0604030504040204" pitchFamily="34" charset="0"/>
              </a:rPr>
              <a:t>Kaynak: Google, TEPAV hesaplamaları</a:t>
            </a:r>
          </a:p>
        </p:txBody>
      </p:sp>
    </p:spTree>
    <p:extLst>
      <p:ext uri="{BB962C8B-B14F-4D97-AF65-F5344CB8AC3E}">
        <p14:creationId xmlns:p14="http://schemas.microsoft.com/office/powerpoint/2010/main" val="40345903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89BE43-7598-3548-ADCE-02DE9A32E9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61C3C024-B935-CBE9-24B6-7B3FE21F82EB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4" imgW="454" imgH="454" progId="TCLayout.ActiveDocument.1">
                  <p:embed/>
                </p:oleObj>
              </mc:Choice>
              <mc:Fallback>
                <p:oleObj name="think-cell Slide" r:id="rId14" imgW="454" imgH="454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2ED42A0-3FAE-368B-5974-44744E8C4EB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Başlık 1">
            <a:extLst>
              <a:ext uri="{FF2B5EF4-FFF2-40B4-BE49-F238E27FC236}">
                <a16:creationId xmlns:a16="http://schemas.microsoft.com/office/drawing/2014/main" id="{85AE1D10-1885-35A2-30D2-AA608F1240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endParaRPr lang="en-US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C157F808-D2B7-8431-037F-AABB95E35356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tr-TR" b="1" dirty="0"/>
              <a:t>Son bir yılda en çok okunan araştırmalar, %</a:t>
            </a:r>
            <a:endParaRPr lang="en-US" b="1" dirty="0"/>
          </a:p>
        </p:txBody>
      </p:sp>
      <p:graphicFrame>
        <p:nvGraphicFramePr>
          <p:cNvPr id="46" name="Chart 3">
            <a:extLst>
              <a:ext uri="{FF2B5EF4-FFF2-40B4-BE49-F238E27FC236}">
                <a16:creationId xmlns:a16="http://schemas.microsoft.com/office/drawing/2014/main" id="{151327C9-A1C1-3792-8A96-9C48D32DDCA6}"/>
              </a:ext>
            </a:extLst>
          </p:cNvPr>
          <p:cNvGraphicFramePr/>
          <p:nvPr>
            <p:custDataLst>
              <p:tags r:id="rId2"/>
            </p:custDataLst>
          </p:nvPr>
        </p:nvGraphicFramePr>
        <p:xfrm>
          <a:off x="7358063" y="2636838"/>
          <a:ext cx="4510087" cy="3746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6"/>
          </a:graphicData>
        </a:graphic>
      </p:graphicFrame>
      <p:sp>
        <p:nvSpPr>
          <p:cNvPr id="83" name="Rectangle 3">
            <a:extLst>
              <a:ext uri="{FF2B5EF4-FFF2-40B4-BE49-F238E27FC236}">
                <a16:creationId xmlns:a16="http://schemas.microsoft.com/office/drawing/2014/main" id="{2044283B-E95F-DC91-B837-06C5FBE9F433}"/>
              </a:ext>
            </a:extLst>
          </p:cNvPr>
          <p:cNvSpPr>
            <a:spLocks noGrp="1" noChangeArrowheads="1"/>
          </p:cNvSpPr>
          <p:nvPr>
            <p:custDataLst>
              <p:tags r:id="rId3"/>
            </p:custDataLst>
          </p:nvPr>
        </p:nvSpPr>
        <p:spPr bwMode="gray">
          <a:xfrm>
            <a:off x="9464675" y="2970213"/>
            <a:ext cx="296863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5400" tIns="0" rIns="25400" bIns="0" numCol="1" anchor="ctr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B8C687E3-6AD6-4B95-82A7-FD5592BCDB3C}" type="datetime'''''''''''''''6'''''',''''''''6'''''''''''''">
              <a:rPr lang="en-US" altLang="en-US" sz="1400" kern="0" smtClean="0">
                <a:solidFill>
                  <a:schemeClr val="bg1"/>
                </a:solidFill>
                <a:cs typeface="+mn-cs"/>
              </a:rPr>
              <a:pPr/>
              <a:t>6,6</a:t>
            </a:fld>
            <a:endParaRPr lang="en-US" sz="1400" kern="0" dirty="0">
              <a:solidFill>
                <a:schemeClr val="bg1"/>
              </a:solidFill>
              <a:cs typeface="+mn-cs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D6588D5B-55AC-8EA8-258B-FDF91A90BD43}"/>
              </a:ext>
            </a:extLst>
          </p:cNvPr>
          <p:cNvSpPr>
            <a:spLocks noGrp="1" noChangeArrowheads="1"/>
          </p:cNvSpPr>
          <p:nvPr>
            <p:custDataLst>
              <p:tags r:id="rId4"/>
            </p:custDataLst>
          </p:nvPr>
        </p:nvSpPr>
        <p:spPr bwMode="auto">
          <a:xfrm>
            <a:off x="3052763" y="2970213"/>
            <a:ext cx="4270375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r">
              <a:spcBef>
                <a:spcPct val="0"/>
              </a:spcBef>
              <a:buNone/>
            </a:pPr>
            <a:fld id="{4788E935-6350-495F-8376-2A8C80130F2A}" type="datetime'Koyunc''u, Özpınar: 81 İl i''çin İnsa''ni Gelişmişlik Endeksi'">
              <a:rPr lang="en-US" altLang="en-US" sz="1400" kern="0" smtClean="0">
                <a:cs typeface="+mn-cs"/>
              </a:rPr>
              <a:pPr/>
              <a:t>Koyuncu, Özpınar: 81 İl için İnsani Gelişmişlik Endeksi</a:t>
            </a:fld>
            <a:endParaRPr lang="en-US" sz="1400" kern="0" dirty="0">
              <a:cs typeface="+mn-cs"/>
            </a:endParaRPr>
          </a:p>
        </p:txBody>
      </p:sp>
      <p:sp>
        <p:nvSpPr>
          <p:cNvPr id="84" name="Rectangle 3">
            <a:extLst>
              <a:ext uri="{FF2B5EF4-FFF2-40B4-BE49-F238E27FC236}">
                <a16:creationId xmlns:a16="http://schemas.microsoft.com/office/drawing/2014/main" id="{919FBB15-5383-9EAF-4B6A-EC44AAF3CA82}"/>
              </a:ext>
            </a:extLst>
          </p:cNvPr>
          <p:cNvSpPr>
            <a:spLocks noGrp="1" noChangeArrowheads="1"/>
          </p:cNvSpPr>
          <p:nvPr>
            <p:custDataLst>
              <p:tags r:id="rId5"/>
            </p:custDataLst>
          </p:nvPr>
        </p:nvSpPr>
        <p:spPr bwMode="gray">
          <a:xfrm>
            <a:off x="8247063" y="3686175"/>
            <a:ext cx="296863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5400" tIns="0" rIns="25400" bIns="0" numCol="1" anchor="ctr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72359100-6A8F-46CF-9E14-BA43CAE683EF}" type="datetime'2'''''''''''''',''''''''''''9'">
              <a:rPr lang="en-US" altLang="en-US" sz="1400" kern="0" smtClean="0">
                <a:solidFill>
                  <a:schemeClr val="bg1"/>
                </a:solidFill>
                <a:cs typeface="+mn-cs"/>
              </a:rPr>
              <a:pPr/>
              <a:t>2,9</a:t>
            </a:fld>
            <a:endParaRPr lang="en-US" sz="1400" kern="0" dirty="0">
              <a:solidFill>
                <a:schemeClr val="bg1"/>
              </a:solidFill>
              <a:cs typeface="+mn-cs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FE9A45CF-45CB-AF5C-4975-3F9EDB56D8C5}"/>
              </a:ext>
            </a:extLst>
          </p:cNvPr>
          <p:cNvSpPr>
            <a:spLocks noGrp="1" noChangeArrowheads="1"/>
          </p:cNvSpPr>
          <p:nvPr>
            <p:custDataLst>
              <p:tags r:id="rId6"/>
            </p:custDataLst>
          </p:nvPr>
        </p:nvSpPr>
        <p:spPr bwMode="auto">
          <a:xfrm>
            <a:off x="1423988" y="3473450"/>
            <a:ext cx="5899150" cy="638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r">
              <a:spcBef>
                <a:spcPct val="0"/>
              </a:spcBef>
              <a:buNone/>
            </a:pPr>
            <a:fld id="{795BCA62-79C3-4E6F-82DD-31D47CE2CDB8}" type="thinkcell&lt;?xml version=&quot;1.0&quot; encoding=&quot;UTF-16&quot; standalone=&quot;yes&quot;?&gt;&lt;root reqver=&quot;28224&quot;&gt;&lt;version val=&quot;35780&quot;/&gt;&lt;PersistentType&gt;&lt;m_guid val=&quot;297a5d5b-af4a-405f-bd3b-3cb4d518e828&quot;/&gt;&lt;m_prec&gt;&lt;m_bNumberIsYear val=&quot;0&quot;/&gt;&lt;m_chDecimalSymbol17909&gt;,&lt;/m_chDecimalSymbol17909&gt;&lt;m_yearfmt&gt;&lt;begin val=&quot;0&quot;/&gt;&lt;end val=&quot;4&quot;/&gt;&lt;/m_yearfmt&gt;&lt;/m_prec&gt;&lt;m_bUseExcelFont val=&quot;0&quot;/&gt;&lt;m_bUseExcelFontColor val=&quot;0&quot;/&gt;&lt;/PersistentType&gt;&lt;/root&gt;">
              <a:rPr lang="en-US" altLang="en-US" sz="1400" kern="0" smtClean="0">
                <a:cs typeface="+mn-cs"/>
              </a:rPr>
              <a:pPr/>
              <a:t>Dijital pazarlara ilişkin Türk hukukundaki düzenlemelerin ve 
düzenleme çalışmalarının uluslararası örnekler ışığında rekabet hukuku ve 
politikası çerçevesinde değerlendirilmesi</a:t>
            </a:fld>
            <a:endParaRPr lang="en-US" sz="1400" kern="0" dirty="0">
              <a:cs typeface="+mn-cs"/>
            </a:endParaRPr>
          </a:p>
        </p:txBody>
      </p:sp>
      <p:sp>
        <p:nvSpPr>
          <p:cNvPr id="85" name="Rectangle 3">
            <a:extLst>
              <a:ext uri="{FF2B5EF4-FFF2-40B4-BE49-F238E27FC236}">
                <a16:creationId xmlns:a16="http://schemas.microsoft.com/office/drawing/2014/main" id="{E8DFAD4E-90C9-B85F-D9D7-2F0BB2B1C676}"/>
              </a:ext>
            </a:extLst>
          </p:cNvPr>
          <p:cNvSpPr>
            <a:spLocks noGrp="1" noChangeArrowheads="1"/>
          </p:cNvSpPr>
          <p:nvPr>
            <p:custDataLst>
              <p:tags r:id="rId7"/>
            </p:custDataLst>
          </p:nvPr>
        </p:nvSpPr>
        <p:spPr bwMode="gray">
          <a:xfrm>
            <a:off x="7842250" y="4403725"/>
            <a:ext cx="296863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5400" tIns="0" rIns="25400" bIns="0" numCol="1" anchor="ctr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1B6D4102-E379-4917-A511-231A6101D357}" type="datetime'''''''''1'',''''''''''''''''''7'''''''''''">
              <a:rPr lang="en-US" altLang="en-US" sz="1400" kern="0" smtClean="0">
                <a:solidFill>
                  <a:schemeClr val="bg1"/>
                </a:solidFill>
                <a:cs typeface="+mn-cs"/>
              </a:rPr>
              <a:pPr/>
              <a:t>1,7</a:t>
            </a:fld>
            <a:endParaRPr lang="en-US" sz="1400" kern="0" dirty="0">
              <a:solidFill>
                <a:schemeClr val="bg1"/>
              </a:solidFill>
              <a:cs typeface="+mn-cs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B56F6D41-4D56-A278-D64D-7E626D801DCF}"/>
              </a:ext>
            </a:extLst>
          </p:cNvPr>
          <p:cNvSpPr>
            <a:spLocks noGrp="1" noChangeArrowheads="1"/>
          </p:cNvSpPr>
          <p:nvPr>
            <p:custDataLst>
              <p:tags r:id="rId8"/>
            </p:custDataLst>
          </p:nvPr>
        </p:nvSpPr>
        <p:spPr bwMode="auto">
          <a:xfrm>
            <a:off x="496888" y="4297362"/>
            <a:ext cx="6826250" cy="425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r">
              <a:spcBef>
                <a:spcPct val="0"/>
              </a:spcBef>
              <a:buNone/>
            </a:pPr>
            <a:fld id="{A06AAD0D-A9A7-4CC5-9DD9-2E539F6D28DD}" type="thinkcell&lt;?xml version=&quot;1.0&quot; encoding=&quot;UTF-16&quot; standalone=&quot;yes&quot;?&gt;&lt;root reqver=&quot;28224&quot;&gt;&lt;version val=&quot;35780&quot;/&gt;&lt;PersistentType&gt;&lt;m_guid val=&quot;2c950c81-3866-484f-a078-fb6107e9ab59&quot;/&gt;&lt;m_prec&gt;&lt;m_bNumberIsYear val=&quot;0&quot;/&gt;&lt;m_chDecimalSymbol17909&gt;,&lt;/m_chDecimalSymbol17909&gt;&lt;m_yearfmt&gt;&lt;begin val=&quot;0&quot;/&gt;&lt;end val=&quot;4&quot;/&gt;&lt;/m_yearfmt&gt;&lt;/m_prec&gt;&lt;m_bUseExcelFont val=&quot;0&quot;/&gt;&lt;m_bUseExcelFontColor val=&quot;0&quot;/&gt;&lt;/PersistentType&gt;&lt;/root&gt;">
              <a:rPr lang="en-US" altLang="en-US" sz="1400" kern="0" smtClean="0">
                <a:cs typeface="+mn-cs"/>
              </a:rPr>
              <a:pPr/>
              <a:t>H. Hakan Yılmaz: 2025 yılı bütçe hedeflerinin program ve IMF öngörüleri çerçevesinde 
değerlendirilmesi: Kamu maliyesi açısından 2025 yılında muhtemel zorluklar</a:t>
            </a:fld>
            <a:endParaRPr lang="en-US" sz="1400" kern="0" dirty="0">
              <a:cs typeface="+mn-cs"/>
            </a:endParaRPr>
          </a:p>
        </p:txBody>
      </p:sp>
      <p:sp>
        <p:nvSpPr>
          <p:cNvPr id="86" name="Rectangle 3">
            <a:extLst>
              <a:ext uri="{FF2B5EF4-FFF2-40B4-BE49-F238E27FC236}">
                <a16:creationId xmlns:a16="http://schemas.microsoft.com/office/drawing/2014/main" id="{8282B47D-AAFA-2D76-F41A-C5BA2C0D8A34}"/>
              </a:ext>
            </a:extLst>
          </p:cNvPr>
          <p:cNvSpPr>
            <a:spLocks noGrp="1" noChangeArrowheads="1"/>
          </p:cNvSpPr>
          <p:nvPr>
            <p:custDataLst>
              <p:tags r:id="rId9"/>
            </p:custDataLst>
          </p:nvPr>
        </p:nvSpPr>
        <p:spPr bwMode="gray">
          <a:xfrm>
            <a:off x="7823200" y="5119688"/>
            <a:ext cx="296863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5400" tIns="0" rIns="25400" bIns="0" numCol="1" anchor="ctr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71919917-9111-4A0D-8D22-10525540D953}" type="datetime'''''''1,''''6'''''''''''''''''''''''''''''''''''''''''">
              <a:rPr lang="en-US" altLang="en-US" sz="1400" kern="0" smtClean="0">
                <a:solidFill>
                  <a:schemeClr val="bg1"/>
                </a:solidFill>
                <a:cs typeface="+mn-cs"/>
              </a:rPr>
              <a:pPr/>
              <a:t>1,6</a:t>
            </a:fld>
            <a:endParaRPr lang="en-US" sz="1400" kern="0" dirty="0">
              <a:solidFill>
                <a:schemeClr val="bg1"/>
              </a:solidFill>
              <a:cs typeface="+mn-cs"/>
            </a:endParaRPr>
          </a:p>
        </p:txBody>
      </p:sp>
      <p:sp>
        <p:nvSpPr>
          <p:cNvPr id="27" name="Rectangle 3">
            <a:extLst>
              <a:ext uri="{FF2B5EF4-FFF2-40B4-BE49-F238E27FC236}">
                <a16:creationId xmlns:a16="http://schemas.microsoft.com/office/drawing/2014/main" id="{7F8A2B94-196A-F4E9-4EF0-AA53DD9F15DB}"/>
              </a:ext>
            </a:extLst>
          </p:cNvPr>
          <p:cNvSpPr>
            <a:spLocks noGrp="1" noChangeArrowheads="1"/>
          </p:cNvSpPr>
          <p:nvPr>
            <p:custDataLst>
              <p:tags r:id="rId10"/>
            </p:custDataLst>
          </p:nvPr>
        </p:nvSpPr>
        <p:spPr bwMode="auto">
          <a:xfrm>
            <a:off x="6040438" y="5119688"/>
            <a:ext cx="1282700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r">
              <a:spcBef>
                <a:spcPct val="0"/>
              </a:spcBef>
              <a:buNone/>
            </a:pPr>
            <a:fld id="{A7B9C2BF-A09F-4DBC-8AB1-1055EA28FB29}" type="datetime'''TÜS''''İ''''''''''AD'' ''''Ra''''''po''''''''r''''''''u'">
              <a:rPr lang="en-US" altLang="en-US" sz="1400" kern="0" smtClean="0">
                <a:cs typeface="+mn-cs"/>
              </a:rPr>
              <a:pPr/>
              <a:t>TÜSİAD Raporu</a:t>
            </a:fld>
            <a:endParaRPr lang="en-US" sz="1400" kern="0" dirty="0">
              <a:cs typeface="+mn-cs"/>
            </a:endParaRPr>
          </a:p>
        </p:txBody>
      </p:sp>
      <p:sp>
        <p:nvSpPr>
          <p:cNvPr id="30" name="Rectangle 3">
            <a:extLst>
              <a:ext uri="{FF2B5EF4-FFF2-40B4-BE49-F238E27FC236}">
                <a16:creationId xmlns:a16="http://schemas.microsoft.com/office/drawing/2014/main" id="{7BAFAB3D-5362-6678-F66C-E666DCF2F29C}"/>
              </a:ext>
            </a:extLst>
          </p:cNvPr>
          <p:cNvSpPr>
            <a:spLocks noGrp="1" noChangeArrowheads="1"/>
          </p:cNvSpPr>
          <p:nvPr>
            <p:custDataLst>
              <p:tags r:id="rId11"/>
            </p:custDataLst>
          </p:nvPr>
        </p:nvSpPr>
        <p:spPr bwMode="auto">
          <a:xfrm>
            <a:off x="2873375" y="5835650"/>
            <a:ext cx="4449763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r">
              <a:spcBef>
                <a:spcPct val="0"/>
              </a:spcBef>
              <a:buNone/>
            </a:pPr>
            <a:fld id="{18D0CCBA-E8C6-4C70-9548-7F14D7E845C4}" type="datetime'''TEPAV Gıda Fiyat Endeksi (TEGE) ''Y''öntems''el ''Açıklama'">
              <a:rPr lang="en-US" altLang="en-US" sz="1400" kern="0" smtClean="0">
                <a:cs typeface="+mn-cs"/>
              </a:rPr>
              <a:pPr/>
              <a:t>TEPAV Gıda Fiyat Endeksi (TEGE) Yöntemsel Açıklama</a:t>
            </a:fld>
            <a:endParaRPr lang="en-US" sz="1400" kern="0" dirty="0">
              <a:cs typeface="+mn-cs"/>
            </a:endParaRPr>
          </a:p>
        </p:txBody>
      </p:sp>
      <p:sp>
        <p:nvSpPr>
          <p:cNvPr id="29" name="Rectangle 3">
            <a:extLst>
              <a:ext uri="{FF2B5EF4-FFF2-40B4-BE49-F238E27FC236}">
                <a16:creationId xmlns:a16="http://schemas.microsoft.com/office/drawing/2014/main" id="{339B6A9A-415B-8EA0-7C09-4733BE8CEDB6}"/>
              </a:ext>
            </a:extLst>
          </p:cNvPr>
          <p:cNvSpPr>
            <a:spLocks noGrp="1" noChangeArrowheads="1"/>
          </p:cNvSpPr>
          <p:nvPr>
            <p:custDataLst>
              <p:tags r:id="rId12"/>
            </p:custDataLst>
          </p:nvPr>
        </p:nvSpPr>
        <p:spPr bwMode="gray">
          <a:xfrm>
            <a:off x="7769225" y="5835650"/>
            <a:ext cx="296863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5400" tIns="0" rIns="25400" bIns="0" numCol="1" anchor="ctr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74652BDD-C7D0-4A1E-878F-EBCC1FA5CCFC}" type="datetime'''''''''1'''''''''''''''''''''''''''''''',''''''''''''5'''''''">
              <a:rPr lang="en-US" altLang="en-US" sz="1400" kern="0" smtClean="0">
                <a:solidFill>
                  <a:schemeClr val="bg1"/>
                </a:solidFill>
                <a:cs typeface="+mn-cs"/>
              </a:rPr>
              <a:pPr/>
              <a:t>1,5</a:t>
            </a:fld>
            <a:endParaRPr lang="en-US" sz="1400" kern="0" dirty="0">
              <a:solidFill>
                <a:schemeClr val="bg1"/>
              </a:solidFill>
              <a:cs typeface="+mn-cs"/>
            </a:endParaRPr>
          </a:p>
        </p:txBody>
      </p:sp>
      <p:sp>
        <p:nvSpPr>
          <p:cNvPr id="68" name="Metin kutusu 75">
            <a:extLst>
              <a:ext uri="{FF2B5EF4-FFF2-40B4-BE49-F238E27FC236}">
                <a16:creationId xmlns:a16="http://schemas.microsoft.com/office/drawing/2014/main" id="{22B7CF34-AD15-AE4A-3403-06A96AB642F3}"/>
              </a:ext>
            </a:extLst>
          </p:cNvPr>
          <p:cNvSpPr txBox="1"/>
          <p:nvPr/>
        </p:nvSpPr>
        <p:spPr>
          <a:xfrm>
            <a:off x="13493" y="6580188"/>
            <a:ext cx="1219200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100" dirty="0">
                <a:latin typeface="+mj-lt"/>
                <a:ea typeface="Tahoma" panose="020B0604030504040204" pitchFamily="34" charset="0"/>
                <a:cs typeface="Tahoma" panose="020B0604030504040204" pitchFamily="34" charset="0"/>
              </a:rPr>
              <a:t>Kaynak: Google, TEPAV hesaplamaları</a:t>
            </a:r>
          </a:p>
        </p:txBody>
      </p:sp>
    </p:spTree>
    <p:extLst>
      <p:ext uri="{BB962C8B-B14F-4D97-AF65-F5344CB8AC3E}">
        <p14:creationId xmlns:p14="http://schemas.microsoft.com/office/powerpoint/2010/main" val="14296528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6BB76A-1A29-7FA9-B16B-1C97E59E00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C5856761-21BB-2CF5-8773-78E51B70B44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4080760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1" imgW="454" imgH="454" progId="TCLayout.ActiveDocument.1">
                  <p:embed/>
                </p:oleObj>
              </mc:Choice>
              <mc:Fallback>
                <p:oleObj name="think-cell Slide" r:id="rId31" imgW="454" imgH="454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1C3C024-B935-CBE9-24B6-7B3FE21F82E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Başlık 1">
            <a:extLst>
              <a:ext uri="{FF2B5EF4-FFF2-40B4-BE49-F238E27FC236}">
                <a16:creationId xmlns:a16="http://schemas.microsoft.com/office/drawing/2014/main" id="{A4844E6F-45BF-06DC-94E0-5E770D2950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endParaRPr lang="en-US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6DB156A1-C7D0-BBE1-E57F-2E1AF0D976EC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tr-TR" b="1" dirty="0"/>
              <a:t>Son bir yılda en çok izlenen çalışanlar, %</a:t>
            </a:r>
            <a:endParaRPr lang="en-US" b="1" dirty="0"/>
          </a:p>
        </p:txBody>
      </p:sp>
      <p:graphicFrame>
        <p:nvGraphicFramePr>
          <p:cNvPr id="119" name="Chart 3">
            <a:extLst>
              <a:ext uri="{FF2B5EF4-FFF2-40B4-BE49-F238E27FC236}">
                <a16:creationId xmlns:a16="http://schemas.microsoft.com/office/drawing/2014/main" id="{24551DC5-3411-FF37-1DF1-125F79963A1C}"/>
              </a:ext>
            </a:extLst>
          </p:cNvPr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470053635"/>
              </p:ext>
            </p:extLst>
          </p:nvPr>
        </p:nvGraphicFramePr>
        <p:xfrm>
          <a:off x="2209800" y="2351088"/>
          <a:ext cx="9658350" cy="41783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3"/>
          </a:graphicData>
        </a:graphic>
      </p:graphicFrame>
      <p:sp useBgFill="1">
        <p:nvSpPr>
          <p:cNvPr id="112" name="Serbest Form: Şekil 111">
            <a:extLst>
              <a:ext uri="{FF2B5EF4-FFF2-40B4-BE49-F238E27FC236}">
                <a16:creationId xmlns:a16="http://schemas.microsoft.com/office/drawing/2014/main" id="{8AA00645-8B3B-67AC-F83E-6B1D9A7639B4}"/>
              </a:ext>
            </a:extLst>
          </p:cNvPr>
          <p:cNvSpPr/>
          <p:nvPr>
            <p:custDataLst>
              <p:tags r:id="rId3"/>
            </p:custDataLst>
          </p:nvPr>
        </p:nvSpPr>
        <p:spPr bwMode="auto">
          <a:xfrm>
            <a:off x="10966450" y="2452689"/>
            <a:ext cx="136525" cy="295275"/>
          </a:xfrm>
          <a:custGeom>
            <a:avLst/>
            <a:gdLst/>
            <a:ahLst/>
            <a:cxnLst/>
            <a:rect l="0" t="0" r="0" b="0"/>
            <a:pathLst>
              <a:path w="136526" h="295276">
                <a:moveTo>
                  <a:pt x="136525" y="0"/>
                </a:moveTo>
                <a:lnTo>
                  <a:pt x="57150" y="295275"/>
                </a:lnTo>
                <a:lnTo>
                  <a:pt x="0" y="295275"/>
                </a:lnTo>
                <a:lnTo>
                  <a:pt x="79375" y="0"/>
                </a:lnTo>
                <a:close/>
              </a:path>
            </a:pathLst>
          </a:custGeom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4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110" name="Serbest Form: Şekil 109">
            <a:extLst>
              <a:ext uri="{FF2B5EF4-FFF2-40B4-BE49-F238E27FC236}">
                <a16:creationId xmlns:a16="http://schemas.microsoft.com/office/drawing/2014/main" id="{DADF8961-165A-B1E5-DCB8-47370C1CAB3B}"/>
              </a:ext>
            </a:extLst>
          </p:cNvPr>
          <p:cNvSpPr/>
          <p:nvPr>
            <p:custDataLst>
              <p:tags r:id="rId4"/>
            </p:custDataLst>
          </p:nvPr>
        </p:nvSpPr>
        <p:spPr bwMode="auto">
          <a:xfrm>
            <a:off x="10966450" y="2452689"/>
            <a:ext cx="79375" cy="295275"/>
          </a:xfrm>
          <a:custGeom>
            <a:avLst/>
            <a:gdLst/>
            <a:ahLst/>
            <a:cxnLst/>
            <a:rect l="0" t="0" r="0" b="0"/>
            <a:pathLst>
              <a:path w="79376" h="295276">
                <a:moveTo>
                  <a:pt x="79375" y="0"/>
                </a:moveTo>
                <a:lnTo>
                  <a:pt x="0" y="295275"/>
                </a:lnTo>
              </a:path>
            </a:pathLst>
          </a:cu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4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111" name="Serbest Form: Şekil 110">
            <a:extLst>
              <a:ext uri="{FF2B5EF4-FFF2-40B4-BE49-F238E27FC236}">
                <a16:creationId xmlns:a16="http://schemas.microsoft.com/office/drawing/2014/main" id="{C52D09FE-64E0-465F-548F-732B0416AD61}"/>
              </a:ext>
            </a:extLst>
          </p:cNvPr>
          <p:cNvSpPr/>
          <p:nvPr>
            <p:custDataLst>
              <p:tags r:id="rId5"/>
            </p:custDataLst>
          </p:nvPr>
        </p:nvSpPr>
        <p:spPr bwMode="auto">
          <a:xfrm>
            <a:off x="11023600" y="2452689"/>
            <a:ext cx="79375" cy="295275"/>
          </a:xfrm>
          <a:custGeom>
            <a:avLst/>
            <a:gdLst/>
            <a:ahLst/>
            <a:cxnLst/>
            <a:rect l="0" t="0" r="0" b="0"/>
            <a:pathLst>
              <a:path w="79376" h="295276">
                <a:moveTo>
                  <a:pt x="79375" y="0"/>
                </a:moveTo>
                <a:lnTo>
                  <a:pt x="0" y="295275"/>
                </a:lnTo>
              </a:path>
            </a:pathLst>
          </a:cu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4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83" name="Rectangle 3">
            <a:extLst>
              <a:ext uri="{FF2B5EF4-FFF2-40B4-BE49-F238E27FC236}">
                <a16:creationId xmlns:a16="http://schemas.microsoft.com/office/drawing/2014/main" id="{2BC2CC07-C3AA-27E8-97CF-F92439D1D399}"/>
              </a:ext>
            </a:extLst>
          </p:cNvPr>
          <p:cNvSpPr>
            <a:spLocks noGrp="1" noChangeArrowheads="1"/>
          </p:cNvSpPr>
          <p:nvPr>
            <p:custDataLst>
              <p:tags r:id="rId6"/>
            </p:custDataLst>
          </p:nvPr>
        </p:nvSpPr>
        <p:spPr bwMode="gray">
          <a:xfrm>
            <a:off x="6842125" y="2493963"/>
            <a:ext cx="395288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5400" tIns="0" rIns="25400" bIns="0" numCol="1" anchor="ctr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728B254F-A943-442A-8274-61D64ADB8C30}" type="datetime'''''''''''''''42'''''''',''''''''''''''''''1'''''">
              <a:rPr lang="en-US" altLang="en-US" sz="1400" kern="0" smtClean="0">
                <a:solidFill>
                  <a:schemeClr val="bg1"/>
                </a:solidFill>
                <a:cs typeface="+mn-cs"/>
              </a:rPr>
              <a:pPr/>
              <a:t>42,1</a:t>
            </a:fld>
            <a:endParaRPr lang="en-US" sz="1400" kern="0" dirty="0">
              <a:solidFill>
                <a:schemeClr val="bg1"/>
              </a:solidFill>
              <a:cs typeface="+mn-cs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531E4B61-2F25-051F-D922-7B49F30F9269}"/>
              </a:ext>
            </a:extLst>
          </p:cNvPr>
          <p:cNvSpPr>
            <a:spLocks noGrp="1" noChangeArrowheads="1"/>
          </p:cNvSpPr>
          <p:nvPr>
            <p:custDataLst>
              <p:tags r:id="rId7"/>
            </p:custDataLst>
          </p:nvPr>
        </p:nvSpPr>
        <p:spPr bwMode="auto">
          <a:xfrm>
            <a:off x="1209675" y="2493963"/>
            <a:ext cx="965200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r">
              <a:spcBef>
                <a:spcPct val="0"/>
              </a:spcBef>
              <a:buNone/>
            </a:pPr>
            <a:fld id="{0395605E-1352-4F7A-A2DE-006E5FA37B2E}" type="datetime'Gü''lr''''''''u ''''G''''''''e''''z''e''''''''r'''''''''''''''">
              <a:rPr lang="en-US" altLang="en-US" sz="1400" kern="0" smtClean="0">
                <a:cs typeface="+mn-cs"/>
              </a:rPr>
              <a:pPr/>
              <a:t>Gülru Gezer</a:t>
            </a:fld>
            <a:endParaRPr lang="en-US" sz="1400" kern="0" dirty="0">
              <a:cs typeface="+mn-cs"/>
            </a:endParaRPr>
          </a:p>
        </p:txBody>
      </p:sp>
      <p:sp>
        <p:nvSpPr>
          <p:cNvPr id="84" name="Rectangle 3">
            <a:extLst>
              <a:ext uri="{FF2B5EF4-FFF2-40B4-BE49-F238E27FC236}">
                <a16:creationId xmlns:a16="http://schemas.microsoft.com/office/drawing/2014/main" id="{6459D8E1-B5A6-AAD5-6099-AA5BA1DDFE7E}"/>
              </a:ext>
            </a:extLst>
          </p:cNvPr>
          <p:cNvSpPr>
            <a:spLocks noGrp="1" noChangeArrowheads="1"/>
          </p:cNvSpPr>
          <p:nvPr>
            <p:custDataLst>
              <p:tags r:id="rId8"/>
            </p:custDataLst>
          </p:nvPr>
        </p:nvSpPr>
        <p:spPr bwMode="gray">
          <a:xfrm>
            <a:off x="5584825" y="3162300"/>
            <a:ext cx="296863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5400" tIns="0" rIns="25400" bIns="0" numCol="1" anchor="ctr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F396FEFA-0546-4D65-B18C-766FBA07C693}" type="datetime'''''''''''''5'''''''''''''''''',''''''''3'''''''''''''''">
              <a:rPr lang="en-US" altLang="en-US" sz="1400" kern="0" smtClean="0">
                <a:solidFill>
                  <a:schemeClr val="bg1"/>
                </a:solidFill>
                <a:cs typeface="+mn-cs"/>
              </a:rPr>
              <a:pPr/>
              <a:t>5,3</a:t>
            </a:fld>
            <a:endParaRPr lang="en-US" sz="1400" kern="0" dirty="0">
              <a:solidFill>
                <a:schemeClr val="bg1"/>
              </a:solidFill>
              <a:cs typeface="+mn-cs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EFD408F3-1247-313C-A85A-AFD44214C787}"/>
              </a:ext>
            </a:extLst>
          </p:cNvPr>
          <p:cNvSpPr>
            <a:spLocks noGrp="1" noChangeArrowheads="1"/>
          </p:cNvSpPr>
          <p:nvPr>
            <p:custDataLst>
              <p:tags r:id="rId9"/>
            </p:custDataLst>
          </p:nvPr>
        </p:nvSpPr>
        <p:spPr bwMode="auto">
          <a:xfrm>
            <a:off x="1296988" y="3162300"/>
            <a:ext cx="877888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r">
              <a:spcBef>
                <a:spcPct val="0"/>
              </a:spcBef>
              <a:buNone/>
            </a:pPr>
            <a:fld id="{FB8C9716-1E9D-4002-85AF-09B0D2C43222}" type="datetime'G''''''ü''''''''ve''''''n ''''''''''''''S''''a''k'''''''''''">
              <a:rPr lang="en-US" altLang="en-US" sz="1400" kern="0" smtClean="0">
                <a:cs typeface="+mn-cs"/>
              </a:rPr>
              <a:pPr/>
              <a:t>Güven Sak</a:t>
            </a:fld>
            <a:endParaRPr lang="en-US" sz="1400" kern="0" dirty="0">
              <a:cs typeface="+mn-cs"/>
            </a:endParaRPr>
          </a:p>
        </p:txBody>
      </p:sp>
      <p:sp>
        <p:nvSpPr>
          <p:cNvPr id="85" name="Rectangle 3">
            <a:extLst>
              <a:ext uri="{FF2B5EF4-FFF2-40B4-BE49-F238E27FC236}">
                <a16:creationId xmlns:a16="http://schemas.microsoft.com/office/drawing/2014/main" id="{E0D6C28E-D94E-ECD9-E19E-257B6B15A59F}"/>
              </a:ext>
            </a:extLst>
          </p:cNvPr>
          <p:cNvSpPr>
            <a:spLocks noGrp="1" noChangeArrowheads="1"/>
          </p:cNvSpPr>
          <p:nvPr>
            <p:custDataLst>
              <p:tags r:id="rId10"/>
            </p:custDataLst>
          </p:nvPr>
        </p:nvSpPr>
        <p:spPr bwMode="gray">
          <a:xfrm>
            <a:off x="5049838" y="3497263"/>
            <a:ext cx="296863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64D6E"/>
                </a:solidFill>
              </a14:hiddenFill>
            </a:ext>
          </a:extLst>
        </p:spPr>
        <p:txBody>
          <a:bodyPr vert="horz" wrap="none" lIns="25400" tIns="0" rIns="25400" bIns="0" numCol="1" anchor="ctr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2314719A-E62F-432B-AFCF-93C3BBBE2A96}" type="datetime'''''''''''''''''4'''''''''''''''''''''''''',''''5'''''''''">
              <a:rPr lang="en-US" altLang="en-US" sz="1400" kern="0" smtClean="0">
                <a:solidFill>
                  <a:schemeClr val="bg1"/>
                </a:solidFill>
                <a:effectLst/>
                <a:cs typeface="+mn-cs"/>
              </a:rPr>
              <a:pPr/>
              <a:t>4,5</a:t>
            </a:fld>
            <a:endParaRPr lang="en-US" sz="1400" kern="0" dirty="0">
              <a:solidFill>
                <a:schemeClr val="bg1"/>
              </a:solidFill>
              <a:cs typeface="+mn-cs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CA6A4C73-EB0E-8985-1DDE-6301F16FCA05}"/>
              </a:ext>
            </a:extLst>
          </p:cNvPr>
          <p:cNvSpPr>
            <a:spLocks noGrp="1" noChangeArrowheads="1"/>
          </p:cNvSpPr>
          <p:nvPr>
            <p:custDataLst>
              <p:tags r:id="rId11"/>
            </p:custDataLst>
          </p:nvPr>
        </p:nvSpPr>
        <p:spPr bwMode="auto">
          <a:xfrm>
            <a:off x="1030288" y="3497263"/>
            <a:ext cx="1144588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r">
              <a:spcBef>
                <a:spcPct val="0"/>
              </a:spcBef>
              <a:buNone/>
            </a:pPr>
            <a:fld id="{7DAF71BC-55F1-408B-8C56-1D89CD867016}" type="datetime'''''H''''''. ''Hilm''''''i'' ''''''''''''D''e''''m''''i''''r'">
              <a:rPr lang="en-US" altLang="en-US" sz="1400" kern="0" smtClean="0">
                <a:cs typeface="+mn-cs"/>
              </a:rPr>
              <a:pPr/>
              <a:t>H. Hilmi Demir</a:t>
            </a:fld>
            <a:endParaRPr lang="en-US" sz="1400" kern="0" dirty="0">
              <a:cs typeface="+mn-cs"/>
            </a:endParaRPr>
          </a:p>
        </p:txBody>
      </p:sp>
      <p:sp>
        <p:nvSpPr>
          <p:cNvPr id="86" name="Rectangle 3">
            <a:extLst>
              <a:ext uri="{FF2B5EF4-FFF2-40B4-BE49-F238E27FC236}">
                <a16:creationId xmlns:a16="http://schemas.microsoft.com/office/drawing/2014/main" id="{4192DADC-9E19-7CBA-318F-C65A7B61F896}"/>
              </a:ext>
            </a:extLst>
          </p:cNvPr>
          <p:cNvSpPr>
            <a:spLocks noGrp="1" noChangeArrowheads="1"/>
          </p:cNvSpPr>
          <p:nvPr>
            <p:custDataLst>
              <p:tags r:id="rId12"/>
            </p:custDataLst>
          </p:nvPr>
        </p:nvSpPr>
        <p:spPr bwMode="gray">
          <a:xfrm>
            <a:off x="5010150" y="3830638"/>
            <a:ext cx="296863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64D6E"/>
                </a:solidFill>
              </a14:hiddenFill>
            </a:ext>
          </a:extLst>
        </p:spPr>
        <p:txBody>
          <a:bodyPr vert="horz" wrap="none" lIns="25400" tIns="0" rIns="25400" bIns="0" numCol="1" anchor="ctr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E296E2C5-2517-487E-8F5B-20ACC6764910}" type="datetime'''''''''''''''''4,''''''''''''''''''''''''''''''''4'">
              <a:rPr lang="en-US" altLang="en-US" sz="1400" kern="0" smtClean="0">
                <a:solidFill>
                  <a:schemeClr val="bg1"/>
                </a:solidFill>
                <a:effectLst/>
                <a:cs typeface="+mn-cs"/>
              </a:rPr>
              <a:pPr/>
              <a:t>4,4</a:t>
            </a:fld>
            <a:endParaRPr lang="en-US" sz="1400" kern="0" dirty="0">
              <a:solidFill>
                <a:schemeClr val="bg1"/>
              </a:solidFill>
              <a:cs typeface="+mn-cs"/>
            </a:endParaRPr>
          </a:p>
        </p:txBody>
      </p:sp>
      <p:sp>
        <p:nvSpPr>
          <p:cNvPr id="27" name="Rectangle 3">
            <a:extLst>
              <a:ext uri="{FF2B5EF4-FFF2-40B4-BE49-F238E27FC236}">
                <a16:creationId xmlns:a16="http://schemas.microsoft.com/office/drawing/2014/main" id="{2BE560DD-D68D-70C2-068F-5B7F4087AC4F}"/>
              </a:ext>
            </a:extLst>
          </p:cNvPr>
          <p:cNvSpPr>
            <a:spLocks noGrp="1" noChangeArrowheads="1"/>
          </p:cNvSpPr>
          <p:nvPr>
            <p:custDataLst>
              <p:tags r:id="rId13"/>
            </p:custDataLst>
          </p:nvPr>
        </p:nvSpPr>
        <p:spPr bwMode="auto">
          <a:xfrm>
            <a:off x="1208088" y="3830638"/>
            <a:ext cx="966788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r">
              <a:spcBef>
                <a:spcPct val="0"/>
              </a:spcBef>
              <a:buNone/>
            </a:pPr>
            <a:fld id="{6F92D60D-6D9E-4A98-BD1D-9314B27C0C85}" type="datetime'B''''''''''''''''''''urc''''''u'''''''' A''''ydı''n'''''''">
              <a:rPr lang="en-US" altLang="en-US" sz="1400" kern="0" smtClean="0">
                <a:cs typeface="+mn-cs"/>
              </a:rPr>
              <a:pPr/>
              <a:t>Burcu Aydın</a:t>
            </a:fld>
            <a:endParaRPr lang="en-US" sz="1400" kern="0" dirty="0">
              <a:cs typeface="+mn-cs"/>
            </a:endParaRPr>
          </a:p>
        </p:txBody>
      </p:sp>
      <p:sp>
        <p:nvSpPr>
          <p:cNvPr id="29" name="Rectangle 3">
            <a:extLst>
              <a:ext uri="{FF2B5EF4-FFF2-40B4-BE49-F238E27FC236}">
                <a16:creationId xmlns:a16="http://schemas.microsoft.com/office/drawing/2014/main" id="{76C95EAB-34C5-BD49-4913-425C14FBD654}"/>
              </a:ext>
            </a:extLst>
          </p:cNvPr>
          <p:cNvSpPr>
            <a:spLocks noGrp="1" noChangeArrowheads="1"/>
          </p:cNvSpPr>
          <p:nvPr>
            <p:custDataLst>
              <p:tags r:id="rId14"/>
            </p:custDataLst>
          </p:nvPr>
        </p:nvSpPr>
        <p:spPr bwMode="gray">
          <a:xfrm>
            <a:off x="4752975" y="4165600"/>
            <a:ext cx="296863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64D6E"/>
                </a:solidFill>
              </a14:hiddenFill>
            </a:ext>
          </a:extLst>
        </p:spPr>
        <p:txBody>
          <a:bodyPr vert="horz" wrap="none" lIns="25400" tIns="0" rIns="25400" bIns="0" numCol="1" anchor="ctr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58D608B0-0CD2-4753-85AA-A5AD497030CD}" type="datetime'''''4'''''''''''''''''''''''''''''''''',''''''''''0'">
              <a:rPr lang="en-US" altLang="en-US" sz="1400" kern="0" smtClean="0">
                <a:solidFill>
                  <a:schemeClr val="bg1"/>
                </a:solidFill>
                <a:effectLst/>
                <a:cs typeface="+mn-cs"/>
              </a:rPr>
              <a:pPr/>
              <a:t>4,0</a:t>
            </a:fld>
            <a:endParaRPr lang="en-US" sz="1400" kern="0" dirty="0">
              <a:solidFill>
                <a:schemeClr val="bg1"/>
              </a:solidFill>
              <a:cs typeface="+mn-cs"/>
            </a:endParaRPr>
          </a:p>
        </p:txBody>
      </p:sp>
      <p:sp>
        <p:nvSpPr>
          <p:cNvPr id="30" name="Rectangle 3">
            <a:extLst>
              <a:ext uri="{FF2B5EF4-FFF2-40B4-BE49-F238E27FC236}">
                <a16:creationId xmlns:a16="http://schemas.microsoft.com/office/drawing/2014/main" id="{4B8EF4B7-31D8-A245-167A-27EB5AB1DA71}"/>
              </a:ext>
            </a:extLst>
          </p:cNvPr>
          <p:cNvSpPr>
            <a:spLocks noGrp="1" noChangeArrowheads="1"/>
          </p:cNvSpPr>
          <p:nvPr>
            <p:custDataLst>
              <p:tags r:id="rId15"/>
            </p:custDataLst>
          </p:nvPr>
        </p:nvSpPr>
        <p:spPr bwMode="auto">
          <a:xfrm>
            <a:off x="901700" y="4165600"/>
            <a:ext cx="1273175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r">
              <a:spcBef>
                <a:spcPct val="0"/>
              </a:spcBef>
              <a:buNone/>
            </a:pPr>
            <a:fld id="{791008C4-CEF0-4F67-B0FD-5C61D0C24480}" type="datetime'''H''''''. ''''Hakk''ı'' Y''''''''''''''''''ılm''a''''z'''''''">
              <a:rPr lang="en-US" altLang="en-US" sz="1400" kern="0" smtClean="0">
                <a:cs typeface="+mn-cs"/>
              </a:rPr>
              <a:pPr/>
              <a:t>H. Hakkı Yılmaz</a:t>
            </a:fld>
            <a:endParaRPr lang="en-US" sz="1400" kern="0" dirty="0">
              <a:cs typeface="+mn-cs"/>
            </a:endParaRPr>
          </a:p>
        </p:txBody>
      </p:sp>
      <p:sp>
        <p:nvSpPr>
          <p:cNvPr id="24" name="Rectangle 3">
            <a:extLst>
              <a:ext uri="{FF2B5EF4-FFF2-40B4-BE49-F238E27FC236}">
                <a16:creationId xmlns:a16="http://schemas.microsoft.com/office/drawing/2014/main" id="{2B7247D1-A82A-C57E-81A4-4409C33C6D61}"/>
              </a:ext>
            </a:extLst>
          </p:cNvPr>
          <p:cNvSpPr>
            <a:spLocks noGrp="1" noChangeArrowheads="1"/>
          </p:cNvSpPr>
          <p:nvPr>
            <p:custDataLst>
              <p:tags r:id="rId16"/>
            </p:custDataLst>
          </p:nvPr>
        </p:nvSpPr>
        <p:spPr bwMode="auto">
          <a:xfrm>
            <a:off x="1335088" y="4500563"/>
            <a:ext cx="839788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r">
              <a:spcBef>
                <a:spcPct val="0"/>
              </a:spcBef>
              <a:buNone/>
            </a:pPr>
            <a:fld id="{9B5311DE-6C8A-4122-959F-7FFDADA7501B}" type="datetime'''E''k''''''''i''''''''n'' ''''K''e''l''e''''ş'''">
              <a:rPr lang="en-US" altLang="en-US" sz="1400" kern="0" smtClean="0">
                <a:cs typeface="+mn-cs"/>
              </a:rPr>
              <a:pPr/>
              <a:t>Ekin Keleş</a:t>
            </a:fld>
            <a:endParaRPr lang="en-US" sz="1400" kern="0" dirty="0">
              <a:cs typeface="+mn-cs"/>
            </a:endParaRPr>
          </a:p>
        </p:txBody>
      </p:sp>
      <p:sp>
        <p:nvSpPr>
          <p:cNvPr id="25" name="Rectangle 3">
            <a:extLst>
              <a:ext uri="{FF2B5EF4-FFF2-40B4-BE49-F238E27FC236}">
                <a16:creationId xmlns:a16="http://schemas.microsoft.com/office/drawing/2014/main" id="{58D034E8-1D3E-AD7B-66B5-EB87B4645E93}"/>
              </a:ext>
            </a:extLst>
          </p:cNvPr>
          <p:cNvSpPr>
            <a:spLocks noGrp="1" noChangeArrowheads="1"/>
          </p:cNvSpPr>
          <p:nvPr>
            <p:custDataLst>
              <p:tags r:id="rId17"/>
            </p:custDataLst>
          </p:nvPr>
        </p:nvSpPr>
        <p:spPr bwMode="gray">
          <a:xfrm>
            <a:off x="4738688" y="4500563"/>
            <a:ext cx="296863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64D6E"/>
                </a:solidFill>
              </a14:hiddenFill>
            </a:ext>
          </a:extLst>
        </p:spPr>
        <p:txBody>
          <a:bodyPr vert="horz" wrap="none" lIns="25400" tIns="0" rIns="25400" bIns="0" numCol="1" anchor="ctr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CA9C272A-FD91-47A1-A297-7F910B011419}" type="datetime'4'''''''''''''',''''''''''''''''0'''''''''''''''''">
              <a:rPr lang="en-US" altLang="en-US" sz="1400" kern="0" smtClean="0">
                <a:solidFill>
                  <a:schemeClr val="bg1"/>
                </a:solidFill>
                <a:cs typeface="+mn-cs"/>
              </a:rPr>
              <a:pPr/>
              <a:t>4,0</a:t>
            </a:fld>
            <a:endParaRPr lang="en-US" sz="1400" kern="0" dirty="0">
              <a:solidFill>
                <a:schemeClr val="bg1"/>
              </a:solidFill>
              <a:cs typeface="+mn-cs"/>
            </a:endParaRPr>
          </a:p>
        </p:txBody>
      </p:sp>
      <p:sp>
        <p:nvSpPr>
          <p:cNvPr id="39" name="Rectangle 3">
            <a:extLst>
              <a:ext uri="{FF2B5EF4-FFF2-40B4-BE49-F238E27FC236}">
                <a16:creationId xmlns:a16="http://schemas.microsoft.com/office/drawing/2014/main" id="{C76B0C05-B441-EAEC-7C71-3C81F320EAF7}"/>
              </a:ext>
            </a:extLst>
          </p:cNvPr>
          <p:cNvSpPr>
            <a:spLocks noGrp="1" noChangeArrowheads="1"/>
          </p:cNvSpPr>
          <p:nvPr>
            <p:custDataLst>
              <p:tags r:id="rId18"/>
            </p:custDataLst>
          </p:nvPr>
        </p:nvSpPr>
        <p:spPr bwMode="auto">
          <a:xfrm>
            <a:off x="1169988" y="5503863"/>
            <a:ext cx="1004888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r">
              <a:spcBef>
                <a:spcPct val="0"/>
              </a:spcBef>
              <a:buNone/>
            </a:pPr>
            <a:fld id="{73D80C42-4672-4292-8E61-89075405D9A6}" type="datetime'''F''''''''''ati''''''h'''' ''''Ö''''''''z''a''''t''''a''y'''">
              <a:rPr lang="en-US" altLang="en-US" sz="1400" kern="0" smtClean="0">
                <a:cs typeface="+mn-cs"/>
              </a:rPr>
              <a:pPr/>
              <a:t>Fatih Özatay</a:t>
            </a:fld>
            <a:endParaRPr lang="en-US" sz="1400" kern="0" dirty="0">
              <a:cs typeface="+mn-cs"/>
            </a:endParaRPr>
          </a:p>
        </p:txBody>
      </p:sp>
      <p:sp>
        <p:nvSpPr>
          <p:cNvPr id="40" name="Rectangle 3">
            <a:extLst>
              <a:ext uri="{FF2B5EF4-FFF2-40B4-BE49-F238E27FC236}">
                <a16:creationId xmlns:a16="http://schemas.microsoft.com/office/drawing/2014/main" id="{89F45D1C-F08B-ABA9-2596-C90D6D13486C}"/>
              </a:ext>
            </a:extLst>
          </p:cNvPr>
          <p:cNvSpPr>
            <a:spLocks noGrp="1" noChangeArrowheads="1"/>
          </p:cNvSpPr>
          <p:nvPr>
            <p:custDataLst>
              <p:tags r:id="rId19"/>
            </p:custDataLst>
          </p:nvPr>
        </p:nvSpPr>
        <p:spPr bwMode="gray">
          <a:xfrm>
            <a:off x="3473450" y="5503863"/>
            <a:ext cx="296863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64D6E"/>
                </a:solidFill>
              </a14:hiddenFill>
            </a:ext>
          </a:extLst>
        </p:spPr>
        <p:txBody>
          <a:bodyPr vert="horz" wrap="none" lIns="25400" tIns="0" rIns="25400" bIns="0" numCol="1" anchor="ctr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388F4447-ACF0-4112-82AA-123C865E4BF9}" type="datetime'''''''''2'''',''''''''''''1'''''''''''''''''''''''''''''''''">
              <a:rPr lang="en-US" altLang="en-US" sz="1400" kern="0" smtClean="0">
                <a:solidFill>
                  <a:schemeClr val="bg1"/>
                </a:solidFill>
                <a:cs typeface="+mn-cs"/>
              </a:rPr>
              <a:pPr marL="0" lvl="0" indent="0" algn="ctr">
                <a:spcBef>
                  <a:spcPct val="0"/>
                </a:spcBef>
                <a:buNone/>
              </a:pPr>
              <a:t>2,1</a:t>
            </a:fld>
            <a:endParaRPr lang="en-US" sz="1400" kern="0" dirty="0">
              <a:solidFill>
                <a:schemeClr val="bg1"/>
              </a:solidFill>
              <a:cs typeface="+mn-cs"/>
            </a:endParaRPr>
          </a:p>
        </p:txBody>
      </p:sp>
      <p:sp>
        <p:nvSpPr>
          <p:cNvPr id="43" name="Rectangle 3">
            <a:extLst>
              <a:ext uri="{FF2B5EF4-FFF2-40B4-BE49-F238E27FC236}">
                <a16:creationId xmlns:a16="http://schemas.microsoft.com/office/drawing/2014/main" id="{B97E70B0-5E05-8B34-8533-2493F104A324}"/>
              </a:ext>
            </a:extLst>
          </p:cNvPr>
          <p:cNvSpPr>
            <a:spLocks noGrp="1" noChangeArrowheads="1"/>
          </p:cNvSpPr>
          <p:nvPr>
            <p:custDataLst>
              <p:tags r:id="rId20"/>
            </p:custDataLst>
          </p:nvPr>
        </p:nvSpPr>
        <p:spPr bwMode="auto">
          <a:xfrm>
            <a:off x="685800" y="5837238"/>
            <a:ext cx="1489075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r">
              <a:spcBef>
                <a:spcPct val="0"/>
              </a:spcBef>
              <a:buNone/>
            </a:pPr>
            <a:fld id="{263179AF-FF8B-41E7-8B2F-FACE7287E4A2}" type="datetime'''''Ec''''e'' ''''Be''r''''''fi''''n ''Er''''''gez''er'''''">
              <a:rPr lang="en-US" altLang="en-US" sz="1400" kern="0" smtClean="0">
                <a:cs typeface="+mn-cs"/>
              </a:rPr>
              <a:pPr/>
              <a:t>Ece Berfin Ergezer</a:t>
            </a:fld>
            <a:endParaRPr lang="en-US" sz="1400" kern="0" dirty="0">
              <a:cs typeface="+mn-cs"/>
            </a:endParaRPr>
          </a:p>
        </p:txBody>
      </p:sp>
      <p:sp>
        <p:nvSpPr>
          <p:cNvPr id="44" name="Rectangle 3">
            <a:extLst>
              <a:ext uri="{FF2B5EF4-FFF2-40B4-BE49-F238E27FC236}">
                <a16:creationId xmlns:a16="http://schemas.microsoft.com/office/drawing/2014/main" id="{AA05F1DC-7658-8E93-57E2-D2A8D49512B1}"/>
              </a:ext>
            </a:extLst>
          </p:cNvPr>
          <p:cNvSpPr>
            <a:spLocks noGrp="1" noChangeArrowheads="1"/>
          </p:cNvSpPr>
          <p:nvPr>
            <p:custDataLst>
              <p:tags r:id="rId21"/>
            </p:custDataLst>
          </p:nvPr>
        </p:nvSpPr>
        <p:spPr bwMode="gray">
          <a:xfrm>
            <a:off x="3363913" y="5837238"/>
            <a:ext cx="296863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64D6E"/>
                </a:solidFill>
              </a14:hiddenFill>
            </a:ext>
          </a:extLst>
        </p:spPr>
        <p:txBody>
          <a:bodyPr vert="horz" wrap="none" lIns="25400" tIns="0" rIns="25400" bIns="0" numCol="1" anchor="ctr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CF118F14-AAB0-4317-A619-BD932BD29857}" type="datetime'''''''''1,''''''''''''''''''''''''''''''''''9'''''''">
              <a:rPr lang="en-US" altLang="en-US" sz="1400" kern="0" smtClean="0">
                <a:solidFill>
                  <a:schemeClr val="bg1"/>
                </a:solidFill>
                <a:cs typeface="+mn-cs"/>
              </a:rPr>
              <a:pPr marL="0" lvl="0" indent="0" algn="ctr">
                <a:spcBef>
                  <a:spcPct val="0"/>
                </a:spcBef>
                <a:buNone/>
              </a:pPr>
              <a:t>1,9</a:t>
            </a:fld>
            <a:endParaRPr lang="en-US" sz="1400" kern="0" dirty="0">
              <a:solidFill>
                <a:schemeClr val="bg1"/>
              </a:solidFill>
              <a:cs typeface="+mn-cs"/>
            </a:endParaRPr>
          </a:p>
        </p:txBody>
      </p:sp>
      <p:sp>
        <p:nvSpPr>
          <p:cNvPr id="67" name="Rectangle 3">
            <a:extLst>
              <a:ext uri="{FF2B5EF4-FFF2-40B4-BE49-F238E27FC236}">
                <a16:creationId xmlns:a16="http://schemas.microsoft.com/office/drawing/2014/main" id="{FA9D3582-5C5D-CAE1-A7C8-EC6822297A39}"/>
              </a:ext>
            </a:extLst>
          </p:cNvPr>
          <p:cNvSpPr>
            <a:spLocks noGrp="1" noChangeArrowheads="1"/>
          </p:cNvSpPr>
          <p:nvPr>
            <p:custDataLst>
              <p:tags r:id="rId22"/>
            </p:custDataLst>
          </p:nvPr>
        </p:nvSpPr>
        <p:spPr bwMode="auto">
          <a:xfrm>
            <a:off x="1296988" y="2827338"/>
            <a:ext cx="877888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r">
              <a:spcBef>
                <a:spcPct val="0"/>
              </a:spcBef>
              <a:buNone/>
            </a:pPr>
            <a:fld id="{05C842A2-7BCD-494F-A30F-8B22606F3A83}" type="datetime'''A''''''''''l''''i'''''' ''''Ç''uf''''''adar'''''''''''''''">
              <a:rPr lang="en-US" altLang="en-US" sz="1400" kern="0" smtClean="0">
                <a:cs typeface="+mn-cs"/>
              </a:rPr>
              <a:pPr/>
              <a:t>Ali Çufadar</a:t>
            </a:fld>
            <a:endParaRPr lang="en-US" sz="1400" kern="0" dirty="0">
              <a:cs typeface="+mn-cs"/>
            </a:endParaRPr>
          </a:p>
        </p:txBody>
      </p:sp>
      <p:sp>
        <p:nvSpPr>
          <p:cNvPr id="69" name="Rectangle 3">
            <a:extLst>
              <a:ext uri="{FF2B5EF4-FFF2-40B4-BE49-F238E27FC236}">
                <a16:creationId xmlns:a16="http://schemas.microsoft.com/office/drawing/2014/main" id="{EE371666-7E5C-2CE3-D0C3-BF3F041BE45E}"/>
              </a:ext>
            </a:extLst>
          </p:cNvPr>
          <p:cNvSpPr>
            <a:spLocks noGrp="1" noChangeArrowheads="1"/>
          </p:cNvSpPr>
          <p:nvPr>
            <p:custDataLst>
              <p:tags r:id="rId23"/>
            </p:custDataLst>
          </p:nvPr>
        </p:nvSpPr>
        <p:spPr bwMode="gray">
          <a:xfrm>
            <a:off x="6140450" y="2827338"/>
            <a:ext cx="296863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5400" tIns="0" rIns="25400" bIns="0" numCol="1" anchor="ctr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47E43622-2432-4BE8-BFB8-057B41981D38}" type="datetime'''''''''''''''''''''''''6'''''''''',''''''''''''''''''''''2'">
              <a:rPr lang="en-US" altLang="en-US" sz="1400" kern="0" smtClean="0">
                <a:solidFill>
                  <a:schemeClr val="bg1"/>
                </a:solidFill>
                <a:cs typeface="+mn-cs"/>
              </a:rPr>
              <a:pPr/>
              <a:t>6,2</a:t>
            </a:fld>
            <a:endParaRPr lang="en-US" sz="1400" kern="0" dirty="0">
              <a:solidFill>
                <a:schemeClr val="bg1"/>
              </a:solidFill>
              <a:cs typeface="+mn-cs"/>
            </a:endParaRPr>
          </a:p>
        </p:txBody>
      </p:sp>
      <p:sp>
        <p:nvSpPr>
          <p:cNvPr id="72" name="Rectangle 3">
            <a:extLst>
              <a:ext uri="{FF2B5EF4-FFF2-40B4-BE49-F238E27FC236}">
                <a16:creationId xmlns:a16="http://schemas.microsoft.com/office/drawing/2014/main" id="{F9322BBC-05D4-6A77-19C3-2816B79ABF37}"/>
              </a:ext>
            </a:extLst>
          </p:cNvPr>
          <p:cNvSpPr>
            <a:spLocks noGrp="1" noChangeArrowheads="1"/>
          </p:cNvSpPr>
          <p:nvPr>
            <p:custDataLst>
              <p:tags r:id="rId24"/>
            </p:custDataLst>
          </p:nvPr>
        </p:nvSpPr>
        <p:spPr bwMode="auto">
          <a:xfrm>
            <a:off x="488950" y="4833938"/>
            <a:ext cx="1685925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r">
              <a:spcBef>
                <a:spcPct val="0"/>
              </a:spcBef>
              <a:buNone/>
            </a:pPr>
            <a:fld id="{9A9222F8-EB4C-47A7-9738-FF4E5233D14A}" type="datetime'H''''.'''''''' Ekr''''''''e''m ''Cü''n''''edio''''''''''ğl''u'">
              <a:rPr lang="en-US" altLang="en-US" sz="1400" kern="0" smtClean="0">
                <a:cs typeface="+mn-cs"/>
              </a:rPr>
              <a:pPr/>
              <a:t>H. Ekrem Cünedioğlu</a:t>
            </a:fld>
            <a:endParaRPr lang="en-US" sz="1400" kern="0" dirty="0">
              <a:cs typeface="+mn-cs"/>
            </a:endParaRPr>
          </a:p>
        </p:txBody>
      </p:sp>
      <p:sp>
        <p:nvSpPr>
          <p:cNvPr id="73" name="Rectangle 3">
            <a:extLst>
              <a:ext uri="{FF2B5EF4-FFF2-40B4-BE49-F238E27FC236}">
                <a16:creationId xmlns:a16="http://schemas.microsoft.com/office/drawing/2014/main" id="{CCF69B1A-9D5C-DD6B-E0BC-5A2D199FD699}"/>
              </a:ext>
            </a:extLst>
          </p:cNvPr>
          <p:cNvSpPr>
            <a:spLocks noGrp="1" noChangeArrowheads="1"/>
          </p:cNvSpPr>
          <p:nvPr>
            <p:custDataLst>
              <p:tags r:id="rId25"/>
            </p:custDataLst>
          </p:nvPr>
        </p:nvSpPr>
        <p:spPr bwMode="gray">
          <a:xfrm>
            <a:off x="4268788" y="4833938"/>
            <a:ext cx="296863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64D6E"/>
                </a:solidFill>
              </a14:hiddenFill>
            </a:ext>
          </a:extLst>
        </p:spPr>
        <p:txBody>
          <a:bodyPr vert="horz" wrap="none" lIns="25400" tIns="0" rIns="25400" bIns="0" numCol="1" anchor="ctr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A83DE42B-9E6A-42E3-8F37-E7ADA3D082E4}" type="datetime'''''''3'''''''''''''''',''''''''''''''3'''''''''''''''">
              <a:rPr lang="en-US" altLang="en-US" sz="1400" kern="0" smtClean="0">
                <a:solidFill>
                  <a:schemeClr val="bg1"/>
                </a:solidFill>
                <a:cs typeface="+mn-cs"/>
              </a:rPr>
              <a:pPr/>
              <a:t>3,3</a:t>
            </a:fld>
            <a:endParaRPr lang="en-US" sz="1400" kern="0" dirty="0">
              <a:solidFill>
                <a:schemeClr val="bg1"/>
              </a:solidFill>
              <a:cs typeface="+mn-cs"/>
            </a:endParaRPr>
          </a:p>
        </p:txBody>
      </p:sp>
      <p:sp>
        <p:nvSpPr>
          <p:cNvPr id="76" name="Rectangle 3">
            <a:extLst>
              <a:ext uri="{FF2B5EF4-FFF2-40B4-BE49-F238E27FC236}">
                <a16:creationId xmlns:a16="http://schemas.microsoft.com/office/drawing/2014/main" id="{2A43388C-0701-9788-1C09-F4AE87F57731}"/>
              </a:ext>
            </a:extLst>
          </p:cNvPr>
          <p:cNvSpPr>
            <a:spLocks noGrp="1" noChangeArrowheads="1"/>
          </p:cNvSpPr>
          <p:nvPr>
            <p:custDataLst>
              <p:tags r:id="rId26"/>
            </p:custDataLst>
          </p:nvPr>
        </p:nvSpPr>
        <p:spPr bwMode="auto">
          <a:xfrm>
            <a:off x="973138" y="5168900"/>
            <a:ext cx="1201738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r">
              <a:spcBef>
                <a:spcPct val="0"/>
              </a:spcBef>
              <a:buNone/>
            </a:pPr>
            <a:fld id="{BE33266A-5943-4449-B55E-251A8F53F715}" type="datetime'''''''''L''e''''''''ve''n''''t'''' Gö''nen''''''ç'''''''">
              <a:rPr lang="en-US" altLang="en-US" sz="1400" kern="0" smtClean="0">
                <a:cs typeface="+mn-cs"/>
              </a:rPr>
              <a:pPr/>
              <a:t>Levent Gönenç</a:t>
            </a:fld>
            <a:endParaRPr lang="en-US" sz="1400" kern="0" dirty="0">
              <a:cs typeface="+mn-cs"/>
            </a:endParaRPr>
          </a:p>
        </p:txBody>
      </p:sp>
      <p:sp>
        <p:nvSpPr>
          <p:cNvPr id="79" name="Rectangle 3">
            <a:extLst>
              <a:ext uri="{FF2B5EF4-FFF2-40B4-BE49-F238E27FC236}">
                <a16:creationId xmlns:a16="http://schemas.microsoft.com/office/drawing/2014/main" id="{14F34EC3-0842-C6C1-9CE0-BFBE4F1CD4B2}"/>
              </a:ext>
            </a:extLst>
          </p:cNvPr>
          <p:cNvSpPr>
            <a:spLocks noGrp="1" noChangeArrowheads="1"/>
          </p:cNvSpPr>
          <p:nvPr>
            <p:custDataLst>
              <p:tags r:id="rId27"/>
            </p:custDataLst>
          </p:nvPr>
        </p:nvSpPr>
        <p:spPr bwMode="gray">
          <a:xfrm>
            <a:off x="3494088" y="5168900"/>
            <a:ext cx="296863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64D6E"/>
                </a:solidFill>
              </a14:hiddenFill>
            </a:ext>
          </a:extLst>
        </p:spPr>
        <p:txBody>
          <a:bodyPr vert="horz" wrap="none" lIns="25400" tIns="0" rIns="25400" bIns="0" numCol="1" anchor="ctr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132A8C5E-31BC-4973-933E-6922C3CC5AA3}" type="datetime'''''2'''''''',''''''1'''''''''''''''''''''''''''''''">
              <a:rPr lang="en-US" altLang="en-US" sz="1400" kern="0" smtClean="0">
                <a:solidFill>
                  <a:schemeClr val="bg1"/>
                </a:solidFill>
                <a:cs typeface="+mn-cs"/>
              </a:rPr>
              <a:pPr marL="0" lvl="0" indent="0" algn="ctr">
                <a:spcBef>
                  <a:spcPct val="0"/>
                </a:spcBef>
                <a:buNone/>
              </a:pPr>
              <a:t>2,1</a:t>
            </a:fld>
            <a:endParaRPr lang="en-US" sz="1400" kern="0" dirty="0">
              <a:solidFill>
                <a:schemeClr val="bg1"/>
              </a:solidFill>
              <a:cs typeface="+mn-cs"/>
            </a:endParaRPr>
          </a:p>
        </p:txBody>
      </p:sp>
      <p:sp>
        <p:nvSpPr>
          <p:cNvPr id="102" name="Rectangle 3">
            <a:extLst>
              <a:ext uri="{FF2B5EF4-FFF2-40B4-BE49-F238E27FC236}">
                <a16:creationId xmlns:a16="http://schemas.microsoft.com/office/drawing/2014/main" id="{B097C07B-54A7-1FEE-7AB9-A34BCDF0D544}"/>
              </a:ext>
            </a:extLst>
          </p:cNvPr>
          <p:cNvSpPr>
            <a:spLocks noGrp="1" noChangeArrowheads="1"/>
          </p:cNvSpPr>
          <p:nvPr>
            <p:custDataLst>
              <p:tags r:id="rId28"/>
            </p:custDataLst>
          </p:nvPr>
        </p:nvSpPr>
        <p:spPr bwMode="auto">
          <a:xfrm>
            <a:off x="407988" y="6172200"/>
            <a:ext cx="1766888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r">
              <a:spcBef>
                <a:spcPct val="0"/>
              </a:spcBef>
              <a:buNone/>
            </a:pPr>
            <a:fld id="{007BD057-F7B9-4075-A315-CDC35EE282D1}" type="datetime'A''.'''' B''ur''ak B''ü''''y''ükcivele''''''''''''''''''''k'''">
              <a:rPr lang="en-US" altLang="en-US" sz="1400" kern="0" smtClean="0">
                <a:cs typeface="+mn-cs"/>
              </a:rPr>
              <a:pPr/>
              <a:t>A. Burak Büyükcivelek</a:t>
            </a:fld>
            <a:endParaRPr lang="en-US" sz="1400" kern="0" dirty="0">
              <a:cs typeface="+mn-cs"/>
            </a:endParaRPr>
          </a:p>
        </p:txBody>
      </p:sp>
      <p:sp>
        <p:nvSpPr>
          <p:cNvPr id="105" name="Rectangle 3">
            <a:extLst>
              <a:ext uri="{FF2B5EF4-FFF2-40B4-BE49-F238E27FC236}">
                <a16:creationId xmlns:a16="http://schemas.microsoft.com/office/drawing/2014/main" id="{E8F74DBD-162E-39FF-F804-82AB426B9FAD}"/>
              </a:ext>
            </a:extLst>
          </p:cNvPr>
          <p:cNvSpPr>
            <a:spLocks noGrp="1" noChangeArrowheads="1"/>
          </p:cNvSpPr>
          <p:nvPr>
            <p:custDataLst>
              <p:tags r:id="rId29"/>
            </p:custDataLst>
          </p:nvPr>
        </p:nvSpPr>
        <p:spPr bwMode="gray">
          <a:xfrm>
            <a:off x="3313113" y="6172200"/>
            <a:ext cx="296863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64D6E"/>
                </a:solidFill>
              </a14:hiddenFill>
            </a:ext>
          </a:extLst>
        </p:spPr>
        <p:txBody>
          <a:bodyPr vert="horz" wrap="none" lIns="25400" tIns="0" rIns="25400" bIns="0" numCol="1" anchor="ctr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A65D5A03-4395-4A70-AC8E-4E33A19AE52B}" type="datetime'''''''''''''''''''''''''1,''''''''''''''''''''''''''8'">
              <a:rPr lang="en-US" altLang="en-US" sz="1400" kern="0" smtClean="0">
                <a:solidFill>
                  <a:schemeClr val="bg1"/>
                </a:solidFill>
                <a:cs typeface="+mn-cs"/>
              </a:rPr>
              <a:pPr marL="0" lvl="0" indent="0" algn="ctr">
                <a:spcBef>
                  <a:spcPct val="0"/>
                </a:spcBef>
                <a:buNone/>
              </a:pPr>
              <a:t>1,8</a:t>
            </a:fld>
            <a:endParaRPr lang="en-US" sz="1400" kern="0" dirty="0">
              <a:solidFill>
                <a:schemeClr val="bg1"/>
              </a:solidFill>
              <a:cs typeface="+mn-cs"/>
            </a:endParaRPr>
          </a:p>
        </p:txBody>
      </p:sp>
      <p:sp>
        <p:nvSpPr>
          <p:cNvPr id="68" name="Metin kutusu 75">
            <a:extLst>
              <a:ext uri="{FF2B5EF4-FFF2-40B4-BE49-F238E27FC236}">
                <a16:creationId xmlns:a16="http://schemas.microsoft.com/office/drawing/2014/main" id="{5F4E29BB-D6A4-DBFE-AAEF-95AB499DA506}"/>
              </a:ext>
            </a:extLst>
          </p:cNvPr>
          <p:cNvSpPr txBox="1"/>
          <p:nvPr/>
        </p:nvSpPr>
        <p:spPr>
          <a:xfrm>
            <a:off x="13493" y="6580188"/>
            <a:ext cx="1219200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100" dirty="0">
                <a:latin typeface="+mj-lt"/>
                <a:ea typeface="Tahoma" panose="020B0604030504040204" pitchFamily="34" charset="0"/>
                <a:cs typeface="Tahoma" panose="020B0604030504040204" pitchFamily="34" charset="0"/>
              </a:rPr>
              <a:t>Kaynak: Google, TEPAV hesaplamaları</a:t>
            </a:r>
          </a:p>
        </p:txBody>
      </p:sp>
    </p:spTree>
    <p:extLst>
      <p:ext uri="{BB962C8B-B14F-4D97-AF65-F5344CB8AC3E}">
        <p14:creationId xmlns:p14="http://schemas.microsoft.com/office/powerpoint/2010/main" val="189782879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8224&quot;&gt;&lt;version val=&quot;35780&quot;/&gt;&lt;CPresentation id=&quot;1&quot;&gt;&lt;m_precDefaultNumber&gt;&lt;m_bNumberIsYear val=&quot;1&quot;/&gt;&lt;m_chMinusSymbol&gt;-&lt;/m_chMinusSymbol&gt;&lt;m_chDecimalSymbol17909&gt;,&lt;/m_chDecimalSymbol17909&gt;&lt;m_nGroupingDigits17909 val=&quot;3&quot;/&gt;&lt;m_chGroupingSymbol17909&gt;.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1&quot;/&gt;&lt;m_chDecimalSymbol17909&gt;,&lt;/m_chDecimalSymbol17909&gt;&lt;m_nGroupingDigits17909 val=&quot;3&quot;/&gt;&lt;m_chGroupingSymbol17909&gt;.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#m/%#d/%Y&lt;/m_strFormatTime&gt;&lt;m_yearfmt&gt;&lt;begin val=&quot;0&quot;/&gt;&lt;end val=&quot;0&quot;/&gt;&lt;/m_yearfmt&gt;&lt;/m_precDefaultDate&gt;&lt;m_precDefaultDay&gt;&lt;m_yearfmt&gt;&lt;begin val=&quot;0&quot;/&gt;&lt;end val=&quot;4&quot;/&gt;&lt;/m_yearfmt&gt;&lt;/m_precDefaultDay&gt;&lt;m_precDefaultWeek&gt;&lt;m_yearfmt&gt;&lt;begin val=&quot;0&quot;/&gt;&lt;end val=&quot;4&quot;/&gt;&lt;/m_yearfmt&gt;&lt;/m_precDefaultWeek&gt;&lt;m_precDefaultMonth&gt;&lt;m_bNumberIsYear val=&quot;0&quot;/&gt;&lt;m_strFormatTime&gt;%m/%y&lt;/m_strFormatTime&gt;&lt;m_yearfmt&gt;&lt;begin val=&quot;4&quot;/&gt;&lt;end val=&quot;4&quot;/&gt;&lt;/m_yearfmt&gt;&lt;/m_precDefaultMonth&gt;&lt;m_precDefaultQuarter&gt;&lt;m_yearfmt&gt;&lt;begin val=&quot;0&quot;/&gt;&lt;end val=&quot;4&quot;/&gt;&lt;/m_yearfmt&gt;&lt;/m_precDefaultQuarter&gt;&lt;m_precDefaultYear&gt;&lt;m_yearfmt&gt;&lt;begin val=&quot;0&quot;/&gt;&lt;end val=&quot;4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3&quot;&gt;&lt;elem m_fUsage=&quot;6.12579511000000032084E+00&quot;&gt;&lt;m_msothmcolidx val=&quot;0&quot;/&gt;&lt;m_rgb r=&quot;A8&quot; g=&quot;00&quot; b=&quot;00&quot;/&gt;&lt;/elem&gt;&lt;elem m_fUsage=&quot;3.87420489000000145552E-01&quot;&gt;&lt;m_msothmcolidx val=&quot;0&quot;/&gt;&lt;m_rgb r=&quot;FF&quot; g=&quot;AA&quot; b=&quot;00&quot;/&gt;&lt;/elem&gt;&lt;elem m_fUsage=&quot;3.48678440100000153201E-01&quot;&gt;&lt;m_msothmcolidx val=&quot;0&quot;/&gt;&lt;m_rgb r=&quot;D7&quot; g=&quot;30&quot; b=&quot;27&quot;/&gt;&lt;/elem&gt;&lt;/m_vecMRU&gt;&lt;/m_mruColor&gt;&lt;m_eweekdayFirstOfWeek val=&quot;2&quot;/&gt;&lt;m_eweekdayFirstOfWorkweek val=&quot;2&quot;/&gt;&lt;m_eweekdayFirstOfWeekend val=&quot;7&quot;/&gt;&lt;/CPresentation&gt;&lt;/roo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GNb8fbTSsOEICRV1E_0rg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1fWyv45omw6a_wMXvO.lg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ShObbbi8bHXfcleIsLV0w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PnPy9zTguVPa7MumnBkYA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5ZuGJx8hb7Soj_zGcB3ow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m8VVr1KFPS3_BMfQ_ihCg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Cbn2Dv8XWXh_p30P_qfEg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rT.wcNwpx.V7McqfMkTnA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Sq2v6cOlupIJRWRdWVNrQ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gDB7GU4yiRnuXqASCQzwA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f.IfT4bmDm3PYgdSUpgAQ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EY1GXH0vyur.n38YWc_Rg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W8ZsioQ20uD4wv0HLLMHQ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Vxzw9uPXYrsCHCpn_nnWQ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Jh1A2MLPpWWKMnmWcSZhw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qdETDbrz3esBZ20LryIoA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EpafokBnB48jfkG3Y6tMA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LW2_bOdEORXYq0zp3WBjQ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k4R1R7QdNWNrG7ciRoA1Q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ZZXFznbUU7p483IYzbgAg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LfL5QLgCR6.JkbA0w5cqw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FpPtyEE.0hqaOxK4FZASA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Xw7PGy7xcZJ4BZCOrgT7A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Jvwby.Wd3zg.q7FAXXA0w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vR.igAZSt.BxwpR9BKk7g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z8sFFjBG2aB.rPQJhT4Jw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jvIFzj62vlm1oy1HnIO3g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aaH7Dsr.5uopD6k70NG4Q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93mBh65LkpmbcoK.6x6Hw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ayBJjkoo4_oSh55Dv4Lxw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S6IZlxQZac7Ko8SVRgWOQ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9nw3mxJWAZAXfQVsuIZzQ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SKOuJHo1rmCBtk2PFyUbA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.C9Jb8uOyK2lnJ7_Yv_EA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Uu8TOAb38mfj8R27itsWw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zPxdEJMFEZg6IRTC6nzLw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C0lmmpQYKHc_TBpiLIGNQ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.AaGUYHV4Tm0qKwgzOOjQ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G_VWSZrSiAuy3hDljPPeQ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ezKz09bfnmYEKadnrNnyg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OLyuMEQSCJb5dUTFFDJ2Q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xyVTDffkkgcMHjoD9dqmQ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_xhQVDAEhcSJFZ8zhJ9TQ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lcca_xeUMZfRDa45MiPQQ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UNcs02mhXHmfg8zVCNSQg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.jJgVzdJv4YyiJS5RwEtQ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alhjqDAjwQqSu07lG6Arg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Lf28nOo._nP.pdbJm4juw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72xpk6uGYiFrGY8CfxxEA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8cntzKsw9cXYtmY4B3Qkw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dZ7e1.mpSatNUy0oQBFew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CX0T86MFXH79zmYbKg3MA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UahdX0kzn9UOHJhFNkINA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9K3pgELQEBdB2_vGEd4ag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xiBPzxE3cmCFk5QFXGueg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L90yDcIlueXKpmpeXZ5gQ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MoUq1HHyXmStN5dAKBPNQ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lh72vxW3MswyWJ5TqmPxg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nNbNcNnKMG01qVO1hpMOA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e2BKTruz_wCViIvPsYktg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fB.ih_0VYjTcQTlRZQnYA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e70_yzrFfCkxbp3QI3HKA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mpkKANk4c6fa2pTPoCBLA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.Fhme1KHaWrwwFeoQgt6g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SCSAeEchKibNxBINGvY5A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yAx5DoR2PjC5AN3QGZUig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2xEannNZl0FefAh6nHMKA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j8YnFVjpfi0FhN0KUh35g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TIerO3fxDxekvtc6rl_WQ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xMRlzBFU222gbRA2m_7uw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UlFUsf8NXLVInjkoGU7Dw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04gHkexxYlCpKoUKVeWgA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yDrR3S_Rlcu2aW0jKIOvA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QngG990u1dwheFOQqDOBA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Dxh9vJqaenGO3aF26yLXg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xn1jD8IxW0q0U2WRF_MPg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oVR9DENxV8Jnnhbx3kfkg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Y9rBwPtQQFTblywV5j.kQ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8k8y.0iHQuT1NM8xzT0pw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Rl7JKQH675aI93KVb28WA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SVYSO7VobhwXj2UXQaQ1A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eq0Q4mTZ2tRjTfzBWf17g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HD.WVubdaSXq7stvVczOw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lxHLJBH04LR4htE1MV2Hw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pde59hlhTUe93VgCmJ0xQ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IcuGdmHy605t1yY3KnEVQ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3QfjdJ7xKvFvakPLUCNZg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XhNNlOkg422fFo9huvr4g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yjdhgudTPsLnQKaJLm5Mw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ntdyV84VmjoVbuvavsYwA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ZxxyPkREWwpK7FsdlGmtw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Lbo4yIi6dPjUYLVD1qYYw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DifXGh91ZGDGZZpgUBqYw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4es.hSD0uKmMrjwfJJt2g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tBWX4Mp.Ley7MTRhm.vMA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KzgW.CNHsdTzEBlQ6lN1Q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tb6tK9tzNcwHDMMLG4gQQ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v5jseEPCsx0nMs.uLz3Ww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9kRLlVxMdsjc.ZWCMNMYQ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ruri0wxcoXN6w.c5VOT8w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whZgymsPd8.228wOZbpgQ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AQACo0DS1jlniWXwGGvQw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vhyAOTQaP5_IH6nIUGRFg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Rl7JKQH675aI93KVb28WA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DR8RwRY2jHBjiFn2Bsh9g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lxHLJBH04LR4htE1MV2Hw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pde59hlhTUe93VgCmJ0xQ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IcuGdmHy605t1yY3KnEVQ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3QfjdJ7xKvFvakPLUCNZg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XhNNlOkg422fFo9huvr4g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yjdhgudTPsLnQKaJLm5Mw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ntdyV84VmjoVbuvavsYwA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ZxxyPkREWwpK7FsdlGmtw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Lbo4yIi6dPjUYLVD1qYYw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9mRamaCx8GBMblRmf9W.A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u6aMHclYh2z5vT3b1eEnQ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H.XN2.O2wpny5ipQpkyOw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xPiWZgcDw_CoJiNWZVj5Q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o1kloWVkEkFsfhezOll9Q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syV8Py0qrNLzFbAF5bANg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0fWrAOfu8WESofiInjGGA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ytJWqou1I0OyGXR7NAwpw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AGzv4iIx9SelLbf2oLkzQ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OLyuMEQSCJb5dUTFFDJ2Q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h6qSIEhQPMS12U1ttFJ3w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UcSTqak6KtqxZ3ahfNk9w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WaZ8Oo376GjY7BQF_w2PQ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QaFLA.tBI34L266I5ubTA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gUdNlc.Qk_fvDAnvK6aCg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xyVTDffkkgcMHjoD9dqmQ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.jJgVzdJv4YyiJS5RwEtQ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alhjqDAjwQqSu07lG6Arg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Lf28nOo._nP.pdbJm4juw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72xpk6uGYiFrGY8CfxxEA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dZ7e1.mpSatNUy0oQBFew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CX0T86MFXH79zmYbKg3MA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FzmNzLqLiEhOlJm5AMrag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H6F475ooj0uZWa9gfE_9w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kkPJa90ev6Uy75ufp2fKA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e70_yzrFfCkxbp3QI3HKA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mpkKANk4c6fa2pTPoCBLA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8WJB4SFg3FHzAA2Oo7Z8w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GxwATox0C5QM88C8iRL0A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U1V4W0mgWw5dhshCaZ0ZQ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MoUq1HHyXmStN5dAKBPNQ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lh72vxW3MswyWJ5TqmPxg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nNbNcNnKMG01qVO1hpMOA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e2BKTruz_wCViIvPsYktg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LDlvOXUj07PFwmEBgjMVQ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W1eJG3E8xgdobZKiXBDSA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QlL.q1FNYn_aEwGnotyQQ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QEaOXQnIHc5eICr2UVNdQ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klPZ_q7voYxYjGZN1ynZQ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QMoCZ1OoLDtaSTZIp1Y6A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7kuRcIODAuWlFO67ZO0Aw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T3HPyNmrcbMca9iEwMqzg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IXImobMW.YeO3C__KpjcA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v2YEpu2.SRtah9K35roSw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xzhWoNckqPcAT2pnIqc1g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90NuRH9dG2DfxF.e1tRjA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vd7TEH_L6.3dzoby95tfA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.mb.2xgeLX98T6bn1QQTw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PprcDZCDivrVQHhRigBkA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9st.wJ0VL2Fh777D6mpqw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aRk5T7B5PmJsH6gQ4ROCw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b_rxrnsgnxwSos8ITXTUQ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fNF27nStYCI0k7wj_6iRQ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.EUlj.0gQgKpw1esT4Tqw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Jhuup85gGCetF8__pmndw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PheQWSd9YjJw14nbInVIw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O7.VSspD6vLvrFnTqjDPA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24OtqVH68T7w8WV1iAIeA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6qVwWHcYt.bzpWj.67VGg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1khOXIwWC3tB_V_vk_81w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rh3_zJrndC4oMQVhqSK7g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iaGjiL9mYizriV_HdwOAw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jR_iYT5hCIn00KK1BZ48g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f1PatahMbCEwK8bsakYFA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TV5G4Yaa4Ro83z3ggVk1g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3ghMM6wNbqbt5Hphb7m0g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gCda45oLli9KSzRMF_IWQ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T5EENnQPY1nzRneXlvU_w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TGdDWjy___VRaGQ3Yzb6w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qJ1l3dZSnFUGQn6fOoYEw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cHTuQQTOmWsvsnJd52kbg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rh3_zJrndC4oMQVhqSK7g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3ghMM6wNbqbt5Hphb7m0g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iaGjiL9mYizriV_HdwOAw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q6m.tA9ihh2N9_NvHx4zw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4kv0pHR2JxmH3O9vyaeEw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pLJzlhCWT8G5F.jokWVRw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jR_iYT5hCIn00KK1BZ48g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gCda45oLli9KSzRMF_IWQ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f1PatahMbCEwK8bsakYFA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TV5G4Yaa4Ro83z3ggVk1g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QWiTfbXNrTVPDKeOhCB1Q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rh3_zJrndC4oMQVhqSK7g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3ghMM6wNbqbt5Hphb7m0g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iaGjiL9mYizriV_HdwOAw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q6m.tA9ihh2N9_NvHx4zw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4kv0pHR2JxmH3O9vyaeEw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pLJzlhCWT8G5F.jokWVRw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jR_iYT5hCIn00KK1BZ48g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gCda45oLli9KSzRMF_IWQ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f1PatahMbCEwK8bsakYFA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TV5G4Yaa4Ro83z3ggVk1g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QWiTfbXNrTVPDKeOhCB1Q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rh3_zJrndC4oMQVhqSK7g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oGUhCN92l8wVCdJc7zitQ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YdYGAXe0P10toE9mGJuOQ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TZ0Jn5AHrklS2za_iOViQ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3ghMM6wNbqbt5Hphb7m0g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iaGjiL9mYizriV_HdwOAw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q6m.tA9ihh2N9_NvHx4zw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4kv0pHR2JxmH3O9vyaeEw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pLJzlhCWT8G5F.jokWVRw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jR_iYT5hCIn00KK1BZ48g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gCda45oLli9KSzRMF_IWQ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f1PatahMbCEwK8bsakYFA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QWiTfbXNrTVPDKeOhCB1Q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TV5G4Yaa4Ro83z3ggVk1g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1yyc7EU3DU8l2vstrJezA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zsOvYFj0_uX1ffPa_X1ZQ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l1wY1Ulfa.sfNmPDSV4QA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WyiK08CDUR342Hoj6luJQ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NvBr_iwgNvZm92ZG6RPbQ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jEuQXxae_Toa898UJDXgA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JWz0GC_2dFZV2E498weNA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f5cMW7XyJHi3hqXDfAKyA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ahFyxde2X2nJpBJOBE3ZQ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CfTwBSFuA1XwbMy5TbN4Q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mzAWSuaJAMB2uZEdzWXBA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HWjPHNc68v7_pn1YeQ3Ng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13rZsGkXEZtuFoxoM9Og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eh3Im.uOjmXN1MgWkwRYg"/>
</p:tagLst>
</file>

<file path=ppt/theme/theme1.xml><?xml version="1.0" encoding="utf-8"?>
<a:theme xmlns:a="http://schemas.openxmlformats.org/drawingml/2006/main" name="Tema1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Tahoma"/>
        <a:ea typeface=""/>
        <a:cs typeface="Arial"/>
      </a:majorFont>
      <a:minorFont>
        <a:latin typeface="Tahoma"/>
        <a:ea typeface=""/>
        <a:cs typeface="Arial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Tema1" id="{C423D006-8706-49DA-85E2-0A88BBF08510}" vid="{F05A5665-449A-4008-8493-20358EC9E08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C84B367C-31FD-E44B-8E6F-1FB7FDC30EBC}">
  <we:reference id="a3b40b4f-8edf-490e-9df1-7e66f93912bf" version="1.2.0.0" store="EXCatalog" storeType="EXCatalog"/>
  <we:alternateReferences>
    <we:reference id="WA104380526" version="1.2.0.0" store="tr-TR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1302</TotalTime>
  <Words>658</Words>
  <Application>Microsoft Office PowerPoint</Application>
  <PresentationFormat>Geniş ekran</PresentationFormat>
  <Paragraphs>291</Paragraphs>
  <Slides>15</Slides>
  <Notes>1</Notes>
  <HiddenSlides>0</HiddenSlides>
  <MMClips>0</MMClips>
  <ScaleCrop>false</ScaleCrop>
  <HeadingPairs>
    <vt:vector size="8" baseType="variant">
      <vt:variant>
        <vt:lpstr>Kullanılan Yazı Tipleri</vt:lpstr>
      </vt:variant>
      <vt:variant>
        <vt:i4>5</vt:i4>
      </vt:variant>
      <vt:variant>
        <vt:lpstr>Tema</vt:lpstr>
      </vt:variant>
      <vt:variant>
        <vt:i4>1</vt:i4>
      </vt:variant>
      <vt:variant>
        <vt:lpstr>Eklenmiş OLE Hizmet Programları</vt:lpstr>
      </vt:variant>
      <vt:variant>
        <vt:i4>1</vt:i4>
      </vt:variant>
      <vt:variant>
        <vt:lpstr>Slayt Başlıkları</vt:lpstr>
      </vt:variant>
      <vt:variant>
        <vt:i4>15</vt:i4>
      </vt:variant>
    </vt:vector>
  </HeadingPairs>
  <TitlesOfParts>
    <vt:vector size="22" baseType="lpstr">
      <vt:lpstr>Aptos</vt:lpstr>
      <vt:lpstr>Arial</vt:lpstr>
      <vt:lpstr>Calibri</vt:lpstr>
      <vt:lpstr>Tahoma</vt:lpstr>
      <vt:lpstr>Wingdings</vt:lpstr>
      <vt:lpstr>Tema1</vt:lpstr>
      <vt:lpstr>think-cell Slide</vt:lpstr>
      <vt:lpstr>PowerPoint Sunusu</vt:lpstr>
      <vt:lpstr>Framework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Sunusu</dc:title>
  <dc:creator>Şükrü Demirci</dc:creator>
  <cp:lastModifiedBy>A. İsmet AŞCI</cp:lastModifiedBy>
  <cp:revision>36</cp:revision>
  <dcterms:created xsi:type="dcterms:W3CDTF">2025-05-22T12:53:20Z</dcterms:created>
  <dcterms:modified xsi:type="dcterms:W3CDTF">2025-09-24T23:44:26Z</dcterms:modified>
</cp:coreProperties>
</file>