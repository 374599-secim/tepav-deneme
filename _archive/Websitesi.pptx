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rts/chart2.xml" ContentType="application/vnd.openxmlformats-officedocument.drawingml.chart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charts/chart7.xml" ContentType="application/vnd.openxmlformats-officedocument.drawingml.chart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charts/chart8.xml" ContentType="application/vnd.openxmlformats-officedocument.drawingml.chart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1602" r:id="rId2"/>
    <p:sldId id="2134806537" r:id="rId3"/>
    <p:sldId id="2134806540" r:id="rId4"/>
    <p:sldId id="2134806543" r:id="rId5"/>
    <p:sldId id="2134806546" r:id="rId6"/>
    <p:sldId id="2134806548" r:id="rId7"/>
    <p:sldId id="2134806547" r:id="rId8"/>
    <p:sldId id="2134806551" r:id="rId9"/>
    <p:sldId id="2134806552" r:id="rId10"/>
    <p:sldId id="2134806549" r:id="rId11"/>
    <p:sldId id="2134806544" r:id="rId12"/>
    <p:sldId id="2134806538" r:id="rId13"/>
    <p:sldId id="2134806539" r:id="rId14"/>
    <p:sldId id="2134806541" r:id="rId15"/>
    <p:sldId id="2134806542" r:id="rId16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0154"/>
    <a:srgbClr val="FDE725"/>
    <a:srgbClr val="35B779"/>
    <a:srgbClr val="31688E"/>
    <a:srgbClr val="A5A5A5"/>
    <a:srgbClr val="1F318D"/>
    <a:srgbClr val="002060"/>
    <a:srgbClr val="01033F"/>
    <a:srgbClr val="030551"/>
    <a:srgbClr val="030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3606" autoAdjust="0"/>
  </p:normalViewPr>
  <p:slideViewPr>
    <p:cSldViewPr snapToGrid="0">
      <p:cViewPr>
        <p:scale>
          <a:sx n="68" d="100"/>
          <a:sy n="68" d="100"/>
        </p:scale>
        <p:origin x="1044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761014686248333E-2"/>
          <c:y val="6.3106796116504854E-2"/>
          <c:w val="0.8667556742323097"/>
          <c:h val="0.87378640776699024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364D6E"/>
              </a:solidFill>
              <a:prstDash val="dash"/>
            </a:ln>
          </c:spPr>
          <c:marker>
            <c:symbol val="none"/>
          </c:marker>
          <c:xVal>
            <c:numRef>
              <c:f>Sheet1!$A$1:$LZ$1</c:f>
              <c:numCache>
                <c:formatCode>General</c:formatCode>
                <c:ptCount val="338"/>
                <c:pt idx="0">
                  <c:v>20018</c:v>
                </c:pt>
                <c:pt idx="1">
                  <c:v>20019</c:v>
                </c:pt>
                <c:pt idx="2">
                  <c:v>20020</c:v>
                </c:pt>
                <c:pt idx="3">
                  <c:v>20021</c:v>
                </c:pt>
                <c:pt idx="4">
                  <c:v>20022</c:v>
                </c:pt>
                <c:pt idx="5">
                  <c:v>20023</c:v>
                </c:pt>
                <c:pt idx="6">
                  <c:v>20024</c:v>
                </c:pt>
                <c:pt idx="7">
                  <c:v>20025</c:v>
                </c:pt>
                <c:pt idx="8">
                  <c:v>20026</c:v>
                </c:pt>
                <c:pt idx="9">
                  <c:v>20027</c:v>
                </c:pt>
                <c:pt idx="10">
                  <c:v>20028</c:v>
                </c:pt>
                <c:pt idx="11">
                  <c:v>20029</c:v>
                </c:pt>
                <c:pt idx="12">
                  <c:v>20030</c:v>
                </c:pt>
                <c:pt idx="13">
                  <c:v>20031</c:v>
                </c:pt>
                <c:pt idx="14">
                  <c:v>20032</c:v>
                </c:pt>
                <c:pt idx="15">
                  <c:v>20033</c:v>
                </c:pt>
                <c:pt idx="16">
                  <c:v>20034</c:v>
                </c:pt>
                <c:pt idx="17">
                  <c:v>20035</c:v>
                </c:pt>
                <c:pt idx="18">
                  <c:v>20036</c:v>
                </c:pt>
                <c:pt idx="19">
                  <c:v>20037</c:v>
                </c:pt>
                <c:pt idx="20">
                  <c:v>20038</c:v>
                </c:pt>
                <c:pt idx="21">
                  <c:v>20039</c:v>
                </c:pt>
                <c:pt idx="22">
                  <c:v>20040</c:v>
                </c:pt>
                <c:pt idx="23">
                  <c:v>20041</c:v>
                </c:pt>
                <c:pt idx="24">
                  <c:v>20042</c:v>
                </c:pt>
                <c:pt idx="25">
                  <c:v>20043</c:v>
                </c:pt>
                <c:pt idx="26">
                  <c:v>20044</c:v>
                </c:pt>
                <c:pt idx="27">
                  <c:v>20045</c:v>
                </c:pt>
                <c:pt idx="28">
                  <c:v>20046</c:v>
                </c:pt>
                <c:pt idx="29">
                  <c:v>20047</c:v>
                </c:pt>
                <c:pt idx="30">
                  <c:v>20048</c:v>
                </c:pt>
                <c:pt idx="31">
                  <c:v>20049</c:v>
                </c:pt>
                <c:pt idx="32">
                  <c:v>20050</c:v>
                </c:pt>
                <c:pt idx="33">
                  <c:v>20051</c:v>
                </c:pt>
                <c:pt idx="34">
                  <c:v>20052</c:v>
                </c:pt>
                <c:pt idx="35">
                  <c:v>20053</c:v>
                </c:pt>
                <c:pt idx="36">
                  <c:v>20054</c:v>
                </c:pt>
                <c:pt idx="37">
                  <c:v>20055</c:v>
                </c:pt>
                <c:pt idx="38">
                  <c:v>20056</c:v>
                </c:pt>
                <c:pt idx="39">
                  <c:v>20057</c:v>
                </c:pt>
                <c:pt idx="40">
                  <c:v>20058</c:v>
                </c:pt>
                <c:pt idx="41">
                  <c:v>20059</c:v>
                </c:pt>
                <c:pt idx="42">
                  <c:v>20060</c:v>
                </c:pt>
                <c:pt idx="43">
                  <c:v>20061</c:v>
                </c:pt>
                <c:pt idx="44">
                  <c:v>20062</c:v>
                </c:pt>
                <c:pt idx="45">
                  <c:v>20063</c:v>
                </c:pt>
                <c:pt idx="46">
                  <c:v>20064</c:v>
                </c:pt>
                <c:pt idx="47">
                  <c:v>20065</c:v>
                </c:pt>
                <c:pt idx="48">
                  <c:v>20066</c:v>
                </c:pt>
                <c:pt idx="49">
                  <c:v>20067</c:v>
                </c:pt>
                <c:pt idx="50">
                  <c:v>20068</c:v>
                </c:pt>
                <c:pt idx="51">
                  <c:v>20069</c:v>
                </c:pt>
                <c:pt idx="52">
                  <c:v>20070</c:v>
                </c:pt>
                <c:pt idx="53">
                  <c:v>20071</c:v>
                </c:pt>
                <c:pt idx="54">
                  <c:v>20072</c:v>
                </c:pt>
                <c:pt idx="55">
                  <c:v>20073</c:v>
                </c:pt>
                <c:pt idx="56">
                  <c:v>20074</c:v>
                </c:pt>
                <c:pt idx="57">
                  <c:v>20075</c:v>
                </c:pt>
                <c:pt idx="58">
                  <c:v>20076</c:v>
                </c:pt>
                <c:pt idx="59">
                  <c:v>20077</c:v>
                </c:pt>
                <c:pt idx="60">
                  <c:v>20078</c:v>
                </c:pt>
                <c:pt idx="61">
                  <c:v>20079</c:v>
                </c:pt>
                <c:pt idx="62">
                  <c:v>20080</c:v>
                </c:pt>
                <c:pt idx="63">
                  <c:v>20081</c:v>
                </c:pt>
                <c:pt idx="64">
                  <c:v>20082</c:v>
                </c:pt>
                <c:pt idx="65">
                  <c:v>20083</c:v>
                </c:pt>
                <c:pt idx="66">
                  <c:v>20084</c:v>
                </c:pt>
                <c:pt idx="67">
                  <c:v>20085</c:v>
                </c:pt>
                <c:pt idx="68">
                  <c:v>20086</c:v>
                </c:pt>
                <c:pt idx="69">
                  <c:v>20087</c:v>
                </c:pt>
                <c:pt idx="70">
                  <c:v>20088</c:v>
                </c:pt>
                <c:pt idx="71">
                  <c:v>20089</c:v>
                </c:pt>
                <c:pt idx="72">
                  <c:v>20090</c:v>
                </c:pt>
                <c:pt idx="73">
                  <c:v>20091</c:v>
                </c:pt>
                <c:pt idx="74">
                  <c:v>20092</c:v>
                </c:pt>
                <c:pt idx="75">
                  <c:v>20093</c:v>
                </c:pt>
                <c:pt idx="76">
                  <c:v>20094</c:v>
                </c:pt>
                <c:pt idx="77">
                  <c:v>20095</c:v>
                </c:pt>
                <c:pt idx="78">
                  <c:v>20096</c:v>
                </c:pt>
                <c:pt idx="79">
                  <c:v>20097</c:v>
                </c:pt>
                <c:pt idx="80">
                  <c:v>20098</c:v>
                </c:pt>
                <c:pt idx="81">
                  <c:v>20099</c:v>
                </c:pt>
                <c:pt idx="82">
                  <c:v>20100</c:v>
                </c:pt>
                <c:pt idx="83">
                  <c:v>20101</c:v>
                </c:pt>
                <c:pt idx="84">
                  <c:v>20102</c:v>
                </c:pt>
                <c:pt idx="85">
                  <c:v>20103</c:v>
                </c:pt>
                <c:pt idx="86">
                  <c:v>20104</c:v>
                </c:pt>
                <c:pt idx="87">
                  <c:v>20105</c:v>
                </c:pt>
                <c:pt idx="88">
                  <c:v>20106</c:v>
                </c:pt>
                <c:pt idx="89">
                  <c:v>20107</c:v>
                </c:pt>
                <c:pt idx="90">
                  <c:v>20108</c:v>
                </c:pt>
                <c:pt idx="91">
                  <c:v>20109</c:v>
                </c:pt>
                <c:pt idx="92">
                  <c:v>20110</c:v>
                </c:pt>
                <c:pt idx="93">
                  <c:v>20111</c:v>
                </c:pt>
                <c:pt idx="94">
                  <c:v>20112</c:v>
                </c:pt>
                <c:pt idx="95">
                  <c:v>20113</c:v>
                </c:pt>
                <c:pt idx="96">
                  <c:v>20114</c:v>
                </c:pt>
                <c:pt idx="97">
                  <c:v>20115</c:v>
                </c:pt>
                <c:pt idx="98">
                  <c:v>20116</c:v>
                </c:pt>
                <c:pt idx="99">
                  <c:v>20117</c:v>
                </c:pt>
                <c:pt idx="100">
                  <c:v>20118</c:v>
                </c:pt>
                <c:pt idx="101">
                  <c:v>20119</c:v>
                </c:pt>
                <c:pt idx="102">
                  <c:v>20120</c:v>
                </c:pt>
                <c:pt idx="103">
                  <c:v>20121</c:v>
                </c:pt>
                <c:pt idx="104">
                  <c:v>20122</c:v>
                </c:pt>
                <c:pt idx="105">
                  <c:v>20123</c:v>
                </c:pt>
                <c:pt idx="106">
                  <c:v>20124</c:v>
                </c:pt>
                <c:pt idx="107">
                  <c:v>20125</c:v>
                </c:pt>
                <c:pt idx="108">
                  <c:v>20126</c:v>
                </c:pt>
                <c:pt idx="109">
                  <c:v>20127</c:v>
                </c:pt>
                <c:pt idx="110">
                  <c:v>20128</c:v>
                </c:pt>
                <c:pt idx="111">
                  <c:v>20129</c:v>
                </c:pt>
                <c:pt idx="112">
                  <c:v>20130</c:v>
                </c:pt>
                <c:pt idx="113">
                  <c:v>20131</c:v>
                </c:pt>
                <c:pt idx="114">
                  <c:v>20132</c:v>
                </c:pt>
                <c:pt idx="115">
                  <c:v>20133</c:v>
                </c:pt>
                <c:pt idx="116">
                  <c:v>20134</c:v>
                </c:pt>
                <c:pt idx="117">
                  <c:v>20135</c:v>
                </c:pt>
                <c:pt idx="118">
                  <c:v>20136</c:v>
                </c:pt>
                <c:pt idx="119">
                  <c:v>20137</c:v>
                </c:pt>
                <c:pt idx="120">
                  <c:v>20138</c:v>
                </c:pt>
                <c:pt idx="121">
                  <c:v>20139</c:v>
                </c:pt>
                <c:pt idx="122">
                  <c:v>20140</c:v>
                </c:pt>
                <c:pt idx="123">
                  <c:v>20141</c:v>
                </c:pt>
                <c:pt idx="124">
                  <c:v>20142</c:v>
                </c:pt>
                <c:pt idx="125">
                  <c:v>20143</c:v>
                </c:pt>
                <c:pt idx="126">
                  <c:v>20144</c:v>
                </c:pt>
                <c:pt idx="127">
                  <c:v>20145</c:v>
                </c:pt>
                <c:pt idx="128">
                  <c:v>20146</c:v>
                </c:pt>
                <c:pt idx="129">
                  <c:v>20147</c:v>
                </c:pt>
                <c:pt idx="130">
                  <c:v>20148</c:v>
                </c:pt>
                <c:pt idx="131">
                  <c:v>20149</c:v>
                </c:pt>
                <c:pt idx="132">
                  <c:v>20150</c:v>
                </c:pt>
                <c:pt idx="133">
                  <c:v>20151</c:v>
                </c:pt>
                <c:pt idx="134">
                  <c:v>20152</c:v>
                </c:pt>
                <c:pt idx="135">
                  <c:v>20153</c:v>
                </c:pt>
                <c:pt idx="136">
                  <c:v>20154</c:v>
                </c:pt>
                <c:pt idx="137">
                  <c:v>20155</c:v>
                </c:pt>
                <c:pt idx="138">
                  <c:v>20156</c:v>
                </c:pt>
                <c:pt idx="139">
                  <c:v>20157</c:v>
                </c:pt>
                <c:pt idx="140">
                  <c:v>20158</c:v>
                </c:pt>
                <c:pt idx="141">
                  <c:v>20159</c:v>
                </c:pt>
                <c:pt idx="142">
                  <c:v>20160</c:v>
                </c:pt>
                <c:pt idx="143">
                  <c:v>20161</c:v>
                </c:pt>
                <c:pt idx="144">
                  <c:v>20162</c:v>
                </c:pt>
                <c:pt idx="145">
                  <c:v>20163</c:v>
                </c:pt>
                <c:pt idx="146">
                  <c:v>20164</c:v>
                </c:pt>
                <c:pt idx="147">
                  <c:v>20165</c:v>
                </c:pt>
                <c:pt idx="148">
                  <c:v>20166</c:v>
                </c:pt>
                <c:pt idx="149">
                  <c:v>20167</c:v>
                </c:pt>
                <c:pt idx="150">
                  <c:v>20168</c:v>
                </c:pt>
                <c:pt idx="151">
                  <c:v>20169</c:v>
                </c:pt>
                <c:pt idx="152">
                  <c:v>20170</c:v>
                </c:pt>
                <c:pt idx="153">
                  <c:v>20171</c:v>
                </c:pt>
                <c:pt idx="154">
                  <c:v>20172</c:v>
                </c:pt>
                <c:pt idx="155">
                  <c:v>20173</c:v>
                </c:pt>
                <c:pt idx="156">
                  <c:v>20174</c:v>
                </c:pt>
                <c:pt idx="157">
                  <c:v>20175</c:v>
                </c:pt>
                <c:pt idx="158">
                  <c:v>20176</c:v>
                </c:pt>
                <c:pt idx="159">
                  <c:v>20177</c:v>
                </c:pt>
                <c:pt idx="160">
                  <c:v>20178</c:v>
                </c:pt>
                <c:pt idx="161">
                  <c:v>20179</c:v>
                </c:pt>
                <c:pt idx="162">
                  <c:v>20180</c:v>
                </c:pt>
                <c:pt idx="163">
                  <c:v>20181</c:v>
                </c:pt>
                <c:pt idx="164">
                  <c:v>20182</c:v>
                </c:pt>
                <c:pt idx="165">
                  <c:v>20183</c:v>
                </c:pt>
                <c:pt idx="166">
                  <c:v>20184</c:v>
                </c:pt>
                <c:pt idx="167">
                  <c:v>20185</c:v>
                </c:pt>
                <c:pt idx="168">
                  <c:v>20186</c:v>
                </c:pt>
                <c:pt idx="169">
                  <c:v>20187</c:v>
                </c:pt>
                <c:pt idx="170">
                  <c:v>20188</c:v>
                </c:pt>
                <c:pt idx="171">
                  <c:v>20189</c:v>
                </c:pt>
                <c:pt idx="172">
                  <c:v>20190</c:v>
                </c:pt>
                <c:pt idx="173">
                  <c:v>20191</c:v>
                </c:pt>
                <c:pt idx="174">
                  <c:v>20192</c:v>
                </c:pt>
                <c:pt idx="175">
                  <c:v>20193</c:v>
                </c:pt>
                <c:pt idx="176">
                  <c:v>20194</c:v>
                </c:pt>
                <c:pt idx="177">
                  <c:v>20195</c:v>
                </c:pt>
                <c:pt idx="178">
                  <c:v>20196</c:v>
                </c:pt>
                <c:pt idx="179">
                  <c:v>20197</c:v>
                </c:pt>
                <c:pt idx="180">
                  <c:v>20198</c:v>
                </c:pt>
                <c:pt idx="181">
                  <c:v>20199</c:v>
                </c:pt>
                <c:pt idx="182">
                  <c:v>20200</c:v>
                </c:pt>
                <c:pt idx="183">
                  <c:v>20201</c:v>
                </c:pt>
                <c:pt idx="184">
                  <c:v>20202</c:v>
                </c:pt>
                <c:pt idx="185">
                  <c:v>20203</c:v>
                </c:pt>
                <c:pt idx="186">
                  <c:v>20204</c:v>
                </c:pt>
                <c:pt idx="187">
                  <c:v>20205</c:v>
                </c:pt>
                <c:pt idx="188">
                  <c:v>20206</c:v>
                </c:pt>
                <c:pt idx="189">
                  <c:v>20207</c:v>
                </c:pt>
                <c:pt idx="190">
                  <c:v>20208</c:v>
                </c:pt>
                <c:pt idx="191">
                  <c:v>20209</c:v>
                </c:pt>
                <c:pt idx="192">
                  <c:v>20210</c:v>
                </c:pt>
                <c:pt idx="193">
                  <c:v>20211</c:v>
                </c:pt>
                <c:pt idx="194">
                  <c:v>20212</c:v>
                </c:pt>
                <c:pt idx="195">
                  <c:v>20213</c:v>
                </c:pt>
                <c:pt idx="196">
                  <c:v>20214</c:v>
                </c:pt>
                <c:pt idx="197">
                  <c:v>20215</c:v>
                </c:pt>
                <c:pt idx="198">
                  <c:v>20216</c:v>
                </c:pt>
                <c:pt idx="199">
                  <c:v>20217</c:v>
                </c:pt>
                <c:pt idx="200">
                  <c:v>20218</c:v>
                </c:pt>
                <c:pt idx="201">
                  <c:v>20219</c:v>
                </c:pt>
                <c:pt idx="202">
                  <c:v>20220</c:v>
                </c:pt>
                <c:pt idx="203">
                  <c:v>20221</c:v>
                </c:pt>
                <c:pt idx="204">
                  <c:v>20222</c:v>
                </c:pt>
                <c:pt idx="205">
                  <c:v>20223</c:v>
                </c:pt>
                <c:pt idx="206">
                  <c:v>20224</c:v>
                </c:pt>
                <c:pt idx="207">
                  <c:v>20225</c:v>
                </c:pt>
                <c:pt idx="208">
                  <c:v>20226</c:v>
                </c:pt>
                <c:pt idx="209">
                  <c:v>20227</c:v>
                </c:pt>
                <c:pt idx="210">
                  <c:v>20228</c:v>
                </c:pt>
                <c:pt idx="211">
                  <c:v>20229</c:v>
                </c:pt>
                <c:pt idx="212">
                  <c:v>20230</c:v>
                </c:pt>
                <c:pt idx="213">
                  <c:v>20231</c:v>
                </c:pt>
                <c:pt idx="214">
                  <c:v>20232</c:v>
                </c:pt>
                <c:pt idx="215">
                  <c:v>20233</c:v>
                </c:pt>
                <c:pt idx="216">
                  <c:v>20234</c:v>
                </c:pt>
                <c:pt idx="217">
                  <c:v>20235</c:v>
                </c:pt>
                <c:pt idx="218">
                  <c:v>20236</c:v>
                </c:pt>
                <c:pt idx="219">
                  <c:v>20237</c:v>
                </c:pt>
                <c:pt idx="220">
                  <c:v>20238</c:v>
                </c:pt>
                <c:pt idx="221">
                  <c:v>20239</c:v>
                </c:pt>
                <c:pt idx="222">
                  <c:v>20240</c:v>
                </c:pt>
                <c:pt idx="223">
                  <c:v>20241</c:v>
                </c:pt>
                <c:pt idx="224">
                  <c:v>20242</c:v>
                </c:pt>
                <c:pt idx="225">
                  <c:v>20243</c:v>
                </c:pt>
                <c:pt idx="226">
                  <c:v>20244</c:v>
                </c:pt>
                <c:pt idx="227">
                  <c:v>20245</c:v>
                </c:pt>
                <c:pt idx="228">
                  <c:v>20246</c:v>
                </c:pt>
                <c:pt idx="229">
                  <c:v>20247</c:v>
                </c:pt>
                <c:pt idx="230">
                  <c:v>20248</c:v>
                </c:pt>
                <c:pt idx="231">
                  <c:v>20249</c:v>
                </c:pt>
                <c:pt idx="232">
                  <c:v>20250</c:v>
                </c:pt>
                <c:pt idx="233">
                  <c:v>20251</c:v>
                </c:pt>
                <c:pt idx="234">
                  <c:v>20252</c:v>
                </c:pt>
                <c:pt idx="235">
                  <c:v>20253</c:v>
                </c:pt>
                <c:pt idx="236">
                  <c:v>20254</c:v>
                </c:pt>
                <c:pt idx="237">
                  <c:v>20255</c:v>
                </c:pt>
                <c:pt idx="238">
                  <c:v>20256</c:v>
                </c:pt>
                <c:pt idx="239">
                  <c:v>20257</c:v>
                </c:pt>
                <c:pt idx="240">
                  <c:v>20258</c:v>
                </c:pt>
                <c:pt idx="241">
                  <c:v>20259</c:v>
                </c:pt>
                <c:pt idx="242">
                  <c:v>20260</c:v>
                </c:pt>
                <c:pt idx="243">
                  <c:v>20261</c:v>
                </c:pt>
                <c:pt idx="244">
                  <c:v>20262</c:v>
                </c:pt>
                <c:pt idx="245">
                  <c:v>20263</c:v>
                </c:pt>
                <c:pt idx="246">
                  <c:v>20264</c:v>
                </c:pt>
                <c:pt idx="247">
                  <c:v>20265</c:v>
                </c:pt>
                <c:pt idx="248">
                  <c:v>20266</c:v>
                </c:pt>
                <c:pt idx="249">
                  <c:v>20267</c:v>
                </c:pt>
                <c:pt idx="250">
                  <c:v>20268</c:v>
                </c:pt>
                <c:pt idx="251">
                  <c:v>20269</c:v>
                </c:pt>
                <c:pt idx="252">
                  <c:v>20270</c:v>
                </c:pt>
                <c:pt idx="253">
                  <c:v>20271</c:v>
                </c:pt>
                <c:pt idx="254">
                  <c:v>20272</c:v>
                </c:pt>
                <c:pt idx="255">
                  <c:v>20273</c:v>
                </c:pt>
                <c:pt idx="256">
                  <c:v>20274</c:v>
                </c:pt>
                <c:pt idx="257">
                  <c:v>20275</c:v>
                </c:pt>
                <c:pt idx="258">
                  <c:v>20276</c:v>
                </c:pt>
                <c:pt idx="259">
                  <c:v>20277</c:v>
                </c:pt>
                <c:pt idx="260">
                  <c:v>20278</c:v>
                </c:pt>
                <c:pt idx="261">
                  <c:v>20279</c:v>
                </c:pt>
                <c:pt idx="262">
                  <c:v>20280</c:v>
                </c:pt>
                <c:pt idx="263">
                  <c:v>20281</c:v>
                </c:pt>
                <c:pt idx="264">
                  <c:v>20282</c:v>
                </c:pt>
                <c:pt idx="265">
                  <c:v>20283</c:v>
                </c:pt>
                <c:pt idx="266">
                  <c:v>20284</c:v>
                </c:pt>
                <c:pt idx="267">
                  <c:v>20285</c:v>
                </c:pt>
                <c:pt idx="268">
                  <c:v>20286</c:v>
                </c:pt>
                <c:pt idx="269">
                  <c:v>20287</c:v>
                </c:pt>
                <c:pt idx="270">
                  <c:v>20288</c:v>
                </c:pt>
                <c:pt idx="271">
                  <c:v>20289</c:v>
                </c:pt>
                <c:pt idx="272">
                  <c:v>20290</c:v>
                </c:pt>
                <c:pt idx="273">
                  <c:v>20291</c:v>
                </c:pt>
                <c:pt idx="274">
                  <c:v>20292</c:v>
                </c:pt>
                <c:pt idx="275">
                  <c:v>20293</c:v>
                </c:pt>
                <c:pt idx="276">
                  <c:v>20294</c:v>
                </c:pt>
                <c:pt idx="277">
                  <c:v>20295</c:v>
                </c:pt>
                <c:pt idx="278">
                  <c:v>20296</c:v>
                </c:pt>
                <c:pt idx="279">
                  <c:v>20297</c:v>
                </c:pt>
                <c:pt idx="280">
                  <c:v>20298</c:v>
                </c:pt>
                <c:pt idx="281">
                  <c:v>20299</c:v>
                </c:pt>
                <c:pt idx="282">
                  <c:v>20300</c:v>
                </c:pt>
                <c:pt idx="283">
                  <c:v>20301</c:v>
                </c:pt>
                <c:pt idx="284">
                  <c:v>20302</c:v>
                </c:pt>
                <c:pt idx="285">
                  <c:v>20303</c:v>
                </c:pt>
                <c:pt idx="286">
                  <c:v>20304</c:v>
                </c:pt>
                <c:pt idx="287">
                  <c:v>20305</c:v>
                </c:pt>
                <c:pt idx="288">
                  <c:v>20306</c:v>
                </c:pt>
                <c:pt idx="289">
                  <c:v>20307</c:v>
                </c:pt>
                <c:pt idx="290">
                  <c:v>20308</c:v>
                </c:pt>
                <c:pt idx="291">
                  <c:v>20309</c:v>
                </c:pt>
                <c:pt idx="292">
                  <c:v>20310</c:v>
                </c:pt>
                <c:pt idx="293">
                  <c:v>20311</c:v>
                </c:pt>
                <c:pt idx="294">
                  <c:v>20312</c:v>
                </c:pt>
                <c:pt idx="295">
                  <c:v>20313</c:v>
                </c:pt>
                <c:pt idx="296">
                  <c:v>20314</c:v>
                </c:pt>
                <c:pt idx="297">
                  <c:v>20315</c:v>
                </c:pt>
                <c:pt idx="298">
                  <c:v>20316</c:v>
                </c:pt>
                <c:pt idx="299">
                  <c:v>20317</c:v>
                </c:pt>
                <c:pt idx="300">
                  <c:v>20318</c:v>
                </c:pt>
                <c:pt idx="301">
                  <c:v>20319</c:v>
                </c:pt>
                <c:pt idx="302">
                  <c:v>20320</c:v>
                </c:pt>
                <c:pt idx="303">
                  <c:v>20321</c:v>
                </c:pt>
                <c:pt idx="304">
                  <c:v>20322</c:v>
                </c:pt>
                <c:pt idx="305">
                  <c:v>20323</c:v>
                </c:pt>
                <c:pt idx="306">
                  <c:v>20324</c:v>
                </c:pt>
                <c:pt idx="307">
                  <c:v>20325</c:v>
                </c:pt>
                <c:pt idx="308">
                  <c:v>20326</c:v>
                </c:pt>
                <c:pt idx="309">
                  <c:v>20327</c:v>
                </c:pt>
                <c:pt idx="310">
                  <c:v>20328</c:v>
                </c:pt>
                <c:pt idx="311">
                  <c:v>20329</c:v>
                </c:pt>
                <c:pt idx="312">
                  <c:v>20330</c:v>
                </c:pt>
                <c:pt idx="313">
                  <c:v>20331</c:v>
                </c:pt>
                <c:pt idx="314">
                  <c:v>20332</c:v>
                </c:pt>
                <c:pt idx="315">
                  <c:v>20333</c:v>
                </c:pt>
                <c:pt idx="316">
                  <c:v>20334</c:v>
                </c:pt>
                <c:pt idx="317">
                  <c:v>20335</c:v>
                </c:pt>
                <c:pt idx="318">
                  <c:v>20336</c:v>
                </c:pt>
                <c:pt idx="319">
                  <c:v>20337</c:v>
                </c:pt>
                <c:pt idx="320">
                  <c:v>20338</c:v>
                </c:pt>
                <c:pt idx="321">
                  <c:v>20339</c:v>
                </c:pt>
                <c:pt idx="322">
                  <c:v>20340</c:v>
                </c:pt>
                <c:pt idx="323">
                  <c:v>20341</c:v>
                </c:pt>
                <c:pt idx="324">
                  <c:v>20342</c:v>
                </c:pt>
                <c:pt idx="325">
                  <c:v>20343</c:v>
                </c:pt>
                <c:pt idx="326">
                  <c:v>20344</c:v>
                </c:pt>
                <c:pt idx="327">
                  <c:v>20345</c:v>
                </c:pt>
                <c:pt idx="328">
                  <c:v>20346</c:v>
                </c:pt>
                <c:pt idx="329">
                  <c:v>20347</c:v>
                </c:pt>
                <c:pt idx="330">
                  <c:v>20348</c:v>
                </c:pt>
                <c:pt idx="331">
                  <c:v>20349</c:v>
                </c:pt>
                <c:pt idx="332">
                  <c:v>20350</c:v>
                </c:pt>
                <c:pt idx="333">
                  <c:v>20351</c:v>
                </c:pt>
                <c:pt idx="334">
                  <c:v>20352</c:v>
                </c:pt>
                <c:pt idx="335">
                  <c:v>20353</c:v>
                </c:pt>
                <c:pt idx="336">
                  <c:v>20354</c:v>
                </c:pt>
                <c:pt idx="337">
                  <c:v>20355</c:v>
                </c:pt>
              </c:numCache>
            </c:numRef>
          </c:xVal>
          <c:yVal>
            <c:numRef>
              <c:f>Sheet1!$A$2:$LZ$2</c:f>
              <c:numCache>
                <c:formatCode>General</c:formatCode>
                <c:ptCount val="338"/>
                <c:pt idx="0">
                  <c:v>17423</c:v>
                </c:pt>
                <c:pt idx="1">
                  <c:v>17788</c:v>
                </c:pt>
                <c:pt idx="2">
                  <c:v>17822</c:v>
                </c:pt>
                <c:pt idx="3">
                  <c:v>17928</c:v>
                </c:pt>
                <c:pt idx="4">
                  <c:v>17954</c:v>
                </c:pt>
                <c:pt idx="5">
                  <c:v>17953</c:v>
                </c:pt>
                <c:pt idx="6">
                  <c:v>17856</c:v>
                </c:pt>
                <c:pt idx="7">
                  <c:v>17966</c:v>
                </c:pt>
                <c:pt idx="8">
                  <c:v>18202</c:v>
                </c:pt>
                <c:pt idx="9">
                  <c:v>18161</c:v>
                </c:pt>
                <c:pt idx="10">
                  <c:v>17932</c:v>
                </c:pt>
                <c:pt idx="11">
                  <c:v>17725</c:v>
                </c:pt>
                <c:pt idx="12">
                  <c:v>17616</c:v>
                </c:pt>
                <c:pt idx="13">
                  <c:v>17593</c:v>
                </c:pt>
                <c:pt idx="14">
                  <c:v>17722</c:v>
                </c:pt>
                <c:pt idx="15">
                  <c:v>17775</c:v>
                </c:pt>
                <c:pt idx="16">
                  <c:v>17715</c:v>
                </c:pt>
                <c:pt idx="17">
                  <c:v>17805</c:v>
                </c:pt>
                <c:pt idx="18">
                  <c:v>17620</c:v>
                </c:pt>
                <c:pt idx="19">
                  <c:v>17499</c:v>
                </c:pt>
                <c:pt idx="20">
                  <c:v>17655</c:v>
                </c:pt>
                <c:pt idx="21">
                  <c:v>17759</c:v>
                </c:pt>
                <c:pt idx="22">
                  <c:v>17725</c:v>
                </c:pt>
                <c:pt idx="23">
                  <c:v>17650</c:v>
                </c:pt>
                <c:pt idx="24">
                  <c:v>17649</c:v>
                </c:pt>
                <c:pt idx="25">
                  <c:v>17347</c:v>
                </c:pt>
                <c:pt idx="26">
                  <c:v>17233</c:v>
                </c:pt>
                <c:pt idx="27">
                  <c:v>17446</c:v>
                </c:pt>
                <c:pt idx="28">
                  <c:v>17955</c:v>
                </c:pt>
                <c:pt idx="29">
                  <c:v>18048</c:v>
                </c:pt>
                <c:pt idx="30">
                  <c:v>18122</c:v>
                </c:pt>
                <c:pt idx="31">
                  <c:v>17767</c:v>
                </c:pt>
                <c:pt idx="32">
                  <c:v>17652</c:v>
                </c:pt>
                <c:pt idx="33">
                  <c:v>17462</c:v>
                </c:pt>
                <c:pt idx="34">
                  <c:v>17403</c:v>
                </c:pt>
                <c:pt idx="35">
                  <c:v>17439</c:v>
                </c:pt>
                <c:pt idx="36">
                  <c:v>17644</c:v>
                </c:pt>
                <c:pt idx="37">
                  <c:v>17635</c:v>
                </c:pt>
                <c:pt idx="38">
                  <c:v>17493</c:v>
                </c:pt>
                <c:pt idx="39">
                  <c:v>17307</c:v>
                </c:pt>
                <c:pt idx="40">
                  <c:v>17192</c:v>
                </c:pt>
                <c:pt idx="41">
                  <c:v>17477</c:v>
                </c:pt>
                <c:pt idx="42">
                  <c:v>17749</c:v>
                </c:pt>
                <c:pt idx="43">
                  <c:v>17857</c:v>
                </c:pt>
                <c:pt idx="44">
                  <c:v>18060</c:v>
                </c:pt>
                <c:pt idx="45">
                  <c:v>18042</c:v>
                </c:pt>
                <c:pt idx="46">
                  <c:v>17886</c:v>
                </c:pt>
                <c:pt idx="47">
                  <c:v>17806</c:v>
                </c:pt>
                <c:pt idx="48">
                  <c:v>18014</c:v>
                </c:pt>
                <c:pt idx="49">
                  <c:v>18425</c:v>
                </c:pt>
                <c:pt idx="50">
                  <c:v>18715</c:v>
                </c:pt>
                <c:pt idx="51">
                  <c:v>18764</c:v>
                </c:pt>
                <c:pt idx="52">
                  <c:v>18756</c:v>
                </c:pt>
                <c:pt idx="53">
                  <c:v>18574</c:v>
                </c:pt>
                <c:pt idx="54">
                  <c:v>18443</c:v>
                </c:pt>
                <c:pt idx="55">
                  <c:v>18614</c:v>
                </c:pt>
                <c:pt idx="56">
                  <c:v>18867</c:v>
                </c:pt>
                <c:pt idx="57">
                  <c:v>18808</c:v>
                </c:pt>
                <c:pt idx="58">
                  <c:v>18484</c:v>
                </c:pt>
                <c:pt idx="59">
                  <c:v>18418</c:v>
                </c:pt>
                <c:pt idx="60">
                  <c:v>18237</c:v>
                </c:pt>
                <c:pt idx="61">
                  <c:v>18277</c:v>
                </c:pt>
                <c:pt idx="62">
                  <c:v>18576</c:v>
                </c:pt>
                <c:pt idx="63">
                  <c:v>19070</c:v>
                </c:pt>
                <c:pt idx="64">
                  <c:v>19541</c:v>
                </c:pt>
                <c:pt idx="65">
                  <c:v>20591</c:v>
                </c:pt>
                <c:pt idx="66">
                  <c:v>20695</c:v>
                </c:pt>
                <c:pt idx="67">
                  <c:v>20657</c:v>
                </c:pt>
                <c:pt idx="68">
                  <c:v>20426</c:v>
                </c:pt>
                <c:pt idx="69">
                  <c:v>20533</c:v>
                </c:pt>
                <c:pt idx="70">
                  <c:v>20527</c:v>
                </c:pt>
                <c:pt idx="71">
                  <c:v>20322</c:v>
                </c:pt>
                <c:pt idx="72">
                  <c:v>20297</c:v>
                </c:pt>
                <c:pt idx="73">
                  <c:v>20407</c:v>
                </c:pt>
                <c:pt idx="74">
                  <c:v>20230</c:v>
                </c:pt>
                <c:pt idx="75">
                  <c:v>20169</c:v>
                </c:pt>
                <c:pt idx="76">
                  <c:v>20496</c:v>
                </c:pt>
                <c:pt idx="77">
                  <c:v>20710</c:v>
                </c:pt>
                <c:pt idx="78">
                  <c:v>20778</c:v>
                </c:pt>
                <c:pt idx="79">
                  <c:v>20577</c:v>
                </c:pt>
                <c:pt idx="80">
                  <c:v>20233</c:v>
                </c:pt>
                <c:pt idx="81">
                  <c:v>20065</c:v>
                </c:pt>
                <c:pt idx="82">
                  <c:v>19985</c:v>
                </c:pt>
                <c:pt idx="83">
                  <c:v>20240</c:v>
                </c:pt>
                <c:pt idx="84">
                  <c:v>20404</c:v>
                </c:pt>
                <c:pt idx="85">
                  <c:v>20555</c:v>
                </c:pt>
                <c:pt idx="86">
                  <c:v>20575</c:v>
                </c:pt>
                <c:pt idx="87">
                  <c:v>20647</c:v>
                </c:pt>
                <c:pt idx="88">
                  <c:v>20416</c:v>
                </c:pt>
                <c:pt idx="89">
                  <c:v>20313</c:v>
                </c:pt>
                <c:pt idx="90">
                  <c:v>20557</c:v>
                </c:pt>
                <c:pt idx="91">
                  <c:v>20625</c:v>
                </c:pt>
                <c:pt idx="92">
                  <c:v>20617</c:v>
                </c:pt>
                <c:pt idx="93">
                  <c:v>20584</c:v>
                </c:pt>
                <c:pt idx="94">
                  <c:v>20187</c:v>
                </c:pt>
                <c:pt idx="95">
                  <c:v>18813</c:v>
                </c:pt>
                <c:pt idx="96">
                  <c:v>18438</c:v>
                </c:pt>
                <c:pt idx="97">
                  <c:v>18488</c:v>
                </c:pt>
                <c:pt idx="98">
                  <c:v>18632</c:v>
                </c:pt>
                <c:pt idx="99">
                  <c:v>18821</c:v>
                </c:pt>
                <c:pt idx="100">
                  <c:v>18941</c:v>
                </c:pt>
                <c:pt idx="101">
                  <c:v>18933</c:v>
                </c:pt>
                <c:pt idx="102">
                  <c:v>18514</c:v>
                </c:pt>
                <c:pt idx="103">
                  <c:v>18127</c:v>
                </c:pt>
                <c:pt idx="104">
                  <c:v>18115</c:v>
                </c:pt>
                <c:pt idx="105">
                  <c:v>18059</c:v>
                </c:pt>
                <c:pt idx="106">
                  <c:v>17864</c:v>
                </c:pt>
                <c:pt idx="107">
                  <c:v>17677</c:v>
                </c:pt>
                <c:pt idx="108">
                  <c:v>17474</c:v>
                </c:pt>
                <c:pt idx="109">
                  <c:v>17261</c:v>
                </c:pt>
                <c:pt idx="110">
                  <c:v>17224</c:v>
                </c:pt>
                <c:pt idx="111">
                  <c:v>17377</c:v>
                </c:pt>
                <c:pt idx="112">
                  <c:v>17391</c:v>
                </c:pt>
                <c:pt idx="113">
                  <c:v>17396</c:v>
                </c:pt>
                <c:pt idx="114">
                  <c:v>17359</c:v>
                </c:pt>
                <c:pt idx="115">
                  <c:v>17032</c:v>
                </c:pt>
                <c:pt idx="116">
                  <c:v>16697</c:v>
                </c:pt>
                <c:pt idx="117">
                  <c:v>16457</c:v>
                </c:pt>
                <c:pt idx="118">
                  <c:v>16554</c:v>
                </c:pt>
                <c:pt idx="119">
                  <c:v>16545</c:v>
                </c:pt>
                <c:pt idx="120">
                  <c:v>16319</c:v>
                </c:pt>
                <c:pt idx="121">
                  <c:v>16131</c:v>
                </c:pt>
                <c:pt idx="122">
                  <c:v>15804</c:v>
                </c:pt>
                <c:pt idx="123">
                  <c:v>15152</c:v>
                </c:pt>
                <c:pt idx="124">
                  <c:v>14896</c:v>
                </c:pt>
                <c:pt idx="125">
                  <c:v>14999</c:v>
                </c:pt>
                <c:pt idx="126">
                  <c:v>15165</c:v>
                </c:pt>
                <c:pt idx="127">
                  <c:v>15162</c:v>
                </c:pt>
                <c:pt idx="128">
                  <c:v>15089</c:v>
                </c:pt>
                <c:pt idx="129">
                  <c:v>14764</c:v>
                </c:pt>
                <c:pt idx="130">
                  <c:v>14572</c:v>
                </c:pt>
                <c:pt idx="131">
                  <c:v>14519</c:v>
                </c:pt>
                <c:pt idx="132">
                  <c:v>14758</c:v>
                </c:pt>
                <c:pt idx="133">
                  <c:v>15087</c:v>
                </c:pt>
                <c:pt idx="134">
                  <c:v>15218</c:v>
                </c:pt>
                <c:pt idx="135">
                  <c:v>15448</c:v>
                </c:pt>
                <c:pt idx="136">
                  <c:v>15394</c:v>
                </c:pt>
                <c:pt idx="137">
                  <c:v>15128</c:v>
                </c:pt>
                <c:pt idx="138">
                  <c:v>14984</c:v>
                </c:pt>
                <c:pt idx="139">
                  <c:v>15190</c:v>
                </c:pt>
                <c:pt idx="140">
                  <c:v>15265</c:v>
                </c:pt>
                <c:pt idx="141">
                  <c:v>15312</c:v>
                </c:pt>
                <c:pt idx="142">
                  <c:v>15367</c:v>
                </c:pt>
                <c:pt idx="143">
                  <c:v>15095</c:v>
                </c:pt>
                <c:pt idx="144">
                  <c:v>14833</c:v>
                </c:pt>
                <c:pt idx="145">
                  <c:v>15262</c:v>
                </c:pt>
                <c:pt idx="146">
                  <c:v>15611</c:v>
                </c:pt>
                <c:pt idx="147">
                  <c:v>15833</c:v>
                </c:pt>
                <c:pt idx="148">
                  <c:v>16074</c:v>
                </c:pt>
                <c:pt idx="149">
                  <c:v>16139</c:v>
                </c:pt>
                <c:pt idx="150">
                  <c:v>16156</c:v>
                </c:pt>
                <c:pt idx="151">
                  <c:v>16161</c:v>
                </c:pt>
                <c:pt idx="152">
                  <c:v>16256</c:v>
                </c:pt>
                <c:pt idx="153">
                  <c:v>16507</c:v>
                </c:pt>
                <c:pt idx="154">
                  <c:v>16697</c:v>
                </c:pt>
                <c:pt idx="155">
                  <c:v>16714</c:v>
                </c:pt>
                <c:pt idx="156">
                  <c:v>16537</c:v>
                </c:pt>
                <c:pt idx="157">
                  <c:v>16445</c:v>
                </c:pt>
                <c:pt idx="158">
                  <c:v>16250</c:v>
                </c:pt>
                <c:pt idx="159">
                  <c:v>16076</c:v>
                </c:pt>
                <c:pt idx="160">
                  <c:v>15969</c:v>
                </c:pt>
                <c:pt idx="161">
                  <c:v>15884</c:v>
                </c:pt>
                <c:pt idx="162">
                  <c:v>15909</c:v>
                </c:pt>
                <c:pt idx="163">
                  <c:v>15724</c:v>
                </c:pt>
                <c:pt idx="164">
                  <c:v>15540</c:v>
                </c:pt>
                <c:pt idx="165">
                  <c:v>15175</c:v>
                </c:pt>
                <c:pt idx="166">
                  <c:v>14984</c:v>
                </c:pt>
                <c:pt idx="167">
                  <c:v>15102</c:v>
                </c:pt>
                <c:pt idx="168">
                  <c:v>15218</c:v>
                </c:pt>
                <c:pt idx="169">
                  <c:v>15180</c:v>
                </c:pt>
                <c:pt idx="170">
                  <c:v>15102</c:v>
                </c:pt>
                <c:pt idx="171">
                  <c:v>14918</c:v>
                </c:pt>
                <c:pt idx="172">
                  <c:v>14663</c:v>
                </c:pt>
                <c:pt idx="173">
                  <c:v>14522</c:v>
                </c:pt>
                <c:pt idx="174">
                  <c:v>14697</c:v>
                </c:pt>
                <c:pt idx="175">
                  <c:v>14393</c:v>
                </c:pt>
                <c:pt idx="176">
                  <c:v>14189</c:v>
                </c:pt>
                <c:pt idx="177">
                  <c:v>14056</c:v>
                </c:pt>
                <c:pt idx="178">
                  <c:v>13744</c:v>
                </c:pt>
                <c:pt idx="179">
                  <c:v>13397</c:v>
                </c:pt>
                <c:pt idx="180">
                  <c:v>13207</c:v>
                </c:pt>
                <c:pt idx="181">
                  <c:v>13345</c:v>
                </c:pt>
                <c:pt idx="182">
                  <c:v>13421</c:v>
                </c:pt>
                <c:pt idx="183">
                  <c:v>13244</c:v>
                </c:pt>
                <c:pt idx="184">
                  <c:v>13229</c:v>
                </c:pt>
                <c:pt idx="185">
                  <c:v>13164</c:v>
                </c:pt>
                <c:pt idx="186">
                  <c:v>13056</c:v>
                </c:pt>
                <c:pt idx="187">
                  <c:v>13002</c:v>
                </c:pt>
                <c:pt idx="188">
                  <c:v>13113</c:v>
                </c:pt>
                <c:pt idx="189">
                  <c:v>13257</c:v>
                </c:pt>
                <c:pt idx="190">
                  <c:v>13563</c:v>
                </c:pt>
                <c:pt idx="191">
                  <c:v>13722</c:v>
                </c:pt>
                <c:pt idx="192">
                  <c:v>13975</c:v>
                </c:pt>
                <c:pt idx="193">
                  <c:v>13932</c:v>
                </c:pt>
                <c:pt idx="194">
                  <c:v>13895</c:v>
                </c:pt>
                <c:pt idx="195">
                  <c:v>14038</c:v>
                </c:pt>
                <c:pt idx="196">
                  <c:v>14147</c:v>
                </c:pt>
                <c:pt idx="197">
                  <c:v>14075</c:v>
                </c:pt>
                <c:pt idx="198">
                  <c:v>13915</c:v>
                </c:pt>
                <c:pt idx="199">
                  <c:v>13711</c:v>
                </c:pt>
                <c:pt idx="200">
                  <c:v>13489</c:v>
                </c:pt>
                <c:pt idx="201">
                  <c:v>13292</c:v>
                </c:pt>
                <c:pt idx="202">
                  <c:v>13452</c:v>
                </c:pt>
                <c:pt idx="203">
                  <c:v>13641</c:v>
                </c:pt>
                <c:pt idx="204">
                  <c:v>13576</c:v>
                </c:pt>
                <c:pt idx="205">
                  <c:v>13484</c:v>
                </c:pt>
                <c:pt idx="206">
                  <c:v>13521</c:v>
                </c:pt>
                <c:pt idx="207">
                  <c:v>13399</c:v>
                </c:pt>
                <c:pt idx="208">
                  <c:v>13372</c:v>
                </c:pt>
                <c:pt idx="209">
                  <c:v>13445</c:v>
                </c:pt>
                <c:pt idx="210">
                  <c:v>13550</c:v>
                </c:pt>
                <c:pt idx="211">
                  <c:v>13507</c:v>
                </c:pt>
                <c:pt idx="212">
                  <c:v>13550</c:v>
                </c:pt>
                <c:pt idx="213">
                  <c:v>13607</c:v>
                </c:pt>
                <c:pt idx="214">
                  <c:v>13402</c:v>
                </c:pt>
                <c:pt idx="215">
                  <c:v>13273</c:v>
                </c:pt>
                <c:pt idx="216">
                  <c:v>13429</c:v>
                </c:pt>
                <c:pt idx="217">
                  <c:v>13568</c:v>
                </c:pt>
                <c:pt idx="218">
                  <c:v>13743</c:v>
                </c:pt>
                <c:pt idx="219">
                  <c:v>13860</c:v>
                </c:pt>
                <c:pt idx="220">
                  <c:v>13730</c:v>
                </c:pt>
                <c:pt idx="221">
                  <c:v>13600</c:v>
                </c:pt>
                <c:pt idx="222">
                  <c:v>13028</c:v>
                </c:pt>
                <c:pt idx="223">
                  <c:v>13038</c:v>
                </c:pt>
                <c:pt idx="224">
                  <c:v>12956</c:v>
                </c:pt>
                <c:pt idx="225">
                  <c:v>12815</c:v>
                </c:pt>
                <c:pt idx="226">
                  <c:v>12637</c:v>
                </c:pt>
                <c:pt idx="227">
                  <c:v>12443</c:v>
                </c:pt>
                <c:pt idx="228">
                  <c:v>12260</c:v>
                </c:pt>
                <c:pt idx="229">
                  <c:v>12128</c:v>
                </c:pt>
                <c:pt idx="230">
                  <c:v>13029</c:v>
                </c:pt>
                <c:pt idx="231">
                  <c:v>13456</c:v>
                </c:pt>
                <c:pt idx="232">
                  <c:v>13507</c:v>
                </c:pt>
                <c:pt idx="233">
                  <c:v>13464</c:v>
                </c:pt>
                <c:pt idx="234">
                  <c:v>13439</c:v>
                </c:pt>
                <c:pt idx="235">
                  <c:v>13498</c:v>
                </c:pt>
                <c:pt idx="236">
                  <c:v>13566</c:v>
                </c:pt>
                <c:pt idx="237">
                  <c:v>13776</c:v>
                </c:pt>
                <c:pt idx="238">
                  <c:v>14111</c:v>
                </c:pt>
                <c:pt idx="239">
                  <c:v>14605</c:v>
                </c:pt>
                <c:pt idx="240">
                  <c:v>14640</c:v>
                </c:pt>
                <c:pt idx="241">
                  <c:v>15155</c:v>
                </c:pt>
                <c:pt idx="242">
                  <c:v>14831</c:v>
                </c:pt>
                <c:pt idx="243">
                  <c:v>15038</c:v>
                </c:pt>
                <c:pt idx="244">
                  <c:v>15365</c:v>
                </c:pt>
                <c:pt idx="245">
                  <c:v>15605</c:v>
                </c:pt>
                <c:pt idx="246">
                  <c:v>16108</c:v>
                </c:pt>
                <c:pt idx="247">
                  <c:v>16076</c:v>
                </c:pt>
                <c:pt idx="248">
                  <c:v>15961</c:v>
                </c:pt>
                <c:pt idx="249">
                  <c:v>15954</c:v>
                </c:pt>
                <c:pt idx="250">
                  <c:v>16325</c:v>
                </c:pt>
                <c:pt idx="251">
                  <c:v>16896</c:v>
                </c:pt>
                <c:pt idx="252">
                  <c:v>17092</c:v>
                </c:pt>
                <c:pt idx="253">
                  <c:v>17368</c:v>
                </c:pt>
                <c:pt idx="254">
                  <c:v>17535</c:v>
                </c:pt>
                <c:pt idx="255">
                  <c:v>17493</c:v>
                </c:pt>
                <c:pt idx="256">
                  <c:v>17553</c:v>
                </c:pt>
                <c:pt idx="257">
                  <c:v>17641</c:v>
                </c:pt>
                <c:pt idx="258">
                  <c:v>17819</c:v>
                </c:pt>
                <c:pt idx="259">
                  <c:v>18021</c:v>
                </c:pt>
                <c:pt idx="260">
                  <c:v>17283</c:v>
                </c:pt>
                <c:pt idx="261">
                  <c:v>16984</c:v>
                </c:pt>
                <c:pt idx="262">
                  <c:v>16835</c:v>
                </c:pt>
                <c:pt idx="263">
                  <c:v>16651</c:v>
                </c:pt>
                <c:pt idx="264">
                  <c:v>16502</c:v>
                </c:pt>
                <c:pt idx="265">
                  <c:v>16471</c:v>
                </c:pt>
                <c:pt idx="266">
                  <c:v>16202</c:v>
                </c:pt>
                <c:pt idx="267">
                  <c:v>16062</c:v>
                </c:pt>
                <c:pt idx="268">
                  <c:v>15808</c:v>
                </c:pt>
                <c:pt idx="269">
                  <c:v>15516</c:v>
                </c:pt>
                <c:pt idx="270">
                  <c:v>15357</c:v>
                </c:pt>
                <c:pt idx="271">
                  <c:v>14835</c:v>
                </c:pt>
                <c:pt idx="272">
                  <c:v>15013</c:v>
                </c:pt>
                <c:pt idx="273">
                  <c:v>14992</c:v>
                </c:pt>
                <c:pt idx="274">
                  <c:v>14884</c:v>
                </c:pt>
                <c:pt idx="275">
                  <c:v>14865</c:v>
                </c:pt>
                <c:pt idx="276">
                  <c:v>14518</c:v>
                </c:pt>
                <c:pt idx="277">
                  <c:v>14554</c:v>
                </c:pt>
                <c:pt idx="278">
                  <c:v>14794</c:v>
                </c:pt>
                <c:pt idx="279">
                  <c:v>14853</c:v>
                </c:pt>
                <c:pt idx="280">
                  <c:v>14629</c:v>
                </c:pt>
                <c:pt idx="281">
                  <c:v>14517</c:v>
                </c:pt>
                <c:pt idx="282">
                  <c:v>14583</c:v>
                </c:pt>
                <c:pt idx="283">
                  <c:v>14346</c:v>
                </c:pt>
                <c:pt idx="284">
                  <c:v>14196</c:v>
                </c:pt>
                <c:pt idx="285">
                  <c:v>14146</c:v>
                </c:pt>
                <c:pt idx="286">
                  <c:v>14228</c:v>
                </c:pt>
                <c:pt idx="287">
                  <c:v>14487</c:v>
                </c:pt>
                <c:pt idx="288">
                  <c:v>14527</c:v>
                </c:pt>
                <c:pt idx="289">
                  <c:v>14643</c:v>
                </c:pt>
                <c:pt idx="290">
                  <c:v>14613</c:v>
                </c:pt>
                <c:pt idx="291">
                  <c:v>14474</c:v>
                </c:pt>
                <c:pt idx="292">
                  <c:v>14379</c:v>
                </c:pt>
                <c:pt idx="293">
                  <c:v>14537</c:v>
                </c:pt>
                <c:pt idx="294">
                  <c:v>14668</c:v>
                </c:pt>
                <c:pt idx="295">
                  <c:v>14553</c:v>
                </c:pt>
                <c:pt idx="296">
                  <c:v>14625</c:v>
                </c:pt>
                <c:pt idx="297">
                  <c:v>14678</c:v>
                </c:pt>
                <c:pt idx="298">
                  <c:v>14586</c:v>
                </c:pt>
                <c:pt idx="299">
                  <c:v>14468</c:v>
                </c:pt>
                <c:pt idx="300">
                  <c:v>14641</c:v>
                </c:pt>
                <c:pt idx="301">
                  <c:v>14664</c:v>
                </c:pt>
                <c:pt idx="302">
                  <c:v>14719</c:v>
                </c:pt>
                <c:pt idx="303">
                  <c:v>14916</c:v>
                </c:pt>
                <c:pt idx="304">
                  <c:v>15187</c:v>
                </c:pt>
                <c:pt idx="305">
                  <c:v>15590</c:v>
                </c:pt>
                <c:pt idx="306">
                  <c:v>15680</c:v>
                </c:pt>
                <c:pt idx="307">
                  <c:v>15916</c:v>
                </c:pt>
                <c:pt idx="308">
                  <c:v>15889</c:v>
                </c:pt>
                <c:pt idx="309">
                  <c:v>15874</c:v>
                </c:pt>
                <c:pt idx="310">
                  <c:v>15898</c:v>
                </c:pt>
                <c:pt idx="311">
                  <c:v>15717</c:v>
                </c:pt>
                <c:pt idx="312">
                  <c:v>15592</c:v>
                </c:pt>
                <c:pt idx="313">
                  <c:v>15466</c:v>
                </c:pt>
                <c:pt idx="314">
                  <c:v>15461</c:v>
                </c:pt>
                <c:pt idx="315">
                  <c:v>15592</c:v>
                </c:pt>
                <c:pt idx="316">
                  <c:v>15636</c:v>
                </c:pt>
                <c:pt idx="317">
                  <c:v>15435</c:v>
                </c:pt>
                <c:pt idx="318">
                  <c:v>15474</c:v>
                </c:pt>
                <c:pt idx="319">
                  <c:v>15338</c:v>
                </c:pt>
                <c:pt idx="320">
                  <c:v>15220</c:v>
                </c:pt>
                <c:pt idx="321">
                  <c:v>15456</c:v>
                </c:pt>
                <c:pt idx="322">
                  <c:v>15837</c:v>
                </c:pt>
                <c:pt idx="323">
                  <c:v>16002</c:v>
                </c:pt>
                <c:pt idx="324">
                  <c:v>16076</c:v>
                </c:pt>
                <c:pt idx="325">
                  <c:v>16158</c:v>
                </c:pt>
                <c:pt idx="326">
                  <c:v>16497</c:v>
                </c:pt>
                <c:pt idx="327">
                  <c:v>16865</c:v>
                </c:pt>
                <c:pt idx="328">
                  <c:v>17182</c:v>
                </c:pt>
                <c:pt idx="329">
                  <c:v>17410</c:v>
                </c:pt>
                <c:pt idx="330">
                  <c:v>17534</c:v>
                </c:pt>
                <c:pt idx="331">
                  <c:v>17456</c:v>
                </c:pt>
                <c:pt idx="332">
                  <c:v>17300</c:v>
                </c:pt>
                <c:pt idx="333">
                  <c:v>16876</c:v>
                </c:pt>
                <c:pt idx="334">
                  <c:v>16513</c:v>
                </c:pt>
                <c:pt idx="335">
                  <c:v>16270</c:v>
                </c:pt>
                <c:pt idx="336">
                  <c:v>16352</c:v>
                </c:pt>
                <c:pt idx="337">
                  <c:v>15905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EAE-4160-9412-9CDC0A3DF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scatterChart>
        <c:scatterStyle val="lineMarker"/>
        <c:varyColors val="0"/>
        <c:ser>
          <c:idx val="1"/>
          <c:order val="1"/>
          <c:spPr>
            <a:ln w="38100" cmpd="sng" algn="ctr">
              <a:solidFill>
                <a:srgbClr val="D73027"/>
              </a:solidFill>
              <a:prstDash val="solid"/>
            </a:ln>
          </c:spPr>
          <c:marker>
            <c:symbol val="none"/>
          </c:marker>
          <c:xVal>
            <c:numRef>
              <c:f>Sheet1!$A$1:$LZ$1</c:f>
              <c:numCache>
                <c:formatCode>General</c:formatCode>
                <c:ptCount val="338"/>
                <c:pt idx="0">
                  <c:v>20018</c:v>
                </c:pt>
                <c:pt idx="1">
                  <c:v>20019</c:v>
                </c:pt>
                <c:pt idx="2">
                  <c:v>20020</c:v>
                </c:pt>
                <c:pt idx="3">
                  <c:v>20021</c:v>
                </c:pt>
                <c:pt idx="4">
                  <c:v>20022</c:v>
                </c:pt>
                <c:pt idx="5">
                  <c:v>20023</c:v>
                </c:pt>
                <c:pt idx="6">
                  <c:v>20024</c:v>
                </c:pt>
                <c:pt idx="7">
                  <c:v>20025</c:v>
                </c:pt>
                <c:pt idx="8">
                  <c:v>20026</c:v>
                </c:pt>
                <c:pt idx="9">
                  <c:v>20027</c:v>
                </c:pt>
                <c:pt idx="10">
                  <c:v>20028</c:v>
                </c:pt>
                <c:pt idx="11">
                  <c:v>20029</c:v>
                </c:pt>
                <c:pt idx="12">
                  <c:v>20030</c:v>
                </c:pt>
                <c:pt idx="13">
                  <c:v>20031</c:v>
                </c:pt>
                <c:pt idx="14">
                  <c:v>20032</c:v>
                </c:pt>
                <c:pt idx="15">
                  <c:v>20033</c:v>
                </c:pt>
                <c:pt idx="16">
                  <c:v>20034</c:v>
                </c:pt>
                <c:pt idx="17">
                  <c:v>20035</c:v>
                </c:pt>
                <c:pt idx="18">
                  <c:v>20036</c:v>
                </c:pt>
                <c:pt idx="19">
                  <c:v>20037</c:v>
                </c:pt>
                <c:pt idx="20">
                  <c:v>20038</c:v>
                </c:pt>
                <c:pt idx="21">
                  <c:v>20039</c:v>
                </c:pt>
                <c:pt idx="22">
                  <c:v>20040</c:v>
                </c:pt>
                <c:pt idx="23">
                  <c:v>20041</c:v>
                </c:pt>
                <c:pt idx="24">
                  <c:v>20042</c:v>
                </c:pt>
                <c:pt idx="25">
                  <c:v>20043</c:v>
                </c:pt>
                <c:pt idx="26">
                  <c:v>20044</c:v>
                </c:pt>
                <c:pt idx="27">
                  <c:v>20045</c:v>
                </c:pt>
                <c:pt idx="28">
                  <c:v>20046</c:v>
                </c:pt>
                <c:pt idx="29">
                  <c:v>20047</c:v>
                </c:pt>
                <c:pt idx="30">
                  <c:v>20048</c:v>
                </c:pt>
                <c:pt idx="31">
                  <c:v>20049</c:v>
                </c:pt>
                <c:pt idx="32">
                  <c:v>20050</c:v>
                </c:pt>
                <c:pt idx="33">
                  <c:v>20051</c:v>
                </c:pt>
                <c:pt idx="34">
                  <c:v>20052</c:v>
                </c:pt>
                <c:pt idx="35">
                  <c:v>20053</c:v>
                </c:pt>
                <c:pt idx="36">
                  <c:v>20054</c:v>
                </c:pt>
                <c:pt idx="37">
                  <c:v>20055</c:v>
                </c:pt>
                <c:pt idx="38">
                  <c:v>20056</c:v>
                </c:pt>
                <c:pt idx="39">
                  <c:v>20057</c:v>
                </c:pt>
                <c:pt idx="40">
                  <c:v>20058</c:v>
                </c:pt>
                <c:pt idx="41">
                  <c:v>20059</c:v>
                </c:pt>
                <c:pt idx="42">
                  <c:v>20060</c:v>
                </c:pt>
                <c:pt idx="43">
                  <c:v>20061</c:v>
                </c:pt>
                <c:pt idx="44">
                  <c:v>20062</c:v>
                </c:pt>
                <c:pt idx="45">
                  <c:v>20063</c:v>
                </c:pt>
                <c:pt idx="46">
                  <c:v>20064</c:v>
                </c:pt>
                <c:pt idx="47">
                  <c:v>20065</c:v>
                </c:pt>
                <c:pt idx="48">
                  <c:v>20066</c:v>
                </c:pt>
                <c:pt idx="49">
                  <c:v>20067</c:v>
                </c:pt>
                <c:pt idx="50">
                  <c:v>20068</c:v>
                </c:pt>
                <c:pt idx="51">
                  <c:v>20069</c:v>
                </c:pt>
                <c:pt idx="52">
                  <c:v>20070</c:v>
                </c:pt>
                <c:pt idx="53">
                  <c:v>20071</c:v>
                </c:pt>
                <c:pt idx="54">
                  <c:v>20072</c:v>
                </c:pt>
                <c:pt idx="55">
                  <c:v>20073</c:v>
                </c:pt>
                <c:pt idx="56">
                  <c:v>20074</c:v>
                </c:pt>
                <c:pt idx="57">
                  <c:v>20075</c:v>
                </c:pt>
                <c:pt idx="58">
                  <c:v>20076</c:v>
                </c:pt>
                <c:pt idx="59">
                  <c:v>20077</c:v>
                </c:pt>
                <c:pt idx="60">
                  <c:v>20078</c:v>
                </c:pt>
                <c:pt idx="61">
                  <c:v>20079</c:v>
                </c:pt>
                <c:pt idx="62">
                  <c:v>20080</c:v>
                </c:pt>
                <c:pt idx="63">
                  <c:v>20081</c:v>
                </c:pt>
                <c:pt idx="64">
                  <c:v>20082</c:v>
                </c:pt>
                <c:pt idx="65">
                  <c:v>20083</c:v>
                </c:pt>
                <c:pt idx="66">
                  <c:v>20084</c:v>
                </c:pt>
                <c:pt idx="67">
                  <c:v>20085</c:v>
                </c:pt>
                <c:pt idx="68">
                  <c:v>20086</c:v>
                </c:pt>
                <c:pt idx="69">
                  <c:v>20087</c:v>
                </c:pt>
                <c:pt idx="70">
                  <c:v>20088</c:v>
                </c:pt>
                <c:pt idx="71">
                  <c:v>20089</c:v>
                </c:pt>
                <c:pt idx="72">
                  <c:v>20090</c:v>
                </c:pt>
                <c:pt idx="73">
                  <c:v>20091</c:v>
                </c:pt>
                <c:pt idx="74">
                  <c:v>20092</c:v>
                </c:pt>
                <c:pt idx="75">
                  <c:v>20093</c:v>
                </c:pt>
                <c:pt idx="76">
                  <c:v>20094</c:v>
                </c:pt>
                <c:pt idx="77">
                  <c:v>20095</c:v>
                </c:pt>
                <c:pt idx="78">
                  <c:v>20096</c:v>
                </c:pt>
                <c:pt idx="79">
                  <c:v>20097</c:v>
                </c:pt>
                <c:pt idx="80">
                  <c:v>20098</c:v>
                </c:pt>
                <c:pt idx="81">
                  <c:v>20099</c:v>
                </c:pt>
                <c:pt idx="82">
                  <c:v>20100</c:v>
                </c:pt>
                <c:pt idx="83">
                  <c:v>20101</c:v>
                </c:pt>
                <c:pt idx="84">
                  <c:v>20102</c:v>
                </c:pt>
                <c:pt idx="85">
                  <c:v>20103</c:v>
                </c:pt>
                <c:pt idx="86">
                  <c:v>20104</c:v>
                </c:pt>
                <c:pt idx="87">
                  <c:v>20105</c:v>
                </c:pt>
                <c:pt idx="88">
                  <c:v>20106</c:v>
                </c:pt>
                <c:pt idx="89">
                  <c:v>20107</c:v>
                </c:pt>
                <c:pt idx="90">
                  <c:v>20108</c:v>
                </c:pt>
                <c:pt idx="91">
                  <c:v>20109</c:v>
                </c:pt>
                <c:pt idx="92">
                  <c:v>20110</c:v>
                </c:pt>
                <c:pt idx="93">
                  <c:v>20111</c:v>
                </c:pt>
                <c:pt idx="94">
                  <c:v>20112</c:v>
                </c:pt>
                <c:pt idx="95">
                  <c:v>20113</c:v>
                </c:pt>
                <c:pt idx="96">
                  <c:v>20114</c:v>
                </c:pt>
                <c:pt idx="97">
                  <c:v>20115</c:v>
                </c:pt>
                <c:pt idx="98">
                  <c:v>20116</c:v>
                </c:pt>
                <c:pt idx="99">
                  <c:v>20117</c:v>
                </c:pt>
                <c:pt idx="100">
                  <c:v>20118</c:v>
                </c:pt>
                <c:pt idx="101">
                  <c:v>20119</c:v>
                </c:pt>
                <c:pt idx="102">
                  <c:v>20120</c:v>
                </c:pt>
                <c:pt idx="103">
                  <c:v>20121</c:v>
                </c:pt>
                <c:pt idx="104">
                  <c:v>20122</c:v>
                </c:pt>
                <c:pt idx="105">
                  <c:v>20123</c:v>
                </c:pt>
                <c:pt idx="106">
                  <c:v>20124</c:v>
                </c:pt>
                <c:pt idx="107">
                  <c:v>20125</c:v>
                </c:pt>
                <c:pt idx="108">
                  <c:v>20126</c:v>
                </c:pt>
                <c:pt idx="109">
                  <c:v>20127</c:v>
                </c:pt>
                <c:pt idx="110">
                  <c:v>20128</c:v>
                </c:pt>
                <c:pt idx="111">
                  <c:v>20129</c:v>
                </c:pt>
                <c:pt idx="112">
                  <c:v>20130</c:v>
                </c:pt>
                <c:pt idx="113">
                  <c:v>20131</c:v>
                </c:pt>
                <c:pt idx="114">
                  <c:v>20132</c:v>
                </c:pt>
                <c:pt idx="115">
                  <c:v>20133</c:v>
                </c:pt>
                <c:pt idx="116">
                  <c:v>20134</c:v>
                </c:pt>
                <c:pt idx="117">
                  <c:v>20135</c:v>
                </c:pt>
                <c:pt idx="118">
                  <c:v>20136</c:v>
                </c:pt>
                <c:pt idx="119">
                  <c:v>20137</c:v>
                </c:pt>
                <c:pt idx="120">
                  <c:v>20138</c:v>
                </c:pt>
                <c:pt idx="121">
                  <c:v>20139</c:v>
                </c:pt>
                <c:pt idx="122">
                  <c:v>20140</c:v>
                </c:pt>
                <c:pt idx="123">
                  <c:v>20141</c:v>
                </c:pt>
                <c:pt idx="124">
                  <c:v>20142</c:v>
                </c:pt>
                <c:pt idx="125">
                  <c:v>20143</c:v>
                </c:pt>
                <c:pt idx="126">
                  <c:v>20144</c:v>
                </c:pt>
                <c:pt idx="127">
                  <c:v>20145</c:v>
                </c:pt>
                <c:pt idx="128">
                  <c:v>20146</c:v>
                </c:pt>
                <c:pt idx="129">
                  <c:v>20147</c:v>
                </c:pt>
                <c:pt idx="130">
                  <c:v>20148</c:v>
                </c:pt>
                <c:pt idx="131">
                  <c:v>20149</c:v>
                </c:pt>
                <c:pt idx="132">
                  <c:v>20150</c:v>
                </c:pt>
                <c:pt idx="133">
                  <c:v>20151</c:v>
                </c:pt>
                <c:pt idx="134">
                  <c:v>20152</c:v>
                </c:pt>
                <c:pt idx="135">
                  <c:v>20153</c:v>
                </c:pt>
                <c:pt idx="136">
                  <c:v>20154</c:v>
                </c:pt>
                <c:pt idx="137">
                  <c:v>20155</c:v>
                </c:pt>
                <c:pt idx="138">
                  <c:v>20156</c:v>
                </c:pt>
                <c:pt idx="139">
                  <c:v>20157</c:v>
                </c:pt>
                <c:pt idx="140">
                  <c:v>20158</c:v>
                </c:pt>
                <c:pt idx="141">
                  <c:v>20159</c:v>
                </c:pt>
                <c:pt idx="142">
                  <c:v>20160</c:v>
                </c:pt>
                <c:pt idx="143">
                  <c:v>20161</c:v>
                </c:pt>
                <c:pt idx="144">
                  <c:v>20162</c:v>
                </c:pt>
                <c:pt idx="145">
                  <c:v>20163</c:v>
                </c:pt>
                <c:pt idx="146">
                  <c:v>20164</c:v>
                </c:pt>
                <c:pt idx="147">
                  <c:v>20165</c:v>
                </c:pt>
                <c:pt idx="148">
                  <c:v>20166</c:v>
                </c:pt>
                <c:pt idx="149">
                  <c:v>20167</c:v>
                </c:pt>
                <c:pt idx="150">
                  <c:v>20168</c:v>
                </c:pt>
                <c:pt idx="151">
                  <c:v>20169</c:v>
                </c:pt>
                <c:pt idx="152">
                  <c:v>20170</c:v>
                </c:pt>
                <c:pt idx="153">
                  <c:v>20171</c:v>
                </c:pt>
                <c:pt idx="154">
                  <c:v>20172</c:v>
                </c:pt>
                <c:pt idx="155">
                  <c:v>20173</c:v>
                </c:pt>
                <c:pt idx="156">
                  <c:v>20174</c:v>
                </c:pt>
                <c:pt idx="157">
                  <c:v>20175</c:v>
                </c:pt>
                <c:pt idx="158">
                  <c:v>20176</c:v>
                </c:pt>
                <c:pt idx="159">
                  <c:v>20177</c:v>
                </c:pt>
                <c:pt idx="160">
                  <c:v>20178</c:v>
                </c:pt>
                <c:pt idx="161">
                  <c:v>20179</c:v>
                </c:pt>
                <c:pt idx="162">
                  <c:v>20180</c:v>
                </c:pt>
                <c:pt idx="163">
                  <c:v>20181</c:v>
                </c:pt>
                <c:pt idx="164">
                  <c:v>20182</c:v>
                </c:pt>
                <c:pt idx="165">
                  <c:v>20183</c:v>
                </c:pt>
                <c:pt idx="166">
                  <c:v>20184</c:v>
                </c:pt>
                <c:pt idx="167">
                  <c:v>20185</c:v>
                </c:pt>
                <c:pt idx="168">
                  <c:v>20186</c:v>
                </c:pt>
                <c:pt idx="169">
                  <c:v>20187</c:v>
                </c:pt>
                <c:pt idx="170">
                  <c:v>20188</c:v>
                </c:pt>
                <c:pt idx="171">
                  <c:v>20189</c:v>
                </c:pt>
                <c:pt idx="172">
                  <c:v>20190</c:v>
                </c:pt>
                <c:pt idx="173">
                  <c:v>20191</c:v>
                </c:pt>
                <c:pt idx="174">
                  <c:v>20192</c:v>
                </c:pt>
                <c:pt idx="175">
                  <c:v>20193</c:v>
                </c:pt>
                <c:pt idx="176">
                  <c:v>20194</c:v>
                </c:pt>
                <c:pt idx="177">
                  <c:v>20195</c:v>
                </c:pt>
                <c:pt idx="178">
                  <c:v>20196</c:v>
                </c:pt>
                <c:pt idx="179">
                  <c:v>20197</c:v>
                </c:pt>
                <c:pt idx="180">
                  <c:v>20198</c:v>
                </c:pt>
                <c:pt idx="181">
                  <c:v>20199</c:v>
                </c:pt>
                <c:pt idx="182">
                  <c:v>20200</c:v>
                </c:pt>
                <c:pt idx="183">
                  <c:v>20201</c:v>
                </c:pt>
                <c:pt idx="184">
                  <c:v>20202</c:v>
                </c:pt>
                <c:pt idx="185">
                  <c:v>20203</c:v>
                </c:pt>
                <c:pt idx="186">
                  <c:v>20204</c:v>
                </c:pt>
                <c:pt idx="187">
                  <c:v>20205</c:v>
                </c:pt>
                <c:pt idx="188">
                  <c:v>20206</c:v>
                </c:pt>
                <c:pt idx="189">
                  <c:v>20207</c:v>
                </c:pt>
                <c:pt idx="190">
                  <c:v>20208</c:v>
                </c:pt>
                <c:pt idx="191">
                  <c:v>20209</c:v>
                </c:pt>
                <c:pt idx="192">
                  <c:v>20210</c:v>
                </c:pt>
                <c:pt idx="193">
                  <c:v>20211</c:v>
                </c:pt>
                <c:pt idx="194">
                  <c:v>20212</c:v>
                </c:pt>
                <c:pt idx="195">
                  <c:v>20213</c:v>
                </c:pt>
                <c:pt idx="196">
                  <c:v>20214</c:v>
                </c:pt>
                <c:pt idx="197">
                  <c:v>20215</c:v>
                </c:pt>
                <c:pt idx="198">
                  <c:v>20216</c:v>
                </c:pt>
                <c:pt idx="199">
                  <c:v>20217</c:v>
                </c:pt>
                <c:pt idx="200">
                  <c:v>20218</c:v>
                </c:pt>
                <c:pt idx="201">
                  <c:v>20219</c:v>
                </c:pt>
                <c:pt idx="202">
                  <c:v>20220</c:v>
                </c:pt>
                <c:pt idx="203">
                  <c:v>20221</c:v>
                </c:pt>
                <c:pt idx="204">
                  <c:v>20222</c:v>
                </c:pt>
                <c:pt idx="205">
                  <c:v>20223</c:v>
                </c:pt>
                <c:pt idx="206">
                  <c:v>20224</c:v>
                </c:pt>
                <c:pt idx="207">
                  <c:v>20225</c:v>
                </c:pt>
                <c:pt idx="208">
                  <c:v>20226</c:v>
                </c:pt>
                <c:pt idx="209">
                  <c:v>20227</c:v>
                </c:pt>
                <c:pt idx="210">
                  <c:v>20228</c:v>
                </c:pt>
                <c:pt idx="211">
                  <c:v>20229</c:v>
                </c:pt>
                <c:pt idx="212">
                  <c:v>20230</c:v>
                </c:pt>
                <c:pt idx="213">
                  <c:v>20231</c:v>
                </c:pt>
                <c:pt idx="214">
                  <c:v>20232</c:v>
                </c:pt>
                <c:pt idx="215">
                  <c:v>20233</c:v>
                </c:pt>
                <c:pt idx="216">
                  <c:v>20234</c:v>
                </c:pt>
                <c:pt idx="217">
                  <c:v>20235</c:v>
                </c:pt>
                <c:pt idx="218">
                  <c:v>20236</c:v>
                </c:pt>
                <c:pt idx="219">
                  <c:v>20237</c:v>
                </c:pt>
                <c:pt idx="220">
                  <c:v>20238</c:v>
                </c:pt>
                <c:pt idx="221">
                  <c:v>20239</c:v>
                </c:pt>
                <c:pt idx="222">
                  <c:v>20240</c:v>
                </c:pt>
                <c:pt idx="223">
                  <c:v>20241</c:v>
                </c:pt>
                <c:pt idx="224">
                  <c:v>20242</c:v>
                </c:pt>
                <c:pt idx="225">
                  <c:v>20243</c:v>
                </c:pt>
                <c:pt idx="226">
                  <c:v>20244</c:v>
                </c:pt>
                <c:pt idx="227">
                  <c:v>20245</c:v>
                </c:pt>
                <c:pt idx="228">
                  <c:v>20246</c:v>
                </c:pt>
                <c:pt idx="229">
                  <c:v>20247</c:v>
                </c:pt>
                <c:pt idx="230">
                  <c:v>20248</c:v>
                </c:pt>
                <c:pt idx="231">
                  <c:v>20249</c:v>
                </c:pt>
                <c:pt idx="232">
                  <c:v>20250</c:v>
                </c:pt>
                <c:pt idx="233">
                  <c:v>20251</c:v>
                </c:pt>
                <c:pt idx="234">
                  <c:v>20252</c:v>
                </c:pt>
                <c:pt idx="235">
                  <c:v>20253</c:v>
                </c:pt>
                <c:pt idx="236">
                  <c:v>20254</c:v>
                </c:pt>
                <c:pt idx="237">
                  <c:v>20255</c:v>
                </c:pt>
                <c:pt idx="238">
                  <c:v>20256</c:v>
                </c:pt>
                <c:pt idx="239">
                  <c:v>20257</c:v>
                </c:pt>
                <c:pt idx="240">
                  <c:v>20258</c:v>
                </c:pt>
                <c:pt idx="241">
                  <c:v>20259</c:v>
                </c:pt>
                <c:pt idx="242">
                  <c:v>20260</c:v>
                </c:pt>
                <c:pt idx="243">
                  <c:v>20261</c:v>
                </c:pt>
                <c:pt idx="244">
                  <c:v>20262</c:v>
                </c:pt>
                <c:pt idx="245">
                  <c:v>20263</c:v>
                </c:pt>
                <c:pt idx="246">
                  <c:v>20264</c:v>
                </c:pt>
                <c:pt idx="247">
                  <c:v>20265</c:v>
                </c:pt>
                <c:pt idx="248">
                  <c:v>20266</c:v>
                </c:pt>
                <c:pt idx="249">
                  <c:v>20267</c:v>
                </c:pt>
                <c:pt idx="250">
                  <c:v>20268</c:v>
                </c:pt>
                <c:pt idx="251">
                  <c:v>20269</c:v>
                </c:pt>
                <c:pt idx="252">
                  <c:v>20270</c:v>
                </c:pt>
                <c:pt idx="253">
                  <c:v>20271</c:v>
                </c:pt>
                <c:pt idx="254">
                  <c:v>20272</c:v>
                </c:pt>
                <c:pt idx="255">
                  <c:v>20273</c:v>
                </c:pt>
                <c:pt idx="256">
                  <c:v>20274</c:v>
                </c:pt>
                <c:pt idx="257">
                  <c:v>20275</c:v>
                </c:pt>
                <c:pt idx="258">
                  <c:v>20276</c:v>
                </c:pt>
                <c:pt idx="259">
                  <c:v>20277</c:v>
                </c:pt>
                <c:pt idx="260">
                  <c:v>20278</c:v>
                </c:pt>
                <c:pt idx="261">
                  <c:v>20279</c:v>
                </c:pt>
                <c:pt idx="262">
                  <c:v>20280</c:v>
                </c:pt>
                <c:pt idx="263">
                  <c:v>20281</c:v>
                </c:pt>
                <c:pt idx="264">
                  <c:v>20282</c:v>
                </c:pt>
                <c:pt idx="265">
                  <c:v>20283</c:v>
                </c:pt>
                <c:pt idx="266">
                  <c:v>20284</c:v>
                </c:pt>
                <c:pt idx="267">
                  <c:v>20285</c:v>
                </c:pt>
                <c:pt idx="268">
                  <c:v>20286</c:v>
                </c:pt>
                <c:pt idx="269">
                  <c:v>20287</c:v>
                </c:pt>
                <c:pt idx="270">
                  <c:v>20288</c:v>
                </c:pt>
                <c:pt idx="271">
                  <c:v>20289</c:v>
                </c:pt>
                <c:pt idx="272">
                  <c:v>20290</c:v>
                </c:pt>
                <c:pt idx="273">
                  <c:v>20291</c:v>
                </c:pt>
                <c:pt idx="274">
                  <c:v>20292</c:v>
                </c:pt>
                <c:pt idx="275">
                  <c:v>20293</c:v>
                </c:pt>
                <c:pt idx="276">
                  <c:v>20294</c:v>
                </c:pt>
                <c:pt idx="277">
                  <c:v>20295</c:v>
                </c:pt>
                <c:pt idx="278">
                  <c:v>20296</c:v>
                </c:pt>
                <c:pt idx="279">
                  <c:v>20297</c:v>
                </c:pt>
                <c:pt idx="280">
                  <c:v>20298</c:v>
                </c:pt>
                <c:pt idx="281">
                  <c:v>20299</c:v>
                </c:pt>
                <c:pt idx="282">
                  <c:v>20300</c:v>
                </c:pt>
                <c:pt idx="283">
                  <c:v>20301</c:v>
                </c:pt>
                <c:pt idx="284">
                  <c:v>20302</c:v>
                </c:pt>
                <c:pt idx="285">
                  <c:v>20303</c:v>
                </c:pt>
                <c:pt idx="286">
                  <c:v>20304</c:v>
                </c:pt>
                <c:pt idx="287">
                  <c:v>20305</c:v>
                </c:pt>
                <c:pt idx="288">
                  <c:v>20306</c:v>
                </c:pt>
                <c:pt idx="289">
                  <c:v>20307</c:v>
                </c:pt>
                <c:pt idx="290">
                  <c:v>20308</c:v>
                </c:pt>
                <c:pt idx="291">
                  <c:v>20309</c:v>
                </c:pt>
                <c:pt idx="292">
                  <c:v>20310</c:v>
                </c:pt>
                <c:pt idx="293">
                  <c:v>20311</c:v>
                </c:pt>
                <c:pt idx="294">
                  <c:v>20312</c:v>
                </c:pt>
                <c:pt idx="295">
                  <c:v>20313</c:v>
                </c:pt>
                <c:pt idx="296">
                  <c:v>20314</c:v>
                </c:pt>
                <c:pt idx="297">
                  <c:v>20315</c:v>
                </c:pt>
                <c:pt idx="298">
                  <c:v>20316</c:v>
                </c:pt>
                <c:pt idx="299">
                  <c:v>20317</c:v>
                </c:pt>
                <c:pt idx="300">
                  <c:v>20318</c:v>
                </c:pt>
                <c:pt idx="301">
                  <c:v>20319</c:v>
                </c:pt>
                <c:pt idx="302">
                  <c:v>20320</c:v>
                </c:pt>
                <c:pt idx="303">
                  <c:v>20321</c:v>
                </c:pt>
                <c:pt idx="304">
                  <c:v>20322</c:v>
                </c:pt>
                <c:pt idx="305">
                  <c:v>20323</c:v>
                </c:pt>
                <c:pt idx="306">
                  <c:v>20324</c:v>
                </c:pt>
                <c:pt idx="307">
                  <c:v>20325</c:v>
                </c:pt>
                <c:pt idx="308">
                  <c:v>20326</c:v>
                </c:pt>
                <c:pt idx="309">
                  <c:v>20327</c:v>
                </c:pt>
                <c:pt idx="310">
                  <c:v>20328</c:v>
                </c:pt>
                <c:pt idx="311">
                  <c:v>20329</c:v>
                </c:pt>
                <c:pt idx="312">
                  <c:v>20330</c:v>
                </c:pt>
                <c:pt idx="313">
                  <c:v>20331</c:v>
                </c:pt>
                <c:pt idx="314">
                  <c:v>20332</c:v>
                </c:pt>
                <c:pt idx="315">
                  <c:v>20333</c:v>
                </c:pt>
                <c:pt idx="316">
                  <c:v>20334</c:v>
                </c:pt>
                <c:pt idx="317">
                  <c:v>20335</c:v>
                </c:pt>
                <c:pt idx="318">
                  <c:v>20336</c:v>
                </c:pt>
                <c:pt idx="319">
                  <c:v>20337</c:v>
                </c:pt>
                <c:pt idx="320">
                  <c:v>20338</c:v>
                </c:pt>
                <c:pt idx="321">
                  <c:v>20339</c:v>
                </c:pt>
                <c:pt idx="322">
                  <c:v>20340</c:v>
                </c:pt>
                <c:pt idx="323">
                  <c:v>20341</c:v>
                </c:pt>
                <c:pt idx="324">
                  <c:v>20342</c:v>
                </c:pt>
                <c:pt idx="325">
                  <c:v>20343</c:v>
                </c:pt>
                <c:pt idx="326">
                  <c:v>20344</c:v>
                </c:pt>
                <c:pt idx="327">
                  <c:v>20345</c:v>
                </c:pt>
                <c:pt idx="328">
                  <c:v>20346</c:v>
                </c:pt>
                <c:pt idx="329">
                  <c:v>20347</c:v>
                </c:pt>
                <c:pt idx="330">
                  <c:v>20348</c:v>
                </c:pt>
                <c:pt idx="331">
                  <c:v>20349</c:v>
                </c:pt>
                <c:pt idx="332">
                  <c:v>20350</c:v>
                </c:pt>
                <c:pt idx="333">
                  <c:v>20351</c:v>
                </c:pt>
                <c:pt idx="334">
                  <c:v>20352</c:v>
                </c:pt>
                <c:pt idx="335">
                  <c:v>20353</c:v>
                </c:pt>
                <c:pt idx="336">
                  <c:v>20354</c:v>
                </c:pt>
                <c:pt idx="337">
                  <c:v>20355</c:v>
                </c:pt>
              </c:numCache>
            </c:numRef>
          </c:xVal>
          <c:yVal>
            <c:numRef>
              <c:f>Sheet1!$A$3:$LZ$3</c:f>
              <c:numCache>
                <c:formatCode>General</c:formatCode>
                <c:ptCount val="338"/>
                <c:pt idx="0">
                  <c:v>618</c:v>
                </c:pt>
                <c:pt idx="1">
                  <c:v>853</c:v>
                </c:pt>
                <c:pt idx="2">
                  <c:v>587</c:v>
                </c:pt>
                <c:pt idx="3">
                  <c:v>687</c:v>
                </c:pt>
                <c:pt idx="4">
                  <c:v>575</c:v>
                </c:pt>
                <c:pt idx="5">
                  <c:v>659</c:v>
                </c:pt>
                <c:pt idx="6">
                  <c:v>481</c:v>
                </c:pt>
                <c:pt idx="7">
                  <c:v>509</c:v>
                </c:pt>
                <c:pt idx="8">
                  <c:v>796</c:v>
                </c:pt>
                <c:pt idx="9">
                  <c:v>663</c:v>
                </c:pt>
                <c:pt idx="10">
                  <c:v>582</c:v>
                </c:pt>
                <c:pt idx="11">
                  <c:v>385</c:v>
                </c:pt>
                <c:pt idx="12">
                  <c:v>502</c:v>
                </c:pt>
                <c:pt idx="13">
                  <c:v>520</c:v>
                </c:pt>
                <c:pt idx="14">
                  <c:v>552</c:v>
                </c:pt>
                <c:pt idx="15">
                  <c:v>673</c:v>
                </c:pt>
                <c:pt idx="16">
                  <c:v>621</c:v>
                </c:pt>
                <c:pt idx="17">
                  <c:v>701</c:v>
                </c:pt>
                <c:pt idx="18">
                  <c:v>510</c:v>
                </c:pt>
                <c:pt idx="19">
                  <c:v>377</c:v>
                </c:pt>
                <c:pt idx="20">
                  <c:v>585</c:v>
                </c:pt>
                <c:pt idx="21">
                  <c:v>587</c:v>
                </c:pt>
                <c:pt idx="22">
                  <c:v>605</c:v>
                </c:pt>
                <c:pt idx="23">
                  <c:v>636</c:v>
                </c:pt>
                <c:pt idx="24">
                  <c:v>629</c:v>
                </c:pt>
                <c:pt idx="25">
                  <c:v>460</c:v>
                </c:pt>
                <c:pt idx="26">
                  <c:v>418</c:v>
                </c:pt>
                <c:pt idx="27">
                  <c:v>615</c:v>
                </c:pt>
                <c:pt idx="28">
                  <c:v>939</c:v>
                </c:pt>
                <c:pt idx="29">
                  <c:v>723</c:v>
                </c:pt>
                <c:pt idx="30">
                  <c:v>692</c:v>
                </c:pt>
                <c:pt idx="31">
                  <c:v>498</c:v>
                </c:pt>
                <c:pt idx="32">
                  <c:v>472</c:v>
                </c:pt>
                <c:pt idx="33">
                  <c:v>497</c:v>
                </c:pt>
                <c:pt idx="34">
                  <c:v>516</c:v>
                </c:pt>
                <c:pt idx="35">
                  <c:v>695</c:v>
                </c:pt>
                <c:pt idx="36">
                  <c:v>686</c:v>
                </c:pt>
                <c:pt idx="37">
                  <c:v>500</c:v>
                </c:pt>
                <c:pt idx="38">
                  <c:v>654</c:v>
                </c:pt>
                <c:pt idx="39">
                  <c:v>477</c:v>
                </c:pt>
                <c:pt idx="40">
                  <c:v>467</c:v>
                </c:pt>
                <c:pt idx="41">
                  <c:v>670</c:v>
                </c:pt>
                <c:pt idx="42">
                  <c:v>774</c:v>
                </c:pt>
                <c:pt idx="43">
                  <c:v>628</c:v>
                </c:pt>
                <c:pt idx="44">
                  <c:v>755</c:v>
                </c:pt>
                <c:pt idx="45">
                  <c:v>655</c:v>
                </c:pt>
                <c:pt idx="46">
                  <c:v>465</c:v>
                </c:pt>
                <c:pt idx="47">
                  <c:v>621</c:v>
                </c:pt>
                <c:pt idx="48">
                  <c:v>718</c:v>
                </c:pt>
                <c:pt idx="49">
                  <c:v>788</c:v>
                </c:pt>
                <c:pt idx="50">
                  <c:v>875</c:v>
                </c:pt>
                <c:pt idx="51">
                  <c:v>636</c:v>
                </c:pt>
                <c:pt idx="52">
                  <c:v>597</c:v>
                </c:pt>
                <c:pt idx="53">
                  <c:v>454</c:v>
                </c:pt>
                <c:pt idx="54">
                  <c:v>498</c:v>
                </c:pt>
                <c:pt idx="55">
                  <c:v>631</c:v>
                </c:pt>
                <c:pt idx="56">
                  <c:v>671</c:v>
                </c:pt>
                <c:pt idx="57">
                  <c:v>556</c:v>
                </c:pt>
                <c:pt idx="58">
                  <c:v>615</c:v>
                </c:pt>
                <c:pt idx="59">
                  <c:v>657</c:v>
                </c:pt>
                <c:pt idx="60">
                  <c:v>511</c:v>
                </c:pt>
                <c:pt idx="61">
                  <c:v>538</c:v>
                </c:pt>
                <c:pt idx="62">
                  <c:v>771</c:v>
                </c:pt>
                <c:pt idx="63">
                  <c:v>991</c:v>
                </c:pt>
                <c:pt idx="64">
                  <c:v>987</c:v>
                </c:pt>
                <c:pt idx="65">
                  <c:v>1745</c:v>
                </c:pt>
                <c:pt idx="66">
                  <c:v>790</c:v>
                </c:pt>
                <c:pt idx="67">
                  <c:v>462</c:v>
                </c:pt>
                <c:pt idx="68">
                  <c:v>423</c:v>
                </c:pt>
                <c:pt idx="69">
                  <c:v>584</c:v>
                </c:pt>
                <c:pt idx="70">
                  <c:v>461</c:v>
                </c:pt>
                <c:pt idx="71">
                  <c:v>465</c:v>
                </c:pt>
                <c:pt idx="72">
                  <c:v>749</c:v>
                </c:pt>
                <c:pt idx="73">
                  <c:v>738</c:v>
                </c:pt>
                <c:pt idx="74">
                  <c:v>578</c:v>
                </c:pt>
                <c:pt idx="75">
                  <c:v>594</c:v>
                </c:pt>
                <c:pt idx="76">
                  <c:v>792</c:v>
                </c:pt>
                <c:pt idx="77">
                  <c:v>835</c:v>
                </c:pt>
                <c:pt idx="78">
                  <c:v>786</c:v>
                </c:pt>
                <c:pt idx="79">
                  <c:v>587</c:v>
                </c:pt>
                <c:pt idx="80">
                  <c:v>531</c:v>
                </c:pt>
                <c:pt idx="81">
                  <c:v>468</c:v>
                </c:pt>
                <c:pt idx="82">
                  <c:v>517</c:v>
                </c:pt>
                <c:pt idx="83">
                  <c:v>709</c:v>
                </c:pt>
                <c:pt idx="84">
                  <c:v>662</c:v>
                </c:pt>
                <c:pt idx="85">
                  <c:v>782</c:v>
                </c:pt>
                <c:pt idx="86">
                  <c:v>691</c:v>
                </c:pt>
                <c:pt idx="87">
                  <c:v>628</c:v>
                </c:pt>
                <c:pt idx="88">
                  <c:v>384</c:v>
                </c:pt>
                <c:pt idx="89">
                  <c:v>554</c:v>
                </c:pt>
                <c:pt idx="90">
                  <c:v>755</c:v>
                </c:pt>
                <c:pt idx="91">
                  <c:v>606</c:v>
                </c:pt>
                <c:pt idx="92">
                  <c:v>763</c:v>
                </c:pt>
                <c:pt idx="93">
                  <c:v>958</c:v>
                </c:pt>
                <c:pt idx="94">
                  <c:v>590</c:v>
                </c:pt>
                <c:pt idx="95">
                  <c:v>371</c:v>
                </c:pt>
                <c:pt idx="96">
                  <c:v>415</c:v>
                </c:pt>
                <c:pt idx="97">
                  <c:v>512</c:v>
                </c:pt>
                <c:pt idx="98">
                  <c:v>567</c:v>
                </c:pt>
                <c:pt idx="99">
                  <c:v>773</c:v>
                </c:pt>
                <c:pt idx="100">
                  <c:v>581</c:v>
                </c:pt>
                <c:pt idx="101">
                  <c:v>457</c:v>
                </c:pt>
                <c:pt idx="102">
                  <c:v>330</c:v>
                </c:pt>
                <c:pt idx="103">
                  <c:v>351</c:v>
                </c:pt>
                <c:pt idx="104">
                  <c:v>566</c:v>
                </c:pt>
                <c:pt idx="105">
                  <c:v>538</c:v>
                </c:pt>
                <c:pt idx="106">
                  <c:v>597</c:v>
                </c:pt>
                <c:pt idx="107">
                  <c:v>648</c:v>
                </c:pt>
                <c:pt idx="108">
                  <c:v>583</c:v>
                </c:pt>
                <c:pt idx="109">
                  <c:v>374</c:v>
                </c:pt>
                <c:pt idx="110">
                  <c:v>494</c:v>
                </c:pt>
                <c:pt idx="111">
                  <c:v>621</c:v>
                </c:pt>
                <c:pt idx="112">
                  <c:v>531</c:v>
                </c:pt>
                <c:pt idx="113">
                  <c:v>714</c:v>
                </c:pt>
                <c:pt idx="114">
                  <c:v>625</c:v>
                </c:pt>
                <c:pt idx="115">
                  <c:v>455</c:v>
                </c:pt>
                <c:pt idx="116">
                  <c:v>356</c:v>
                </c:pt>
                <c:pt idx="117">
                  <c:v>388</c:v>
                </c:pt>
                <c:pt idx="118">
                  <c:v>481</c:v>
                </c:pt>
                <c:pt idx="119">
                  <c:v>545</c:v>
                </c:pt>
                <c:pt idx="120">
                  <c:v>529</c:v>
                </c:pt>
                <c:pt idx="121">
                  <c:v>418</c:v>
                </c:pt>
                <c:pt idx="122">
                  <c:v>436</c:v>
                </c:pt>
                <c:pt idx="123">
                  <c:v>306</c:v>
                </c:pt>
                <c:pt idx="124">
                  <c:v>334</c:v>
                </c:pt>
                <c:pt idx="125">
                  <c:v>474</c:v>
                </c:pt>
                <c:pt idx="126">
                  <c:v>581</c:v>
                </c:pt>
                <c:pt idx="127">
                  <c:v>509</c:v>
                </c:pt>
                <c:pt idx="128">
                  <c:v>494</c:v>
                </c:pt>
                <c:pt idx="129">
                  <c:v>448</c:v>
                </c:pt>
                <c:pt idx="130">
                  <c:v>389</c:v>
                </c:pt>
                <c:pt idx="131">
                  <c:v>404</c:v>
                </c:pt>
                <c:pt idx="132">
                  <c:v>569</c:v>
                </c:pt>
                <c:pt idx="133">
                  <c:v>680</c:v>
                </c:pt>
                <c:pt idx="134">
                  <c:v>697</c:v>
                </c:pt>
                <c:pt idx="135">
                  <c:v>768</c:v>
                </c:pt>
                <c:pt idx="136">
                  <c:v>543</c:v>
                </c:pt>
                <c:pt idx="137">
                  <c:v>382</c:v>
                </c:pt>
                <c:pt idx="138">
                  <c:v>439</c:v>
                </c:pt>
                <c:pt idx="139">
                  <c:v>580</c:v>
                </c:pt>
                <c:pt idx="140">
                  <c:v>569</c:v>
                </c:pt>
                <c:pt idx="141">
                  <c:v>668</c:v>
                </c:pt>
                <c:pt idx="142">
                  <c:v>586</c:v>
                </c:pt>
                <c:pt idx="143">
                  <c:v>442</c:v>
                </c:pt>
                <c:pt idx="144">
                  <c:v>363</c:v>
                </c:pt>
                <c:pt idx="145">
                  <c:v>884</c:v>
                </c:pt>
                <c:pt idx="146">
                  <c:v>705</c:v>
                </c:pt>
                <c:pt idx="147">
                  <c:v>610</c:v>
                </c:pt>
                <c:pt idx="148">
                  <c:v>722</c:v>
                </c:pt>
                <c:pt idx="149">
                  <c:v>610</c:v>
                </c:pt>
                <c:pt idx="150">
                  <c:v>546</c:v>
                </c:pt>
                <c:pt idx="151">
                  <c:v>423</c:v>
                </c:pt>
                <c:pt idx="152">
                  <c:v>531</c:v>
                </c:pt>
                <c:pt idx="153">
                  <c:v>557</c:v>
                </c:pt>
                <c:pt idx="154">
                  <c:v>524</c:v>
                </c:pt>
                <c:pt idx="155">
                  <c:v>491</c:v>
                </c:pt>
                <c:pt idx="156">
                  <c:v>404</c:v>
                </c:pt>
                <c:pt idx="157">
                  <c:v>417</c:v>
                </c:pt>
                <c:pt idx="158">
                  <c:v>299</c:v>
                </c:pt>
                <c:pt idx="159">
                  <c:v>274</c:v>
                </c:pt>
                <c:pt idx="160">
                  <c:v>282</c:v>
                </c:pt>
                <c:pt idx="161">
                  <c:v>319</c:v>
                </c:pt>
                <c:pt idx="162">
                  <c:v>594</c:v>
                </c:pt>
                <c:pt idx="163">
                  <c:v>495</c:v>
                </c:pt>
                <c:pt idx="164">
                  <c:v>513</c:v>
                </c:pt>
                <c:pt idx="165">
                  <c:v>403</c:v>
                </c:pt>
                <c:pt idx="166">
                  <c:v>352</c:v>
                </c:pt>
                <c:pt idx="167">
                  <c:v>500</c:v>
                </c:pt>
                <c:pt idx="168">
                  <c:v>555</c:v>
                </c:pt>
                <c:pt idx="169">
                  <c:v>542</c:v>
                </c:pt>
                <c:pt idx="170">
                  <c:v>491</c:v>
                </c:pt>
                <c:pt idx="171">
                  <c:v>484</c:v>
                </c:pt>
                <c:pt idx="172">
                  <c:v>331</c:v>
                </c:pt>
                <c:pt idx="173">
                  <c:v>301</c:v>
                </c:pt>
                <c:pt idx="174">
                  <c:v>538</c:v>
                </c:pt>
                <c:pt idx="175">
                  <c:v>580</c:v>
                </c:pt>
                <c:pt idx="176">
                  <c:v>501</c:v>
                </c:pt>
                <c:pt idx="177">
                  <c:v>477</c:v>
                </c:pt>
                <c:pt idx="178">
                  <c:v>410</c:v>
                </c:pt>
                <c:pt idx="179">
                  <c:v>263</c:v>
                </c:pt>
                <c:pt idx="180">
                  <c:v>356</c:v>
                </c:pt>
                <c:pt idx="181">
                  <c:v>561</c:v>
                </c:pt>
                <c:pt idx="182">
                  <c:v>607</c:v>
                </c:pt>
                <c:pt idx="183">
                  <c:v>380</c:v>
                </c:pt>
                <c:pt idx="184">
                  <c:v>509</c:v>
                </c:pt>
                <c:pt idx="185">
                  <c:v>426</c:v>
                </c:pt>
                <c:pt idx="186">
                  <c:v>296</c:v>
                </c:pt>
                <c:pt idx="187">
                  <c:v>363</c:v>
                </c:pt>
                <c:pt idx="188">
                  <c:v>410</c:v>
                </c:pt>
                <c:pt idx="189">
                  <c:v>418</c:v>
                </c:pt>
                <c:pt idx="190">
                  <c:v>588</c:v>
                </c:pt>
                <c:pt idx="191">
                  <c:v>478</c:v>
                </c:pt>
                <c:pt idx="192">
                  <c:v>847</c:v>
                </c:pt>
                <c:pt idx="193">
                  <c:v>452</c:v>
                </c:pt>
                <c:pt idx="194">
                  <c:v>476</c:v>
                </c:pt>
                <c:pt idx="195">
                  <c:v>546</c:v>
                </c:pt>
                <c:pt idx="196">
                  <c:v>461</c:v>
                </c:pt>
                <c:pt idx="197">
                  <c:v>428</c:v>
                </c:pt>
                <c:pt idx="198">
                  <c:v>395</c:v>
                </c:pt>
                <c:pt idx="199">
                  <c:v>338</c:v>
                </c:pt>
                <c:pt idx="200">
                  <c:v>269</c:v>
                </c:pt>
                <c:pt idx="201">
                  <c:v>287</c:v>
                </c:pt>
                <c:pt idx="202">
                  <c:v>491</c:v>
                </c:pt>
                <c:pt idx="203">
                  <c:v>490</c:v>
                </c:pt>
                <c:pt idx="204">
                  <c:v>473</c:v>
                </c:pt>
                <c:pt idx="205">
                  <c:v>488</c:v>
                </c:pt>
                <c:pt idx="206">
                  <c:v>538</c:v>
                </c:pt>
                <c:pt idx="207">
                  <c:v>355</c:v>
                </c:pt>
                <c:pt idx="208">
                  <c:v>383</c:v>
                </c:pt>
                <c:pt idx="209">
                  <c:v>336</c:v>
                </c:pt>
                <c:pt idx="210">
                  <c:v>461</c:v>
                </c:pt>
                <c:pt idx="211">
                  <c:v>518</c:v>
                </c:pt>
                <c:pt idx="212">
                  <c:v>650</c:v>
                </c:pt>
                <c:pt idx="213">
                  <c:v>437</c:v>
                </c:pt>
                <c:pt idx="214">
                  <c:v>304</c:v>
                </c:pt>
                <c:pt idx="215">
                  <c:v>297</c:v>
                </c:pt>
                <c:pt idx="216">
                  <c:v>452</c:v>
                </c:pt>
                <c:pt idx="217">
                  <c:v>502</c:v>
                </c:pt>
                <c:pt idx="218">
                  <c:v>585</c:v>
                </c:pt>
                <c:pt idx="219">
                  <c:v>535</c:v>
                </c:pt>
                <c:pt idx="220">
                  <c:v>458</c:v>
                </c:pt>
                <c:pt idx="221">
                  <c:v>348</c:v>
                </c:pt>
                <c:pt idx="222">
                  <c:v>275</c:v>
                </c:pt>
                <c:pt idx="223">
                  <c:v>462</c:v>
                </c:pt>
                <c:pt idx="224">
                  <c:v>394</c:v>
                </c:pt>
                <c:pt idx="225">
                  <c:v>405</c:v>
                </c:pt>
                <c:pt idx="226">
                  <c:v>283</c:v>
                </c:pt>
                <c:pt idx="227">
                  <c:v>234</c:v>
                </c:pt>
                <c:pt idx="228">
                  <c:v>212</c:v>
                </c:pt>
                <c:pt idx="229">
                  <c:v>206</c:v>
                </c:pt>
                <c:pt idx="230">
                  <c:v>1170</c:v>
                </c:pt>
                <c:pt idx="231">
                  <c:v>714</c:v>
                </c:pt>
                <c:pt idx="232">
                  <c:v>542</c:v>
                </c:pt>
                <c:pt idx="233">
                  <c:v>447</c:v>
                </c:pt>
                <c:pt idx="234">
                  <c:v>448</c:v>
                </c:pt>
                <c:pt idx="235">
                  <c:v>547</c:v>
                </c:pt>
                <c:pt idx="236">
                  <c:v>606</c:v>
                </c:pt>
                <c:pt idx="237">
                  <c:v>565</c:v>
                </c:pt>
                <c:pt idx="238">
                  <c:v>718</c:v>
                </c:pt>
                <c:pt idx="239">
                  <c:v>830</c:v>
                </c:pt>
                <c:pt idx="240">
                  <c:v>496</c:v>
                </c:pt>
                <c:pt idx="241">
                  <c:v>1033</c:v>
                </c:pt>
                <c:pt idx="242">
                  <c:v>326</c:v>
                </c:pt>
                <c:pt idx="243">
                  <c:v>644</c:v>
                </c:pt>
                <c:pt idx="244">
                  <c:v>631</c:v>
                </c:pt>
                <c:pt idx="245">
                  <c:v>537</c:v>
                </c:pt>
                <c:pt idx="246">
                  <c:v>955</c:v>
                </c:pt>
                <c:pt idx="247">
                  <c:v>470</c:v>
                </c:pt>
                <c:pt idx="248">
                  <c:v>470</c:v>
                </c:pt>
                <c:pt idx="249">
                  <c:v>528</c:v>
                </c:pt>
                <c:pt idx="250">
                  <c:v>829</c:v>
                </c:pt>
                <c:pt idx="251">
                  <c:v>919</c:v>
                </c:pt>
                <c:pt idx="252">
                  <c:v>471</c:v>
                </c:pt>
                <c:pt idx="253">
                  <c:v>738</c:v>
                </c:pt>
                <c:pt idx="254">
                  <c:v>561</c:v>
                </c:pt>
                <c:pt idx="255">
                  <c:v>363</c:v>
                </c:pt>
                <c:pt idx="256">
                  <c:v>343</c:v>
                </c:pt>
                <c:pt idx="257">
                  <c:v>322</c:v>
                </c:pt>
                <c:pt idx="258">
                  <c:v>390</c:v>
                </c:pt>
                <c:pt idx="259">
                  <c:v>408</c:v>
                </c:pt>
                <c:pt idx="260">
                  <c:v>432</c:v>
                </c:pt>
                <c:pt idx="261">
                  <c:v>415</c:v>
                </c:pt>
                <c:pt idx="262">
                  <c:v>393</c:v>
                </c:pt>
                <c:pt idx="263">
                  <c:v>263</c:v>
                </c:pt>
                <c:pt idx="264">
                  <c:v>299</c:v>
                </c:pt>
                <c:pt idx="265">
                  <c:v>516</c:v>
                </c:pt>
                <c:pt idx="266">
                  <c:v>337</c:v>
                </c:pt>
                <c:pt idx="267">
                  <c:v>425</c:v>
                </c:pt>
                <c:pt idx="268">
                  <c:v>464</c:v>
                </c:pt>
                <c:pt idx="269">
                  <c:v>538</c:v>
                </c:pt>
                <c:pt idx="270">
                  <c:v>337</c:v>
                </c:pt>
                <c:pt idx="271">
                  <c:v>511</c:v>
                </c:pt>
                <c:pt idx="272">
                  <c:v>504</c:v>
                </c:pt>
                <c:pt idx="273">
                  <c:v>623</c:v>
                </c:pt>
                <c:pt idx="274">
                  <c:v>523</c:v>
                </c:pt>
                <c:pt idx="275">
                  <c:v>518</c:v>
                </c:pt>
                <c:pt idx="276">
                  <c:v>608</c:v>
                </c:pt>
                <c:pt idx="277">
                  <c:v>506</c:v>
                </c:pt>
                <c:pt idx="278">
                  <c:v>710</c:v>
                </c:pt>
                <c:pt idx="279">
                  <c:v>587</c:v>
                </c:pt>
                <c:pt idx="280">
                  <c:v>605</c:v>
                </c:pt>
                <c:pt idx="281">
                  <c:v>807</c:v>
                </c:pt>
                <c:pt idx="282">
                  <c:v>537</c:v>
                </c:pt>
                <c:pt idx="283">
                  <c:v>501</c:v>
                </c:pt>
                <c:pt idx="284">
                  <c:v>411</c:v>
                </c:pt>
                <c:pt idx="285">
                  <c:v>313</c:v>
                </c:pt>
                <c:pt idx="286">
                  <c:v>425</c:v>
                </c:pt>
                <c:pt idx="287">
                  <c:v>581</c:v>
                </c:pt>
                <c:pt idx="288">
                  <c:v>430</c:v>
                </c:pt>
                <c:pt idx="289">
                  <c:v>524</c:v>
                </c:pt>
                <c:pt idx="290">
                  <c:v>402</c:v>
                </c:pt>
                <c:pt idx="291">
                  <c:v>276</c:v>
                </c:pt>
                <c:pt idx="292">
                  <c:v>298</c:v>
                </c:pt>
                <c:pt idx="293">
                  <c:v>421</c:v>
                </c:pt>
                <c:pt idx="294">
                  <c:v>430</c:v>
                </c:pt>
                <c:pt idx="295">
                  <c:v>401</c:v>
                </c:pt>
                <c:pt idx="296">
                  <c:v>409</c:v>
                </c:pt>
                <c:pt idx="297">
                  <c:v>478</c:v>
                </c:pt>
                <c:pt idx="298">
                  <c:v>372</c:v>
                </c:pt>
                <c:pt idx="299">
                  <c:v>420</c:v>
                </c:pt>
                <c:pt idx="300">
                  <c:v>510</c:v>
                </c:pt>
                <c:pt idx="301">
                  <c:v>534</c:v>
                </c:pt>
                <c:pt idx="302">
                  <c:v>559</c:v>
                </c:pt>
                <c:pt idx="303">
                  <c:v>820</c:v>
                </c:pt>
                <c:pt idx="304">
                  <c:v>794</c:v>
                </c:pt>
                <c:pt idx="305">
                  <c:v>921</c:v>
                </c:pt>
                <c:pt idx="306">
                  <c:v>698</c:v>
                </c:pt>
                <c:pt idx="307">
                  <c:v>742</c:v>
                </c:pt>
                <c:pt idx="308">
                  <c:v>683</c:v>
                </c:pt>
                <c:pt idx="309">
                  <c:v>572</c:v>
                </c:pt>
                <c:pt idx="310">
                  <c:v>629</c:v>
                </c:pt>
                <c:pt idx="311">
                  <c:v>626</c:v>
                </c:pt>
                <c:pt idx="312">
                  <c:v>412</c:v>
                </c:pt>
                <c:pt idx="313">
                  <c:v>375</c:v>
                </c:pt>
                <c:pt idx="314">
                  <c:v>406</c:v>
                </c:pt>
                <c:pt idx="315">
                  <c:v>444</c:v>
                </c:pt>
                <c:pt idx="316">
                  <c:v>469</c:v>
                </c:pt>
                <c:pt idx="317">
                  <c:v>380</c:v>
                </c:pt>
                <c:pt idx="318">
                  <c:v>469</c:v>
                </c:pt>
                <c:pt idx="319">
                  <c:v>388</c:v>
                </c:pt>
                <c:pt idx="320">
                  <c:v>284</c:v>
                </c:pt>
                <c:pt idx="321">
                  <c:v>512</c:v>
                </c:pt>
                <c:pt idx="322">
                  <c:v>679</c:v>
                </c:pt>
                <c:pt idx="323">
                  <c:v>586</c:v>
                </c:pt>
                <c:pt idx="324">
                  <c:v>504</c:v>
                </c:pt>
                <c:pt idx="325">
                  <c:v>483</c:v>
                </c:pt>
                <c:pt idx="326">
                  <c:v>748</c:v>
                </c:pt>
                <c:pt idx="327">
                  <c:v>846</c:v>
                </c:pt>
                <c:pt idx="328">
                  <c:v>689</c:v>
                </c:pt>
                <c:pt idx="329">
                  <c:v>648</c:v>
                </c:pt>
                <c:pt idx="330">
                  <c:v>634</c:v>
                </c:pt>
                <c:pt idx="331">
                  <c:v>456</c:v>
                </c:pt>
                <c:pt idx="332">
                  <c:v>403</c:v>
                </c:pt>
                <c:pt idx="333">
                  <c:v>396</c:v>
                </c:pt>
                <c:pt idx="334">
                  <c:v>431</c:v>
                </c:pt>
                <c:pt idx="335">
                  <c:v>678</c:v>
                </c:pt>
                <c:pt idx="336">
                  <c:v>780</c:v>
                </c:pt>
                <c:pt idx="337">
                  <c:v>295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EAE-4160-9412-9CDC0A3DF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"/>
        <c:axId val="7"/>
      </c:scatterChart>
      <c:valAx>
        <c:axId val="4"/>
        <c:scaling>
          <c:orientation val="minMax"/>
          <c:max val="20355"/>
          <c:min val="20018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orientation val="minMax"/>
          <c:max val="22000"/>
          <c:min val="1000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>
                <a:solidFill>
                  <a:srgbClr val="364D6E"/>
                </a:solidFill>
                <a:latin typeface="Arial"/>
                <a:ea typeface="+mn-ea"/>
                <a:cs typeface="+mn-cs"/>
              </a:defRPr>
            </a:pPr>
            <a:endParaRPr lang="tr-TR"/>
          </a:p>
        </c:txPr>
        <c:crossAx val="4"/>
        <c:crosses val="min"/>
        <c:crossBetween val="midCat"/>
        <c:majorUnit val="2000"/>
      </c:valAx>
      <c:valAx>
        <c:axId val="6"/>
        <c:scaling>
          <c:orientation val="minMax"/>
          <c:max val="20355"/>
          <c:min val="20018"/>
        </c:scaling>
        <c:delete val="1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crossAx val="7"/>
        <c:crosses val="min"/>
        <c:crossBetween val="midCat"/>
      </c:valAx>
      <c:valAx>
        <c:axId val="7"/>
        <c:scaling>
          <c:orientation val="minMax"/>
          <c:max val="20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>
                <a:solidFill>
                  <a:srgbClr val="A80000"/>
                </a:solidFill>
                <a:latin typeface="Arial"/>
                <a:ea typeface="+mn-ea"/>
                <a:cs typeface="+mn-cs"/>
              </a:defRPr>
            </a:pPr>
            <a:endParaRPr lang="tr-TR"/>
          </a:p>
        </c:txPr>
        <c:crossAx val="6"/>
        <c:crosses val="max"/>
        <c:crossBetween val="midCat"/>
        <c:majorUnit val="4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2911392405063293E-2"/>
          <c:y val="2.2589052997393572E-2"/>
          <c:w val="0.9341772151898734"/>
          <c:h val="0.95482189400521289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A80000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-21.735065446314337</c:v>
                </c:pt>
                <c:pt idx="1">
                  <c:v>-8.7126212477759282</c:v>
                </c:pt>
                <c:pt idx="2">
                  <c:v>-3.2836728488902338</c:v>
                </c:pt>
                <c:pt idx="3">
                  <c:v>-1.0636974371734311</c:v>
                </c:pt>
                <c:pt idx="4">
                  <c:v>-6.9112842422711651E-2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40-4932-B32D-D8E2633F0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93962015"/>
        <c:axId val="1"/>
      </c:barChart>
      <c:catAx>
        <c:axId val="1393962015"/>
        <c:scaling>
          <c:orientation val="maxMin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21.735065446314337"/>
        </c:scaling>
        <c:delete val="1"/>
        <c:axPos val="t"/>
        <c:numFmt formatCode="General" sourceLinked="1"/>
        <c:majorTickMark val="out"/>
        <c:minorTickMark val="none"/>
        <c:tickLblPos val="nextTo"/>
        <c:crossAx val="1393962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0.22168674698795179"/>
          <c:w val="0.98458802608180207"/>
          <c:h val="0.6232931726907630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9B5-4B75-B1AE-2444273A9E61}"/>
              </c:ext>
            </c:extLst>
          </c:dPt>
          <c:dPt>
            <c:idx val="1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9B5-4B75-B1AE-2444273A9E61}"/>
              </c:ext>
            </c:extLst>
          </c:dPt>
          <c:dPt>
            <c:idx val="2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39B5-4B75-B1AE-2444273A9E61}"/>
              </c:ext>
            </c:extLst>
          </c:dPt>
          <c:dPt>
            <c:idx val="4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9B5-4B75-B1AE-2444273A9E61}"/>
              </c:ext>
            </c:extLst>
          </c:dPt>
          <c:dPt>
            <c:idx val="6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39B5-4B75-B1AE-2444273A9E61}"/>
              </c:ext>
            </c:extLst>
          </c:dPt>
          <c:dLbls>
            <c:dLbl>
              <c:idx val="0"/>
              <c:layout>
                <c:manualLayout>
                  <c:x val="0"/>
                  <c:y val="-0.378313253012048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9B5-4B75-B1AE-2444273A9E61}"/>
                </c:ext>
              </c:extLst>
            </c:dLbl>
            <c:dLbl>
              <c:idx val="1"/>
              <c:layout>
                <c:manualLayout>
                  <c:x val="0"/>
                  <c:y val="-0.30281124497991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9B5-4B75-B1AE-2444273A9E61}"/>
                </c:ext>
              </c:extLst>
            </c:dLbl>
            <c:dLbl>
              <c:idx val="2"/>
              <c:layout>
                <c:manualLayout>
                  <c:x val="0"/>
                  <c:y val="-0.2658634538152610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9B5-4B75-B1AE-2444273A9E61}"/>
                </c:ext>
              </c:extLst>
            </c:dLbl>
            <c:dLbl>
              <c:idx val="3"/>
              <c:layout>
                <c:manualLayout>
                  <c:x val="0"/>
                  <c:y val="-0.2040160642570281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9B5-4B75-B1AE-2444273A9E61}"/>
                </c:ext>
              </c:extLst>
            </c:dLbl>
            <c:dLbl>
              <c:idx val="4"/>
              <c:layout>
                <c:manualLayout>
                  <c:x val="0"/>
                  <c:y val="-0.110040160642570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9B5-4B75-B1AE-2444273A9E61}"/>
                </c:ext>
              </c:extLst>
            </c:dLbl>
            <c:dLbl>
              <c:idx val="5"/>
              <c:layout>
                <c:manualLayout>
                  <c:x val="0"/>
                  <c:y val="-0.103614457831325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9B5-4B75-B1AE-2444273A9E61}"/>
                </c:ext>
              </c:extLst>
            </c:dLbl>
            <c:dLbl>
              <c:idx val="6"/>
              <c:layout>
                <c:manualLayout>
                  <c:x val="0"/>
                  <c:y val="-0.1068273092369477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9B5-4B75-B1AE-2444273A9E61}"/>
                </c:ext>
              </c:extLst>
            </c:dLbl>
            <c:dLbl>
              <c:idx val="7"/>
              <c:layout>
                <c:manualLayout>
                  <c:x val="0"/>
                  <c:y val="-0.1036144578313253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39B5-4B75-B1AE-2444273A9E61}"/>
                </c:ext>
              </c:extLst>
            </c:dLbl>
            <c:dLbl>
              <c:idx val="8"/>
              <c:layout>
                <c:manualLayout>
                  <c:x val="0"/>
                  <c:y val="-6.907630522088353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39B5-4B75-B1AE-2444273A9E61}"/>
                </c:ext>
              </c:extLst>
            </c:dLbl>
            <c:dLbl>
              <c:idx val="9"/>
              <c:layout>
                <c:manualLayout>
                  <c:x val="0"/>
                  <c:y val="-6.74698795180722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39B5-4B75-B1AE-2444273A9E61}"/>
                </c:ext>
              </c:extLst>
            </c:dLbl>
            <c:dLbl>
              <c:idx val="10"/>
              <c:layout>
                <c:manualLayout>
                  <c:x val="0"/>
                  <c:y val="-0.171084337349397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39B5-4B75-B1AE-2444273A9E6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Sheet1!$A$1:$K$1</c:f>
              <c:numCache>
                <c:formatCode>General</c:formatCode>
                <c:ptCount val="11"/>
                <c:pt idx="0">
                  <c:v>118221</c:v>
                </c:pt>
                <c:pt idx="1">
                  <c:v>89411</c:v>
                </c:pt>
                <c:pt idx="2">
                  <c:v>75548</c:v>
                </c:pt>
                <c:pt idx="3">
                  <c:v>52152</c:v>
                </c:pt>
                <c:pt idx="4">
                  <c:v>16519</c:v>
                </c:pt>
                <c:pt idx="5">
                  <c:v>13999</c:v>
                </c:pt>
                <c:pt idx="6">
                  <c:v>15170</c:v>
                </c:pt>
                <c:pt idx="7">
                  <c:v>14081</c:v>
                </c:pt>
                <c:pt idx="8">
                  <c:v>911</c:v>
                </c:pt>
                <c:pt idx="9">
                  <c:v>273</c:v>
                </c:pt>
                <c:pt idx="10">
                  <c:v>39650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9B5-4B75-B1AE-2444273A9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3384351"/>
        <c:axId val="1"/>
      </c:barChart>
      <c:catAx>
        <c:axId val="15733843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822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33843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5.909090909090909E-2"/>
          <c:w val="0.98458802608180207"/>
          <c:h val="0.8818181818181818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F4B-4892-B514-FC7072A04F16}"/>
              </c:ext>
            </c:extLst>
          </c:dPt>
          <c:dPt>
            <c:idx val="1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F4B-4892-B514-FC7072A04F16}"/>
              </c:ext>
            </c:extLst>
          </c:dPt>
          <c:dPt>
            <c:idx val="2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F4B-4892-B514-FC7072A04F16}"/>
              </c:ext>
            </c:extLst>
          </c:dPt>
          <c:dPt>
            <c:idx val="4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F4B-4892-B514-FC7072A04F16}"/>
              </c:ext>
            </c:extLst>
          </c:dPt>
          <c:dPt>
            <c:idx val="6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1F4B-4892-B514-FC7072A04F16}"/>
              </c:ext>
            </c:extLst>
          </c:dPt>
          <c:val>
            <c:numRef>
              <c:f>Sheet1!$A$1:$K$1</c:f>
              <c:numCache>
                <c:formatCode>General</c:formatCode>
                <c:ptCount val="11"/>
                <c:pt idx="0">
                  <c:v>27.118951219791942</c:v>
                </c:pt>
                <c:pt idx="1">
                  <c:v>20.510167800245448</c:v>
                </c:pt>
                <c:pt idx="2">
                  <c:v>17.330106552582379</c:v>
                </c:pt>
                <c:pt idx="3">
                  <c:v>11.963251402158578</c:v>
                </c:pt>
                <c:pt idx="4">
                  <c:v>3.789326390402239</c:v>
                </c:pt>
                <c:pt idx="5">
                  <c:v>3.2112585591888698</c:v>
                </c:pt>
                <c:pt idx="6">
                  <c:v>3.4798765871058763</c:v>
                </c:pt>
                <c:pt idx="7">
                  <c:v>3.230068702902956</c:v>
                </c:pt>
                <c:pt idx="8">
                  <c:v>0.20897610882356313</c:v>
                </c:pt>
                <c:pt idx="9">
                  <c:v>6.2624015048114975E-2</c:v>
                </c:pt>
                <c:pt idx="10">
                  <c:v>9.0953926617500311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F4B-4892-B514-FC7072A04F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2894591"/>
        <c:axId val="1"/>
      </c:barChart>
      <c:catAx>
        <c:axId val="1572894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7.11895121979194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28945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976200080677694E-2"/>
          <c:y val="8.8289112534309239E-2"/>
          <c:w val="0.95804759983864463"/>
          <c:h val="0.8234217749313814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FFFFFF"/>
              </a:solidFill>
              <a:ln w="19050" cmpd="sng" algn="ctr">
                <a:solidFill>
                  <a:srgbClr val="FFFFFF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F0A-4156-8246-1C8A3AF1BB98}"/>
              </c:ext>
            </c:extLst>
          </c:dPt>
          <c:dLbls>
            <c:dLbl>
              <c:idx val="0"/>
              <c:layout>
                <c:manualLayout>
                  <c:x val="0"/>
                  <c:y val="-4.5745654162854531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F0A-4156-8246-1C8A3AF1BB9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52.486294299805024</c:v>
                </c:pt>
                <c:pt idx="1">
                  <c:v>52.486294299805024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0A-4156-8246-1C8A3AF1BB98}"/>
            </c:ext>
          </c:extLst>
        </c:ser>
        <c:ser>
          <c:idx val="1"/>
          <c:order val="1"/>
          <c:spPr>
            <a:solidFill>
              <a:srgbClr val="A80000"/>
            </a:solidFill>
            <a:ln w="19050" cmpd="sng" algn="ctr">
              <a:solidFill>
                <a:srgbClr val="FFFFFF"/>
              </a:solidFill>
              <a:prstDash val="solid"/>
            </a:ln>
          </c:spPr>
          <c:invertIfNegative val="0"/>
          <c:dLbls>
            <c:dLbl>
              <c:idx val="1"/>
              <c:layout>
                <c:manualLayout>
                  <c:x val="0"/>
                  <c:y val="-4.5745654162854531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F0A-4156-8246-1C8A3AF1BB9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1">
                  <c:v>47.513705700194976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0A-4156-8246-1C8A3AF1B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2303007"/>
        <c:axId val="1"/>
      </c:barChart>
      <c:catAx>
        <c:axId val="15723030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23030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66588675713618E-2"/>
          <c:y val="2.4656235182550973E-2"/>
          <c:w val="0.97566682264857274"/>
          <c:h val="0.948316737790422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89.04</c:v>
                </c:pt>
                <c:pt idx="1">
                  <c:v>74.400000000000006</c:v>
                </c:pt>
                <c:pt idx="2">
                  <c:v>57.12</c:v>
                </c:pt>
                <c:pt idx="3">
                  <c:v>89.3</c:v>
                </c:pt>
                <c:pt idx="4">
                  <c:v>95.46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8E-4614-9838-C28642FBD1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79672191"/>
        <c:axId val="1"/>
      </c:barChart>
      <c:catAx>
        <c:axId val="157967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5.4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7967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507150715071511E-3"/>
          <c:y val="2.7310924369747899E-2"/>
          <c:w val="0.98569856985698567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9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3B9-4568-81D6-F29DEAA05666}"/>
              </c:ext>
            </c:extLst>
          </c:dPt>
          <c:val>
            <c:numRef>
              <c:f>Sheet1!$A$1:$J$1</c:f>
              <c:numCache>
                <c:formatCode>General</c:formatCode>
                <c:ptCount val="10"/>
                <c:pt idx="0">
                  <c:v>11.92124105011932</c:v>
                </c:pt>
                <c:pt idx="1">
                  <c:v>3.84</c:v>
                </c:pt>
                <c:pt idx="2">
                  <c:v>3.54</c:v>
                </c:pt>
                <c:pt idx="3">
                  <c:v>1.94</c:v>
                </c:pt>
                <c:pt idx="4">
                  <c:v>1.76</c:v>
                </c:pt>
                <c:pt idx="5">
                  <c:v>1.02</c:v>
                </c:pt>
                <c:pt idx="6">
                  <c:v>0.77</c:v>
                </c:pt>
                <c:pt idx="7">
                  <c:v>0.71</c:v>
                </c:pt>
                <c:pt idx="8">
                  <c:v>0.47</c:v>
                </c:pt>
                <c:pt idx="9">
                  <c:v>5.5499999999999972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B9-4568-81D6-F29DEAA056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22188319"/>
        <c:axId val="1"/>
      </c:barChart>
      <c:catAx>
        <c:axId val="14221883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.9212410501193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221883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507150715071511E-3"/>
          <c:y val="2.7310924369747899E-2"/>
          <c:w val="0.98569856985698567"/>
          <c:h val="0.9453781512605041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CCF6-48EF-8199-0CBB797ECC15}"/>
              </c:ext>
            </c:extLst>
          </c:dPt>
          <c:dPt>
            <c:idx val="4"/>
            <c:invertIfNegative val="0"/>
            <c:bubble3D val="0"/>
            <c:spPr>
              <a:solidFill>
                <a:srgbClr val="A8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CCF6-48EF-8199-0CBB797ECC15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0">
                  <c:v>81.84</c:v>
                </c:pt>
                <c:pt idx="1">
                  <c:v>78.900000000000006</c:v>
                </c:pt>
                <c:pt idx="2">
                  <c:v>92.23</c:v>
                </c:pt>
                <c:pt idx="3">
                  <c:v>8.44</c:v>
                </c:pt>
                <c:pt idx="4">
                  <c:v>82.38</c:v>
                </c:pt>
                <c:pt idx="5">
                  <c:v>25.65</c:v>
                </c:pt>
                <c:pt idx="6">
                  <c:v>76.56</c:v>
                </c:pt>
                <c:pt idx="7">
                  <c:v>74.75</c:v>
                </c:pt>
                <c:pt idx="8">
                  <c:v>79.69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F6-48EF-8199-0CBB797EC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19519055"/>
        <c:axId val="1"/>
      </c:barChart>
      <c:catAx>
        <c:axId val="15195190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2.2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51951905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0.22168674698795179"/>
          <c:w val="0.98458802608180207"/>
          <c:h val="0.6232931726907630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78313253012048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9EE-4145-8201-7B9BFDEEF9D1}"/>
                </c:ext>
              </c:extLst>
            </c:dLbl>
            <c:dLbl>
              <c:idx val="1"/>
              <c:layout>
                <c:manualLayout>
                  <c:x val="0"/>
                  <c:y val="-0.1630522088353413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9EE-4145-8201-7B9BFDEEF9D1}"/>
                </c:ext>
              </c:extLst>
            </c:dLbl>
            <c:dLbl>
              <c:idx val="2"/>
              <c:layout>
                <c:manualLayout>
                  <c:x val="0"/>
                  <c:y val="-0.1100401606425702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9EE-4145-8201-7B9BFDEEF9D1}"/>
                </c:ext>
              </c:extLst>
            </c:dLbl>
            <c:dLbl>
              <c:idx val="3"/>
              <c:layout>
                <c:manualLayout>
                  <c:x val="0"/>
                  <c:y val="-7.2289156626506021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9EE-4145-8201-7B9BFDEEF9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120688</c:v>
                </c:pt>
                <c:pt idx="1">
                  <c:v>37141</c:v>
                </c:pt>
                <c:pt idx="2">
                  <c:v>16998</c:v>
                </c:pt>
                <c:pt idx="3">
                  <c:v>2141</c:v>
                </c:pt>
                <c:pt idx="4">
                  <c:v>219</c:v>
                </c:pt>
                <c:pt idx="5">
                  <c:v>42</c:v>
                </c:pt>
                <c:pt idx="6">
                  <c:v>15</c:v>
                </c:pt>
                <c:pt idx="7">
                  <c:v>12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9EE-4145-8201-7B9BFDEEF9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5409071"/>
        <c:axId val="1"/>
      </c:barChart>
      <c:catAx>
        <c:axId val="12454090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68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454090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059869590989927E-3"/>
          <c:y val="5.909090909090909E-2"/>
          <c:w val="0.98458802608180207"/>
          <c:h val="0.8818181818181818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64D6E"/>
            </a:solidFill>
            <a:ln>
              <a:noFill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68.085298431682276</c:v>
                </c:pt>
                <c:pt idx="1">
                  <c:v>20.952837639625411</c:v>
                </c:pt>
                <c:pt idx="2">
                  <c:v>9.5893038474557137</c:v>
                </c:pt>
                <c:pt idx="3">
                  <c:v>1.2078303057655422</c:v>
                </c:pt>
                <c:pt idx="4">
                  <c:v>0.12354733160329459</c:v>
                </c:pt>
                <c:pt idx="5">
                  <c:v>2.3694008800631841E-2</c:v>
                </c:pt>
                <c:pt idx="6">
                  <c:v>8.4621460002256566E-3</c:v>
                </c:pt>
                <c:pt idx="7">
                  <c:v>6.7697168001805254E-3</c:v>
                </c:pt>
                <c:pt idx="8">
                  <c:v>2.2565722667268421E-3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07-4E56-8154-B943C125C6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5408591"/>
        <c:axId val="1"/>
      </c:barChart>
      <c:catAx>
        <c:axId val="12454085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8.085298431682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454085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737840065952184E-3"/>
          <c:y val="2.3465703971119134E-2"/>
          <c:w val="0.9828524319868096"/>
          <c:h val="0.95306859205776173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364D6E"/>
              </a:solidFill>
              <a:prstDash val="solid"/>
            </a:ln>
          </c:spPr>
          <c:marker>
            <c:symbol val="none"/>
          </c:marker>
          <c:xVal>
            <c:numRef>
              <c:f>Sheet1!$A$1:$AG$1</c:f>
              <c:numCache>
                <c:formatCode>General</c:formatCode>
                <c:ptCount val="3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  <c:pt idx="19">
                  <c:v>2027</c:v>
                </c:pt>
                <c:pt idx="20">
                  <c:v>2028</c:v>
                </c:pt>
                <c:pt idx="21">
                  <c:v>2029</c:v>
                </c:pt>
                <c:pt idx="22">
                  <c:v>2030</c:v>
                </c:pt>
                <c:pt idx="23">
                  <c:v>2031</c:v>
                </c:pt>
                <c:pt idx="24">
                  <c:v>2032</c:v>
                </c:pt>
                <c:pt idx="25">
                  <c:v>2033</c:v>
                </c:pt>
                <c:pt idx="26">
                  <c:v>2034</c:v>
                </c:pt>
                <c:pt idx="27">
                  <c:v>2035</c:v>
                </c:pt>
                <c:pt idx="28">
                  <c:v>2036</c:v>
                </c:pt>
                <c:pt idx="29">
                  <c:v>2037</c:v>
                </c:pt>
                <c:pt idx="30">
                  <c:v>2038</c:v>
                </c:pt>
                <c:pt idx="31">
                  <c:v>2039</c:v>
                </c:pt>
                <c:pt idx="32">
                  <c:v>2040</c:v>
                </c:pt>
              </c:numCache>
            </c:numRef>
          </c:xVal>
          <c:yVal>
            <c:numRef>
              <c:f>Sheet1!$A$2:$AG$2</c:f>
              <c:numCache>
                <c:formatCode>General</c:formatCode>
                <c:ptCount val="33"/>
                <c:pt idx="0">
                  <c:v>5354573.9731999999</c:v>
                </c:pt>
                <c:pt idx="1">
                  <c:v>5520623.4078000002</c:v>
                </c:pt>
                <c:pt idx="2">
                  <c:v>5602412.6274999995</c:v>
                </c:pt>
                <c:pt idx="3">
                  <c:v>5799315.4740699995</c:v>
                </c:pt>
                <c:pt idx="4">
                  <c:v>4881465.4859999996</c:v>
                </c:pt>
                <c:pt idx="5">
                  <c:v>4338956.5649999995</c:v>
                </c:pt>
                <c:pt idx="6">
                  <c:v>3909631.54318</c:v>
                </c:pt>
                <c:pt idx="7">
                  <c:v>3710412.1010600002</c:v>
                </c:pt>
                <c:pt idx="8">
                  <c:v>3712427.80755</c:v>
                </c:pt>
                <c:pt idx="9">
                  <c:v>3792646.7245499999</c:v>
                </c:pt>
                <c:pt idx="10">
                  <c:v>3971870.8829700002</c:v>
                </c:pt>
                <c:pt idx="11">
                  <c:v>4282869.0552000003</c:v>
                </c:pt>
                <c:pt idx="12">
                  <c:v>4396445.1303300001</c:v>
                </c:pt>
                <c:pt idx="13">
                  <c:v>4627127.9512200002</c:v>
                </c:pt>
                <c:pt idx="14">
                  <c:v>5040406.7623600001</c:v>
                </c:pt>
                <c:pt idx="15">
                  <c:v>5423984.2182200002</c:v>
                </c:pt>
                <c:pt idx="16">
                  <c:v>5759233.9592199996</c:v>
                </c:pt>
                <c:pt idx="17">
                  <c:v>6210374.9696186474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56-4166-9881-06D46BE37F19}"/>
            </c:ext>
          </c:extLst>
        </c:ser>
        <c:ser>
          <c:idx val="1"/>
          <c:order val="1"/>
          <c:spPr>
            <a:ln w="28575" cmpd="sng" algn="ctr">
              <a:solidFill>
                <a:srgbClr val="E7A238"/>
              </a:solidFill>
              <a:prstDash val="solid"/>
            </a:ln>
          </c:spPr>
          <c:marker>
            <c:symbol val="none"/>
          </c:marker>
          <c:dPt>
            <c:idx val="3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556-4166-9881-06D46BE37F19}"/>
              </c:ext>
            </c:extLst>
          </c:dPt>
          <c:dPt>
            <c:idx val="4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556-4166-9881-06D46BE37F19}"/>
              </c:ext>
            </c:extLst>
          </c:dPt>
          <c:dPt>
            <c:idx val="5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9556-4166-9881-06D46BE37F19}"/>
              </c:ext>
            </c:extLst>
          </c:dPt>
          <c:dPt>
            <c:idx val="6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9556-4166-9881-06D46BE37F19}"/>
              </c:ext>
            </c:extLst>
          </c:dPt>
          <c:dPt>
            <c:idx val="7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9556-4166-9881-06D46BE37F19}"/>
              </c:ext>
            </c:extLst>
          </c:dPt>
          <c:dPt>
            <c:idx val="8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9556-4166-9881-06D46BE37F19}"/>
              </c:ext>
            </c:extLst>
          </c:dPt>
          <c:dPt>
            <c:idx val="9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9556-4166-9881-06D46BE37F19}"/>
              </c:ext>
            </c:extLst>
          </c:dPt>
          <c:dPt>
            <c:idx val="10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9556-4166-9881-06D46BE37F19}"/>
              </c:ext>
            </c:extLst>
          </c:dPt>
          <c:dPt>
            <c:idx val="11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9556-4166-9881-06D46BE37F19}"/>
              </c:ext>
            </c:extLst>
          </c:dPt>
          <c:dPt>
            <c:idx val="12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9556-4166-9881-06D46BE37F19}"/>
              </c:ext>
            </c:extLst>
          </c:dPt>
          <c:dPt>
            <c:idx val="13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9556-4166-9881-06D46BE37F19}"/>
              </c:ext>
            </c:extLst>
          </c:dPt>
          <c:dPt>
            <c:idx val="14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9556-4166-9881-06D46BE37F19}"/>
              </c:ext>
            </c:extLst>
          </c:dPt>
          <c:dPt>
            <c:idx val="15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9556-4166-9881-06D46BE37F19}"/>
              </c:ext>
            </c:extLst>
          </c:dPt>
          <c:dPt>
            <c:idx val="16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9556-4166-9881-06D46BE37F19}"/>
              </c:ext>
            </c:extLst>
          </c:dPt>
          <c:dPt>
            <c:idx val="17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9556-4166-9881-06D46BE37F19}"/>
              </c:ext>
            </c:extLst>
          </c:dPt>
          <c:dPt>
            <c:idx val="18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9556-4166-9881-06D46BE37F19}"/>
              </c:ext>
            </c:extLst>
          </c:dPt>
          <c:dPt>
            <c:idx val="19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9556-4166-9881-06D46BE37F19}"/>
              </c:ext>
            </c:extLst>
          </c:dPt>
          <c:dPt>
            <c:idx val="20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9556-4166-9881-06D46BE37F19}"/>
              </c:ext>
            </c:extLst>
          </c:dPt>
          <c:dPt>
            <c:idx val="21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9556-4166-9881-06D46BE37F19}"/>
              </c:ext>
            </c:extLst>
          </c:dPt>
          <c:dPt>
            <c:idx val="22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9556-4166-9881-06D46BE37F19}"/>
              </c:ext>
            </c:extLst>
          </c:dPt>
          <c:dPt>
            <c:idx val="23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9556-4166-9881-06D46BE37F19}"/>
              </c:ext>
            </c:extLst>
          </c:dPt>
          <c:dPt>
            <c:idx val="24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9556-4166-9881-06D46BE37F19}"/>
              </c:ext>
            </c:extLst>
          </c:dPt>
          <c:dPt>
            <c:idx val="25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9556-4166-9881-06D46BE37F19}"/>
              </c:ext>
            </c:extLst>
          </c:dPt>
          <c:dPt>
            <c:idx val="26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9556-4166-9881-06D46BE37F19}"/>
              </c:ext>
            </c:extLst>
          </c:dPt>
          <c:dPt>
            <c:idx val="27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9556-4166-9881-06D46BE37F19}"/>
              </c:ext>
            </c:extLst>
          </c:dPt>
          <c:dPt>
            <c:idx val="28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9556-4166-9881-06D46BE37F19}"/>
              </c:ext>
            </c:extLst>
          </c:dPt>
          <c:dPt>
            <c:idx val="29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9556-4166-9881-06D46BE37F19}"/>
              </c:ext>
            </c:extLst>
          </c:dPt>
          <c:dPt>
            <c:idx val="30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9556-4166-9881-06D46BE37F19}"/>
              </c:ext>
            </c:extLst>
          </c:dPt>
          <c:dPt>
            <c:idx val="31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D-9556-4166-9881-06D46BE37F19}"/>
              </c:ext>
            </c:extLst>
          </c:dPt>
          <c:dPt>
            <c:idx val="32"/>
            <c:marker>
              <c:symbol val="circle"/>
              <c:size val="7"/>
              <c:spPr>
                <a:solidFill>
                  <a:srgbClr val="FFFFFF"/>
                </a:solidFill>
                <a:ln w="9525" cmpd="sng" algn="ctr">
                  <a:solidFill>
                    <a:srgbClr val="E7A238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E-9556-4166-9881-06D46BE37F19}"/>
              </c:ext>
            </c:extLst>
          </c:dPt>
          <c:xVal>
            <c:numRef>
              <c:f>Sheet1!$A$1:$AG$1</c:f>
              <c:numCache>
                <c:formatCode>General</c:formatCode>
                <c:ptCount val="3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  <c:pt idx="19">
                  <c:v>2027</c:v>
                </c:pt>
                <c:pt idx="20">
                  <c:v>2028</c:v>
                </c:pt>
                <c:pt idx="21">
                  <c:v>2029</c:v>
                </c:pt>
                <c:pt idx="22">
                  <c:v>2030</c:v>
                </c:pt>
                <c:pt idx="23">
                  <c:v>2031</c:v>
                </c:pt>
                <c:pt idx="24">
                  <c:v>2032</c:v>
                </c:pt>
                <c:pt idx="25">
                  <c:v>2033</c:v>
                </c:pt>
                <c:pt idx="26">
                  <c:v>2034</c:v>
                </c:pt>
                <c:pt idx="27">
                  <c:v>2035</c:v>
                </c:pt>
                <c:pt idx="28">
                  <c:v>2036</c:v>
                </c:pt>
                <c:pt idx="29">
                  <c:v>2037</c:v>
                </c:pt>
                <c:pt idx="30">
                  <c:v>2038</c:v>
                </c:pt>
                <c:pt idx="31">
                  <c:v>2039</c:v>
                </c:pt>
                <c:pt idx="32">
                  <c:v>2040</c:v>
                </c:pt>
              </c:numCache>
            </c:numRef>
          </c:xVal>
          <c:yVal>
            <c:numRef>
              <c:f>Sheet1!$A$3:$AG$3</c:f>
              <c:numCache>
                <c:formatCode>General</c:formatCode>
                <c:ptCount val="33"/>
                <c:pt idx="3">
                  <c:v>5799315.4740699995</c:v>
                </c:pt>
                <c:pt idx="4">
                  <c:v>5934222.2210786985</c:v>
                </c:pt>
                <c:pt idx="5">
                  <c:v>6072267.2402627682</c:v>
                </c:pt>
                <c:pt idx="6">
                  <c:v>6213523.535771112</c:v>
                </c:pt>
                <c:pt idx="7">
                  <c:v>6358065.8100137971</c:v>
                </c:pt>
                <c:pt idx="8">
                  <c:v>6505970.5031679049</c:v>
                </c:pt>
                <c:pt idx="9">
                  <c:v>6657315.8336023875</c:v>
                </c:pt>
                <c:pt idx="10">
                  <c:v>6812181.8392433086</c:v>
                </c:pt>
                <c:pt idx="11">
                  <c:v>6970650.419901344</c:v>
                </c:pt>
                <c:pt idx="12">
                  <c:v>7132805.380583927</c:v>
                </c:pt>
                <c:pt idx="13">
                  <c:v>7298732.4758149441</c:v>
                </c:pt>
                <c:pt idx="14">
                  <c:v>7468519.4549854202</c:v>
                </c:pt>
                <c:pt idx="15">
                  <c:v>7642256.1087591732</c:v>
                </c:pt>
                <c:pt idx="16">
                  <c:v>7820034.3165579811</c:v>
                </c:pt>
                <c:pt idx="17">
                  <c:v>8001948.0951513788</c:v>
                </c:pt>
                <c:pt idx="18">
                  <c:v>8188093.6483767694</c:v>
                </c:pt>
                <c:pt idx="19">
                  <c:v>8378569.418016159</c:v>
                </c:pt>
                <c:pt idx="20">
                  <c:v>8573476.1358564049</c:v>
                </c:pt>
                <c:pt idx="21">
                  <c:v>8772916.8769605234</c:v>
                </c:pt>
                <c:pt idx="22">
                  <c:v>8976997.1141782198</c:v>
                </c:pt>
                <c:pt idx="23">
                  <c:v>9185824.7739244718</c:v>
                </c:pt>
                <c:pt idx="24">
                  <c:v>9399510.2932556644</c:v>
                </c:pt>
                <c:pt idx="25">
                  <c:v>9618166.6782734599</c:v>
                </c:pt>
                <c:pt idx="26">
                  <c:v>9841909.5638872869</c:v>
                </c:pt>
                <c:pt idx="27">
                  <c:v>10070857.274967061</c:v>
                </c:pt>
                <c:pt idx="28">
                  <c:v>10305130.888918469</c:v>
                </c:pt>
                <c:pt idx="29">
                  <c:v>10544854.299713913</c:v>
                </c:pt>
                <c:pt idx="30">
                  <c:v>10790154.283412978</c:v>
                </c:pt>
                <c:pt idx="31">
                  <c:v>11041160.565207066</c:v>
                </c:pt>
                <c:pt idx="32">
                  <c:v>11298005.888023667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F-9556-4166-9881-06D46BE37F19}"/>
            </c:ext>
          </c:extLst>
        </c:ser>
        <c:ser>
          <c:idx val="2"/>
          <c:order val="2"/>
          <c:spPr>
            <a:ln w="28575" cmpd="sng" algn="ctr">
              <a:solidFill>
                <a:srgbClr val="6F8DB9"/>
              </a:solidFill>
              <a:prstDash val="solid"/>
            </a:ln>
          </c:spPr>
          <c:marker>
            <c:symbol val="none"/>
          </c:marker>
          <c:dPt>
            <c:idx val="17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0-9556-4166-9881-06D46BE37F19}"/>
              </c:ext>
            </c:extLst>
          </c:dPt>
          <c:dPt>
            <c:idx val="18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1-9556-4166-9881-06D46BE37F19}"/>
              </c:ext>
            </c:extLst>
          </c:dPt>
          <c:dPt>
            <c:idx val="19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2-9556-4166-9881-06D46BE37F19}"/>
              </c:ext>
            </c:extLst>
          </c:dPt>
          <c:dPt>
            <c:idx val="20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3-9556-4166-9881-06D46BE37F19}"/>
              </c:ext>
            </c:extLst>
          </c:dPt>
          <c:dPt>
            <c:idx val="21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4-9556-4166-9881-06D46BE37F19}"/>
              </c:ext>
            </c:extLst>
          </c:dPt>
          <c:dPt>
            <c:idx val="22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5-9556-4166-9881-06D46BE37F19}"/>
              </c:ext>
            </c:extLst>
          </c:dPt>
          <c:dPt>
            <c:idx val="23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6-9556-4166-9881-06D46BE37F19}"/>
              </c:ext>
            </c:extLst>
          </c:dPt>
          <c:dPt>
            <c:idx val="24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7-9556-4166-9881-06D46BE37F19}"/>
              </c:ext>
            </c:extLst>
          </c:dPt>
          <c:dPt>
            <c:idx val="25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8-9556-4166-9881-06D46BE37F19}"/>
              </c:ext>
            </c:extLst>
          </c:dPt>
          <c:dPt>
            <c:idx val="26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9-9556-4166-9881-06D46BE37F19}"/>
              </c:ext>
            </c:extLst>
          </c:dPt>
          <c:dPt>
            <c:idx val="27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A-9556-4166-9881-06D46BE37F19}"/>
              </c:ext>
            </c:extLst>
          </c:dPt>
          <c:dPt>
            <c:idx val="28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B-9556-4166-9881-06D46BE37F19}"/>
              </c:ext>
            </c:extLst>
          </c:dPt>
          <c:dPt>
            <c:idx val="29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C-9556-4166-9881-06D46BE37F19}"/>
              </c:ext>
            </c:extLst>
          </c:dPt>
          <c:dPt>
            <c:idx val="30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D-9556-4166-9881-06D46BE37F19}"/>
              </c:ext>
            </c:extLst>
          </c:dPt>
          <c:dPt>
            <c:idx val="31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E-9556-4166-9881-06D46BE37F19}"/>
              </c:ext>
            </c:extLst>
          </c:dPt>
          <c:dPt>
            <c:idx val="32"/>
            <c:marker>
              <c:symbol val="diamond"/>
              <c:size val="10"/>
              <c:spPr>
                <a:solidFill>
                  <a:srgbClr val="6F8DB9"/>
                </a:solidFill>
                <a:ln w="9525" cmpd="sng" algn="ctr">
                  <a:solidFill>
                    <a:srgbClr val="6F8DB9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2F-9556-4166-9881-06D46BE37F19}"/>
              </c:ext>
            </c:extLst>
          </c:dPt>
          <c:xVal>
            <c:numRef>
              <c:f>Sheet1!$A$1:$AG$1</c:f>
              <c:numCache>
                <c:formatCode>General</c:formatCode>
                <c:ptCount val="3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  <c:pt idx="19">
                  <c:v>2027</c:v>
                </c:pt>
                <c:pt idx="20">
                  <c:v>2028</c:v>
                </c:pt>
                <c:pt idx="21">
                  <c:v>2029</c:v>
                </c:pt>
                <c:pt idx="22">
                  <c:v>2030</c:v>
                </c:pt>
                <c:pt idx="23">
                  <c:v>2031</c:v>
                </c:pt>
                <c:pt idx="24">
                  <c:v>2032</c:v>
                </c:pt>
                <c:pt idx="25">
                  <c:v>2033</c:v>
                </c:pt>
                <c:pt idx="26">
                  <c:v>2034</c:v>
                </c:pt>
                <c:pt idx="27">
                  <c:v>2035</c:v>
                </c:pt>
                <c:pt idx="28">
                  <c:v>2036</c:v>
                </c:pt>
                <c:pt idx="29">
                  <c:v>2037</c:v>
                </c:pt>
                <c:pt idx="30">
                  <c:v>2038</c:v>
                </c:pt>
                <c:pt idx="31">
                  <c:v>2039</c:v>
                </c:pt>
                <c:pt idx="32">
                  <c:v>2040</c:v>
                </c:pt>
              </c:numCache>
            </c:numRef>
          </c:xVal>
          <c:yVal>
            <c:numRef>
              <c:f>Sheet1!$A$4:$AG$4</c:f>
              <c:numCache>
                <c:formatCode>General</c:formatCode>
                <c:ptCount val="33"/>
                <c:pt idx="17">
                  <c:v>6210374.9696186474</c:v>
                </c:pt>
                <c:pt idx="18">
                  <c:v>6555312.7832410447</c:v>
                </c:pt>
                <c:pt idx="19">
                  <c:v>6942158.9293596214</c:v>
                </c:pt>
                <c:pt idx="20">
                  <c:v>7376005.0745393336</c:v>
                </c:pt>
                <c:pt idx="21">
                  <c:v>7862561.4990399452</c:v>
                </c:pt>
                <c:pt idx="22">
                  <c:v>8408232.2554892283</c:v>
                </c:pt>
                <c:pt idx="23">
                  <c:v>9020199.4589837529</c:v>
                </c:pt>
                <c:pt idx="24">
                  <c:v>9706517.8180430327</c:v>
                </c:pt>
                <c:pt idx="25">
                  <c:v>10476220.650632879</c:v>
                </c:pt>
                <c:pt idx="26">
                  <c:v>11339438.780640181</c:v>
                </c:pt>
                <c:pt idx="27">
                  <c:v>12307533.879713792</c:v>
                </c:pt>
                <c:pt idx="28">
                  <c:v>13393248.009515973</c:v>
                </c:pt>
                <c:pt idx="29">
                  <c:v>14610871.332658606</c:v>
                </c:pt>
                <c:pt idx="30">
                  <c:v>15976430.199734455</c:v>
                </c:pt>
                <c:pt idx="31">
                  <c:v>17507898.08804382</c:v>
                </c:pt>
                <c:pt idx="32">
                  <c:v>19225432.16839077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0-9556-4166-9881-06D46BE37F19}"/>
            </c:ext>
          </c:extLst>
        </c:ser>
        <c:ser>
          <c:idx val="3"/>
          <c:order val="3"/>
          <c:spPr>
            <a:ln w="38100" cmpd="sng" algn="ctr">
              <a:solidFill>
                <a:srgbClr val="7DDADA"/>
              </a:solidFill>
              <a:prstDash val="solid"/>
            </a:ln>
          </c:spPr>
          <c:marker>
            <c:symbol val="none"/>
          </c:marker>
          <c:dPt>
            <c:idx val="17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1-9556-4166-9881-06D46BE37F19}"/>
              </c:ext>
            </c:extLst>
          </c:dPt>
          <c:dPt>
            <c:idx val="18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2-9556-4166-9881-06D46BE37F19}"/>
              </c:ext>
            </c:extLst>
          </c:dPt>
          <c:dPt>
            <c:idx val="19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3-9556-4166-9881-06D46BE37F19}"/>
              </c:ext>
            </c:extLst>
          </c:dPt>
          <c:dPt>
            <c:idx val="20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4-9556-4166-9881-06D46BE37F19}"/>
              </c:ext>
            </c:extLst>
          </c:dPt>
          <c:dPt>
            <c:idx val="21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5-9556-4166-9881-06D46BE37F19}"/>
              </c:ext>
            </c:extLst>
          </c:dPt>
          <c:dPt>
            <c:idx val="22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6-9556-4166-9881-06D46BE37F19}"/>
              </c:ext>
            </c:extLst>
          </c:dPt>
          <c:dPt>
            <c:idx val="23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7-9556-4166-9881-06D46BE37F19}"/>
              </c:ext>
            </c:extLst>
          </c:dPt>
          <c:dPt>
            <c:idx val="24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8-9556-4166-9881-06D46BE37F19}"/>
              </c:ext>
            </c:extLst>
          </c:dPt>
          <c:dPt>
            <c:idx val="25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9-9556-4166-9881-06D46BE37F19}"/>
              </c:ext>
            </c:extLst>
          </c:dPt>
          <c:dPt>
            <c:idx val="26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A-9556-4166-9881-06D46BE37F19}"/>
              </c:ext>
            </c:extLst>
          </c:dPt>
          <c:dPt>
            <c:idx val="27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B-9556-4166-9881-06D46BE37F19}"/>
              </c:ext>
            </c:extLst>
          </c:dPt>
          <c:dPt>
            <c:idx val="28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C-9556-4166-9881-06D46BE37F19}"/>
              </c:ext>
            </c:extLst>
          </c:dPt>
          <c:dPt>
            <c:idx val="29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D-9556-4166-9881-06D46BE37F19}"/>
              </c:ext>
            </c:extLst>
          </c:dPt>
          <c:dPt>
            <c:idx val="30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E-9556-4166-9881-06D46BE37F19}"/>
              </c:ext>
            </c:extLst>
          </c:dPt>
          <c:dPt>
            <c:idx val="31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3F-9556-4166-9881-06D46BE37F19}"/>
              </c:ext>
            </c:extLst>
          </c:dPt>
          <c:dPt>
            <c:idx val="32"/>
            <c:marker>
              <c:symbol val="diamond"/>
              <c:size val="10"/>
              <c:spPr>
                <a:solidFill>
                  <a:srgbClr val="7DDADA"/>
                </a:solidFill>
                <a:ln w="9525" cmpd="sng" algn="ctr">
                  <a:solidFill>
                    <a:srgbClr val="7DDADA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40-9556-4166-9881-06D46BE37F19}"/>
              </c:ext>
            </c:extLst>
          </c:dPt>
          <c:xVal>
            <c:numRef>
              <c:f>Sheet1!$A$1:$AG$1</c:f>
              <c:numCache>
                <c:formatCode>General</c:formatCode>
                <c:ptCount val="3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  <c:pt idx="19">
                  <c:v>2027</c:v>
                </c:pt>
                <c:pt idx="20">
                  <c:v>2028</c:v>
                </c:pt>
                <c:pt idx="21">
                  <c:v>2029</c:v>
                </c:pt>
                <c:pt idx="22">
                  <c:v>2030</c:v>
                </c:pt>
                <c:pt idx="23">
                  <c:v>2031</c:v>
                </c:pt>
                <c:pt idx="24">
                  <c:v>2032</c:v>
                </c:pt>
                <c:pt idx="25">
                  <c:v>2033</c:v>
                </c:pt>
                <c:pt idx="26">
                  <c:v>2034</c:v>
                </c:pt>
                <c:pt idx="27">
                  <c:v>2035</c:v>
                </c:pt>
                <c:pt idx="28">
                  <c:v>2036</c:v>
                </c:pt>
                <c:pt idx="29">
                  <c:v>2037</c:v>
                </c:pt>
                <c:pt idx="30">
                  <c:v>2038</c:v>
                </c:pt>
                <c:pt idx="31">
                  <c:v>2039</c:v>
                </c:pt>
                <c:pt idx="32">
                  <c:v>2040</c:v>
                </c:pt>
              </c:numCache>
            </c:numRef>
          </c:xVal>
          <c:yVal>
            <c:numRef>
              <c:f>Sheet1!$A$5:$AG$5</c:f>
              <c:numCache>
                <c:formatCode>General</c:formatCode>
                <c:ptCount val="33"/>
                <c:pt idx="17">
                  <c:v>6210374.9696186474</c:v>
                </c:pt>
                <c:pt idx="18">
                  <c:v>6727781.6900522429</c:v>
                </c:pt>
                <c:pt idx="19">
                  <c:v>7308050.9092301074</c:v>
                </c:pt>
                <c:pt idx="20">
                  <c:v>7958820.1269996753</c:v>
                </c:pt>
                <c:pt idx="21">
                  <c:v>8688654.7637505922</c:v>
                </c:pt>
                <c:pt idx="22">
                  <c:v>9507160.8984245174</c:v>
                </c:pt>
                <c:pt idx="23">
                  <c:v>10425111.703666303</c:v>
                </c:pt>
                <c:pt idx="24">
                  <c:v>11454589.242255222</c:v>
                </c:pt>
                <c:pt idx="25">
                  <c:v>12609143.491139989</c:v>
                </c:pt>
                <c:pt idx="26">
                  <c:v>13903970.686150944</c:v>
                </c:pt>
                <c:pt idx="27">
                  <c:v>15356113.334761361</c:v>
                </c:pt>
                <c:pt idx="28">
                  <c:v>16984684.529464632</c:v>
                </c:pt>
                <c:pt idx="29">
                  <c:v>18811119.514178582</c:v>
                </c:pt>
                <c:pt idx="30">
                  <c:v>20859457.814792354</c:v>
                </c:pt>
                <c:pt idx="31">
                  <c:v>23156659.647256397</c:v>
                </c:pt>
                <c:pt idx="32">
                  <c:v>25732960.767776821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1-9556-4166-9881-06D46BE37F19}"/>
            </c:ext>
          </c:extLst>
        </c:ser>
        <c:ser>
          <c:idx val="4"/>
          <c:order val="4"/>
          <c:spPr>
            <a:ln w="38100" cmpd="sng" algn="ctr">
              <a:solidFill>
                <a:srgbClr val="940D0F"/>
              </a:solidFill>
              <a:prstDash val="sysDot"/>
            </a:ln>
          </c:spPr>
          <c:marker>
            <c:symbol val="none"/>
          </c:marker>
          <c:xVal>
            <c:numRef>
              <c:f>Sheet1!$A$1:$AG$1</c:f>
              <c:numCache>
                <c:formatCode>General</c:formatCode>
                <c:ptCount val="33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  <c:pt idx="17">
                  <c:v>2025</c:v>
                </c:pt>
                <c:pt idx="18">
                  <c:v>2026</c:v>
                </c:pt>
                <c:pt idx="19">
                  <c:v>2027</c:v>
                </c:pt>
                <c:pt idx="20">
                  <c:v>2028</c:v>
                </c:pt>
                <c:pt idx="21">
                  <c:v>2029</c:v>
                </c:pt>
                <c:pt idx="22">
                  <c:v>2030</c:v>
                </c:pt>
                <c:pt idx="23">
                  <c:v>2031</c:v>
                </c:pt>
                <c:pt idx="24">
                  <c:v>2032</c:v>
                </c:pt>
                <c:pt idx="25">
                  <c:v>2033</c:v>
                </c:pt>
                <c:pt idx="26">
                  <c:v>2034</c:v>
                </c:pt>
                <c:pt idx="27">
                  <c:v>2035</c:v>
                </c:pt>
                <c:pt idx="28">
                  <c:v>2036</c:v>
                </c:pt>
                <c:pt idx="29">
                  <c:v>2037</c:v>
                </c:pt>
                <c:pt idx="30">
                  <c:v>2038</c:v>
                </c:pt>
                <c:pt idx="31">
                  <c:v>2039</c:v>
                </c:pt>
                <c:pt idx="32">
                  <c:v>2040</c:v>
                </c:pt>
              </c:numCache>
            </c:numRef>
          </c:xVal>
          <c:yVal>
            <c:numRef>
              <c:f>Sheet1!$A$6:$AG$6</c:f>
              <c:numCache>
                <c:formatCode>General</c:formatCode>
                <c:ptCount val="33"/>
                <c:pt idx="17">
                  <c:v>6210374.9696186474</c:v>
                </c:pt>
                <c:pt idx="18">
                  <c:v>6524321.683913555</c:v>
                </c:pt>
                <c:pt idx="19">
                  <c:v>6854139.0243620751</c:v>
                </c:pt>
                <c:pt idx="20">
                  <c:v>7200629.2824456561</c:v>
                </c:pt>
                <c:pt idx="21">
                  <c:v>7564635.3070638971</c:v>
                </c:pt>
                <c:pt idx="22">
                  <c:v>7947042.554792095</c:v>
                </c:pt>
                <c:pt idx="23">
                  <c:v>8348781.2437833641</c:v>
                </c:pt>
                <c:pt idx="24">
                  <c:v>8770828.616554752</c:v>
                </c:pt>
                <c:pt idx="25">
                  <c:v>9214211.3171616681</c:v>
                </c:pt>
                <c:pt idx="26">
                  <c:v>9680007.8885431681</c:v>
                </c:pt>
                <c:pt idx="27">
                  <c:v>10169351.396112973</c:v>
                </c:pt>
                <c:pt idx="28">
                  <c:v>10683432.183978193</c:v>
                </c:pt>
                <c:pt idx="29">
                  <c:v>11223500.77049035</c:v>
                </c:pt>
                <c:pt idx="30">
                  <c:v>11790870.890172219</c:v>
                </c:pt>
                <c:pt idx="31">
                  <c:v>12386922.689420074</c:v>
                </c:pt>
                <c:pt idx="32">
                  <c:v>13013106.083755001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42-9556-4166-9881-06D46BE37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40"/>
          <c:min val="2008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rot="-5400000" wrap="none"/>
          <a:lstStyle/>
          <a:p>
            <a:pPr>
              <a:defRPr sz="1400">
                <a:latin typeface="+mn-lt"/>
                <a:ea typeface="+mn-ea"/>
                <a:cs typeface="+mn-cs"/>
              </a:defRPr>
            </a:pPr>
            <a:endParaRPr lang="tr-TR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28000000"/>
          <c:min val="0"/>
        </c:scaling>
        <c:delete val="0"/>
        <c:axPos val="l"/>
        <c:majorGridlines>
          <c:spPr>
            <a:ln w="3175" cmpd="sng" algn="ctr">
              <a:solidFill>
                <a:srgbClr val="E9E9E9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>
                <a:latin typeface="+mn-lt"/>
                <a:ea typeface="+mn-ea"/>
                <a:cs typeface="+mn-cs"/>
              </a:defRPr>
            </a:pPr>
            <a:endParaRPr lang="tr-TR"/>
          </a:p>
        </c:txPr>
        <c:crossAx val="4"/>
        <c:crosses val="min"/>
        <c:crossBetween val="midCat"/>
        <c:majorUnit val="4000000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94154-533D-9192-AFEE-67172A4C69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C2DBE-EC08-7EF3-22D3-287D089BEA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ECE7-DB40-44E7-9358-C752C9E6E979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92F5E-2E91-60B4-7916-D92EB6515A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47073-5C28-19C5-F4B0-9860C45DF2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7DF8B-8F9F-484D-9E03-CD4985A8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67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8D00BA-8157-45F7-ADC5-1BC9E0F93763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7CF39-0074-4317-9C51-B82C4B7E23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3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24-25-26/12/2024: M. Coşkun Cangöz: Merkez Bankasının beklenen faiz kararı ve olası etkileri. https://www.tepav.org.tr/tr/blog/s/7502</a:t>
            </a:r>
          </a:p>
          <a:p>
            <a:r>
              <a:rPr lang="tr-TR" dirty="0"/>
              <a:t>23/01/2025: M. Coşkun Cangöz: Merkez Bankasının beklenen faiz kararı ve olası etkileri. https://www.tepav.org.tr/tr/blog/s/7502</a:t>
            </a:r>
          </a:p>
          <a:p>
            <a:r>
              <a:rPr lang="tr-TR" dirty="0"/>
              <a:t>09/06/2025: Güven Sak: “İç pazarda sıkışırsan dışarıya açılırsın” ezberi bozuluyor. https://www.tepav.org.tr/tr/blog/s/7592 </a:t>
            </a:r>
          </a:p>
          <a:p>
            <a:r>
              <a:rPr lang="tr-TR" dirty="0"/>
              <a:t>20/06/2025: </a:t>
            </a:r>
            <a:r>
              <a:rPr lang="tr-TR" dirty="0" err="1"/>
              <a:t>Gülrü</a:t>
            </a:r>
            <a:r>
              <a:rPr lang="tr-TR" dirty="0"/>
              <a:t> Gezer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dirty="0"/>
              <a:t>25/06/2025: </a:t>
            </a:r>
            <a:r>
              <a:rPr lang="tr-TR" dirty="0" err="1"/>
              <a:t>Gülrü</a:t>
            </a:r>
            <a:r>
              <a:rPr lang="tr-TR" dirty="0"/>
              <a:t> Gezer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CF39-0074-4317-9C51-B82C4B7E23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2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Nesne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169213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6" name="Nesne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114700" y="3886200"/>
            <a:ext cx="10398033" cy="1752600"/>
          </a:xfrm>
        </p:spPr>
        <p:txBody>
          <a:bodyPr/>
          <a:lstStyle>
            <a:lvl1pPr marL="0" indent="0" algn="r" rtl="0">
              <a:buNone/>
              <a:defRPr b="1">
                <a:solidFill>
                  <a:srgbClr val="1F318D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 noProof="0"/>
              <a:t>Asıl alt başlık stilini düzenlemek için tıklatın</a:t>
            </a:r>
            <a:endParaRPr lang="tr-TR" dirty="0"/>
          </a:p>
        </p:txBody>
      </p: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4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Nesne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8253588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6" imgH="416" progId="TCLayout.ActiveDocument.1">
                  <p:embed/>
                </p:oleObj>
              </mc:Choice>
              <mc:Fallback>
                <p:oleObj name="think-cell Slide" r:id="rId4" imgW="416" imgH="416" progId="TCLayout.ActiveDocument.1">
                  <p:embed/>
                  <p:pic>
                    <p:nvPicPr>
                      <p:cNvPr id="6" name="Nesne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ikdörtgen 6" hidden="1"/>
          <p:cNvSpPr/>
          <p:nvPr>
            <p:custDataLst>
              <p:tags r:id="rId2"/>
            </p:custDataLst>
          </p:nvPr>
        </p:nvSpPr>
        <p:spPr bwMode="auto"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tr-TR" sz="3600" b="1" dirty="0">
              <a:solidFill>
                <a:srgbClr val="000000"/>
              </a:solidFill>
              <a:sym typeface="Tahoma" panose="020B0604030504040204" pitchFamily="34" charset="0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tr-TR"/>
              <a:t>Asıl başlık stili için tıklatın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>
                <a:latin typeface="+mj-lt"/>
                <a:cs typeface="Arial" panose="020B0604020202020204" pitchFamily="34" charset="0"/>
              </a:defRPr>
            </a:lvl1pPr>
            <a:lvl2pPr rtl="0">
              <a:defRPr>
                <a:latin typeface="+mj-lt"/>
                <a:cs typeface="Arial" panose="020B0604020202020204" pitchFamily="34" charset="0"/>
              </a:defRPr>
            </a:lvl2pPr>
            <a:lvl3pPr rtl="0">
              <a:defRPr>
                <a:latin typeface="+mj-lt"/>
                <a:cs typeface="Arial" panose="020B0604020202020204" pitchFamily="34" charset="0"/>
              </a:defRPr>
            </a:lvl3pPr>
            <a:lvl4pPr rtl="0">
              <a:defRPr>
                <a:latin typeface="+mj-lt"/>
                <a:cs typeface="Arial" panose="020B0604020202020204" pitchFamily="34" charset="0"/>
              </a:defRPr>
            </a:lvl4pPr>
            <a:lvl5pPr rtl="0">
              <a:defRPr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tr-TR" noProof="0"/>
              <a:t>Asıl metin stillerini düzenlemek için tıklatın</a:t>
            </a:r>
          </a:p>
          <a:p>
            <a:pPr lvl="1"/>
            <a:r>
              <a:rPr lang="tr-TR" noProof="0"/>
              <a:t>İkinci düzey</a:t>
            </a:r>
          </a:p>
          <a:p>
            <a:pPr lvl="2"/>
            <a:r>
              <a:rPr lang="tr-TR" noProof="0"/>
              <a:t>Üçüncü düzey</a:t>
            </a:r>
          </a:p>
          <a:p>
            <a:pPr lvl="3"/>
            <a:r>
              <a:rPr lang="tr-TR" noProof="0"/>
              <a:t>Dördüncü düzey</a:t>
            </a:r>
          </a:p>
          <a:p>
            <a:pPr lvl="4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 rtl="0">
              <a:defRPr>
                <a:latin typeface="+mj-lt"/>
                <a:cs typeface="Arial" panose="020B0604020202020204" pitchFamily="34" charset="0"/>
              </a:defRPr>
            </a:lvl1pPr>
          </a:lstStyle>
          <a:p>
            <a:fld id="{07E531B1-FA9B-4D05-8633-5B9F82DD65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1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9FD1974-3E00-FA97-E5FE-2F6E8619C6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01871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D1974-3E00-FA97-E5FE-2F6E8619C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E100209-1175-870D-202F-563A533B0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>
                <a:solidFill>
                  <a:srgbClr val="1F318D"/>
                </a:solidFill>
                <a:latin typeface="+mj-lt"/>
              </a:defRPr>
            </a:lvl1pPr>
          </a:lstStyle>
          <a:p>
            <a:r>
              <a:rPr lang="en-GB"/>
              <a:t>#INSERT ACTION WORD HERE#</a:t>
            </a:r>
            <a:endParaRPr lang="tr-TR"/>
          </a:p>
        </p:txBody>
      </p:sp>
      <p:sp>
        <p:nvSpPr>
          <p:cNvPr id="64" name="Content Placeholder 63">
            <a:extLst>
              <a:ext uri="{FF2B5EF4-FFF2-40B4-BE49-F238E27FC236}">
                <a16:creationId xmlns:a16="http://schemas.microsoft.com/office/drawing/2014/main" id="{DA87A993-A410-C7F0-6C2D-F69DAF11BF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1841962"/>
            <a:ext cx="12192000" cy="420948"/>
          </a:xfrm>
          <a:solidFill>
            <a:srgbClr val="002060"/>
          </a:solidFill>
        </p:spPr>
        <p:txBody>
          <a:bodyPr/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GB"/>
              <a:t>#INSERT ACTION WORD HERE#</a:t>
            </a:r>
          </a:p>
        </p:txBody>
      </p:sp>
    </p:spTree>
    <p:extLst>
      <p:ext uri="{BB962C8B-B14F-4D97-AF65-F5344CB8AC3E}">
        <p14:creationId xmlns:p14="http://schemas.microsoft.com/office/powerpoint/2010/main" val="158919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9FD1974-3E00-FA97-E5FE-2F6E8619C6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8541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D1974-3E00-FA97-E5FE-2F6E8619C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E100209-1175-870D-202F-563A533B0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5136" y="740663"/>
            <a:ext cx="3157730" cy="298621"/>
          </a:xfrm>
          <a:solidFill>
            <a:schemeClr val="bg1">
              <a:alpha val="30000"/>
            </a:schemeClr>
          </a:solidFill>
        </p:spPr>
        <p:txBody>
          <a:bodyPr vert="horz"/>
          <a:lstStyle>
            <a:lvl1pPr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/>
              <a:t>#INSERT ACTION WORD HERE#</a:t>
            </a:r>
            <a:endParaRPr lang="tr-TR"/>
          </a:p>
        </p:txBody>
      </p:sp>
      <p:sp>
        <p:nvSpPr>
          <p:cNvPr id="64" name="Content Placeholder 63">
            <a:extLst>
              <a:ext uri="{FF2B5EF4-FFF2-40B4-BE49-F238E27FC236}">
                <a16:creationId xmlns:a16="http://schemas.microsoft.com/office/drawing/2014/main" id="{DA87A993-A410-C7F0-6C2D-F69DAF11BF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713231"/>
            <a:ext cx="3739896" cy="5846147"/>
          </a:xfrm>
          <a:solidFill>
            <a:srgbClr val="002060"/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GB"/>
              <a:t>#INSERT ACTION WORD HERE#</a:t>
            </a:r>
          </a:p>
        </p:txBody>
      </p:sp>
    </p:spTree>
    <p:extLst>
      <p:ext uri="{BB962C8B-B14F-4D97-AF65-F5344CB8AC3E}">
        <p14:creationId xmlns:p14="http://schemas.microsoft.com/office/powerpoint/2010/main" val="295335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9 Nesne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283841434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270" imgH="270" progId="TCLayout.ActiveDocument.1">
                  <p:embed/>
                </p:oleObj>
              </mc:Choice>
              <mc:Fallback>
                <p:oleObj name="think-cell Slide" r:id="rId9" imgW="270" imgH="270" progId="TCLayout.ActiveDocument.1">
                  <p:embed/>
                  <p:pic>
                    <p:nvPicPr>
                      <p:cNvPr id="10" name="9 Nesne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ikdörtgen 2" hidden="1"/>
          <p:cNvSpPr/>
          <p:nvPr>
            <p:custDataLst>
              <p:tags r:id="rId7"/>
            </p:custDataLst>
          </p:nvPr>
        </p:nvSpPr>
        <p:spPr bwMode="auto"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tr-TR" sz="3600" b="1" dirty="0">
              <a:solidFill>
                <a:srgbClr val="000000"/>
              </a:solidFill>
              <a:sym typeface="Tahoma" panose="020B0604030504040204" pitchFamily="34" charset="0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838200"/>
            <a:ext cx="1137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dirty="0"/>
              <a:t>Asıl </a:t>
            </a:r>
            <a:r>
              <a:rPr lang="tr-TR" noProof="0" dirty="0"/>
              <a:t>başlık</a:t>
            </a:r>
            <a:r>
              <a:rPr lang="tr-TR" dirty="0"/>
              <a:t> stili için tıklatın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752600"/>
            <a:ext cx="11379200" cy="4730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dirty="0"/>
              <a:t>Asıl metin stillerini düzenlemek için tıklatın</a:t>
            </a:r>
          </a:p>
          <a:p>
            <a:pPr lvl="1"/>
            <a:r>
              <a:rPr lang="tr-TR" dirty="0"/>
              <a:t>İkinci düzey</a:t>
            </a:r>
          </a:p>
          <a:p>
            <a:pPr lvl="2"/>
            <a:r>
              <a:rPr lang="tr-TR" dirty="0"/>
              <a:t>Üçüncü düzey</a:t>
            </a:r>
          </a:p>
          <a:p>
            <a:pPr lvl="3"/>
            <a:r>
              <a:rPr lang="tr-TR" dirty="0"/>
              <a:t>Dördüncü düzey</a:t>
            </a:r>
          </a:p>
          <a:p>
            <a:pPr lvl="4"/>
            <a:r>
              <a:rPr lang="tr-TR" dirty="0"/>
              <a:t>Beşinci düzey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85600" y="6559378"/>
            <a:ext cx="400908" cy="29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rtl="0">
              <a:defRPr sz="1400" b="0">
                <a:solidFill>
                  <a:srgbClr val="CBDDE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E531B1-FA9B-4D05-8633-5B9F82DD65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6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71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1F318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E60000"/>
        </a:buClr>
        <a:buSzPct val="85000"/>
        <a:buFont typeface="Wingdings" pitchFamily="2" charset="2"/>
        <a:buChar char="n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F318D"/>
        </a:buClr>
        <a:buSzPct val="90000"/>
        <a:buFont typeface="Wingdings" pitchFamily="2" charset="2"/>
        <a:buChar char="è"/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2.xml"/><Relationship Id="rId18" Type="http://schemas.openxmlformats.org/officeDocument/2006/relationships/tags" Target="../tags/tag27.xml"/><Relationship Id="rId26" Type="http://schemas.openxmlformats.org/officeDocument/2006/relationships/tags" Target="../tags/tag35.xml"/><Relationship Id="rId3" Type="http://schemas.openxmlformats.org/officeDocument/2006/relationships/tags" Target="../tags/tag12.xml"/><Relationship Id="rId21" Type="http://schemas.openxmlformats.org/officeDocument/2006/relationships/tags" Target="../tags/tag30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5" Type="http://schemas.openxmlformats.org/officeDocument/2006/relationships/tags" Target="../tags/tag34.xml"/><Relationship Id="rId33" Type="http://schemas.openxmlformats.org/officeDocument/2006/relationships/chart" Target="../charts/chart1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20" Type="http://schemas.openxmlformats.org/officeDocument/2006/relationships/tags" Target="../tags/tag29.xml"/><Relationship Id="rId29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24" Type="http://schemas.openxmlformats.org/officeDocument/2006/relationships/tags" Target="../tags/tag33.xml"/><Relationship Id="rId32" Type="http://schemas.openxmlformats.org/officeDocument/2006/relationships/image" Target="../media/image5.emf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23" Type="http://schemas.openxmlformats.org/officeDocument/2006/relationships/tags" Target="../tags/tag32.xml"/><Relationship Id="rId28" Type="http://schemas.openxmlformats.org/officeDocument/2006/relationships/tags" Target="../tags/tag37.xml"/><Relationship Id="rId10" Type="http://schemas.openxmlformats.org/officeDocument/2006/relationships/tags" Target="../tags/tag19.xml"/><Relationship Id="rId19" Type="http://schemas.openxmlformats.org/officeDocument/2006/relationships/tags" Target="../tags/tag28.xml"/><Relationship Id="rId31" Type="http://schemas.openxmlformats.org/officeDocument/2006/relationships/oleObject" Target="../embeddings/oleObject7.bin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Relationship Id="rId22" Type="http://schemas.openxmlformats.org/officeDocument/2006/relationships/tags" Target="../tags/tag31.xml"/><Relationship Id="rId27" Type="http://schemas.openxmlformats.org/officeDocument/2006/relationships/tags" Target="../tags/tag36.xml"/><Relationship Id="rId30" Type="http://schemas.openxmlformats.org/officeDocument/2006/relationships/notesSlide" Target="../notesSlides/notesSlide1.xml"/><Relationship Id="rId8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slideLayout" Target="../slideLayouts/slideLayout3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2" Type="http://schemas.openxmlformats.org/officeDocument/2006/relationships/tags" Target="../tags/tag39.xml"/><Relationship Id="rId16" Type="http://schemas.openxmlformats.org/officeDocument/2006/relationships/chart" Target="../charts/chart2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image" Target="../media/image6.emf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slideLayout" Target="../slideLayouts/slideLayout3.xml"/><Relationship Id="rId3" Type="http://schemas.openxmlformats.org/officeDocument/2006/relationships/tags" Target="../tags/tag52.xml"/><Relationship Id="rId21" Type="http://schemas.openxmlformats.org/officeDocument/2006/relationships/tags" Target="../tags/tag70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0" Type="http://schemas.openxmlformats.org/officeDocument/2006/relationships/tags" Target="../tags/tag69.xml"/><Relationship Id="rId29" Type="http://schemas.openxmlformats.org/officeDocument/2006/relationships/chart" Target="../charts/chart3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image" Target="../media/image6.emf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oleObject" Target="../embeddings/oleObject9.bin"/><Relationship Id="rId30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13" Type="http://schemas.openxmlformats.org/officeDocument/2006/relationships/tags" Target="../tags/tag87.xml"/><Relationship Id="rId18" Type="http://schemas.openxmlformats.org/officeDocument/2006/relationships/oleObject" Target="../embeddings/oleObject10.bin"/><Relationship Id="rId3" Type="http://schemas.openxmlformats.org/officeDocument/2006/relationships/tags" Target="../tags/tag77.xml"/><Relationship Id="rId21" Type="http://schemas.openxmlformats.org/officeDocument/2006/relationships/chart" Target="../charts/chart6.xml"/><Relationship Id="rId7" Type="http://schemas.openxmlformats.org/officeDocument/2006/relationships/tags" Target="../tags/tag81.xml"/><Relationship Id="rId12" Type="http://schemas.openxmlformats.org/officeDocument/2006/relationships/tags" Target="../tags/tag86.xml"/><Relationship Id="rId17" Type="http://schemas.openxmlformats.org/officeDocument/2006/relationships/slideLayout" Target="../slideLayouts/slideLayout3.xml"/><Relationship Id="rId2" Type="http://schemas.openxmlformats.org/officeDocument/2006/relationships/tags" Target="../tags/tag76.xml"/><Relationship Id="rId16" Type="http://schemas.openxmlformats.org/officeDocument/2006/relationships/tags" Target="../tags/tag90.xml"/><Relationship Id="rId20" Type="http://schemas.openxmlformats.org/officeDocument/2006/relationships/chart" Target="../charts/chart5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tags" Target="../tags/tag85.xml"/><Relationship Id="rId5" Type="http://schemas.openxmlformats.org/officeDocument/2006/relationships/tags" Target="../tags/tag79.xml"/><Relationship Id="rId15" Type="http://schemas.openxmlformats.org/officeDocument/2006/relationships/tags" Target="../tags/tag89.xml"/><Relationship Id="rId10" Type="http://schemas.openxmlformats.org/officeDocument/2006/relationships/tags" Target="../tags/tag84.xml"/><Relationship Id="rId19" Type="http://schemas.openxmlformats.org/officeDocument/2006/relationships/image" Target="../media/image6.emf"/><Relationship Id="rId4" Type="http://schemas.openxmlformats.org/officeDocument/2006/relationships/tags" Target="../tags/tag78.xml"/><Relationship Id="rId9" Type="http://schemas.openxmlformats.org/officeDocument/2006/relationships/tags" Target="../tags/tag83.xml"/><Relationship Id="rId14" Type="http://schemas.openxmlformats.org/officeDocument/2006/relationships/tags" Target="../tags/tag8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18" Type="http://schemas.openxmlformats.org/officeDocument/2006/relationships/tags" Target="../tags/tag109.xml"/><Relationship Id="rId26" Type="http://schemas.openxmlformats.org/officeDocument/2006/relationships/slideLayout" Target="../slideLayouts/slideLayout3.xml"/><Relationship Id="rId3" Type="http://schemas.openxmlformats.org/officeDocument/2006/relationships/tags" Target="../tags/tag94.xml"/><Relationship Id="rId21" Type="http://schemas.openxmlformats.org/officeDocument/2006/relationships/tags" Target="../tags/tag112.xml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17" Type="http://schemas.openxmlformats.org/officeDocument/2006/relationships/tags" Target="../tags/tag108.xml"/><Relationship Id="rId25" Type="http://schemas.openxmlformats.org/officeDocument/2006/relationships/tags" Target="../tags/tag116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20" Type="http://schemas.openxmlformats.org/officeDocument/2006/relationships/tags" Target="../tags/tag111.xml"/><Relationship Id="rId29" Type="http://schemas.openxmlformats.org/officeDocument/2006/relationships/chart" Target="../charts/chart7.xml"/><Relationship Id="rId1" Type="http://schemas.openxmlformats.org/officeDocument/2006/relationships/tags" Target="../tags/tag92.x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24" Type="http://schemas.openxmlformats.org/officeDocument/2006/relationships/tags" Target="../tags/tag115.xml"/><Relationship Id="rId5" Type="http://schemas.openxmlformats.org/officeDocument/2006/relationships/tags" Target="../tags/tag96.xml"/><Relationship Id="rId15" Type="http://schemas.openxmlformats.org/officeDocument/2006/relationships/tags" Target="../tags/tag106.xml"/><Relationship Id="rId23" Type="http://schemas.openxmlformats.org/officeDocument/2006/relationships/tags" Target="../tags/tag114.xml"/><Relationship Id="rId28" Type="http://schemas.openxmlformats.org/officeDocument/2006/relationships/image" Target="../media/image6.emf"/><Relationship Id="rId10" Type="http://schemas.openxmlformats.org/officeDocument/2006/relationships/tags" Target="../tags/tag101.xml"/><Relationship Id="rId19" Type="http://schemas.openxmlformats.org/officeDocument/2006/relationships/tags" Target="../tags/tag110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Relationship Id="rId22" Type="http://schemas.openxmlformats.org/officeDocument/2006/relationships/tags" Target="../tags/tag113.xml"/><Relationship Id="rId27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4.xml"/><Relationship Id="rId13" Type="http://schemas.openxmlformats.org/officeDocument/2006/relationships/tags" Target="../tags/tag129.xml"/><Relationship Id="rId18" Type="http://schemas.openxmlformats.org/officeDocument/2006/relationships/tags" Target="../tags/tag134.xml"/><Relationship Id="rId3" Type="http://schemas.openxmlformats.org/officeDocument/2006/relationships/tags" Target="../tags/tag119.xml"/><Relationship Id="rId21" Type="http://schemas.openxmlformats.org/officeDocument/2006/relationships/tags" Target="../tags/tag137.xml"/><Relationship Id="rId7" Type="http://schemas.openxmlformats.org/officeDocument/2006/relationships/tags" Target="../tags/tag123.xml"/><Relationship Id="rId12" Type="http://schemas.openxmlformats.org/officeDocument/2006/relationships/tags" Target="../tags/tag128.xml"/><Relationship Id="rId17" Type="http://schemas.openxmlformats.org/officeDocument/2006/relationships/tags" Target="../tags/tag133.xml"/><Relationship Id="rId25" Type="http://schemas.openxmlformats.org/officeDocument/2006/relationships/chart" Target="../charts/chart8.xml"/><Relationship Id="rId2" Type="http://schemas.openxmlformats.org/officeDocument/2006/relationships/tags" Target="../tags/tag118.xml"/><Relationship Id="rId16" Type="http://schemas.openxmlformats.org/officeDocument/2006/relationships/tags" Target="../tags/tag132.xml"/><Relationship Id="rId20" Type="http://schemas.openxmlformats.org/officeDocument/2006/relationships/tags" Target="../tags/tag136.xml"/><Relationship Id="rId1" Type="http://schemas.openxmlformats.org/officeDocument/2006/relationships/tags" Target="../tags/tag117.xml"/><Relationship Id="rId6" Type="http://schemas.openxmlformats.org/officeDocument/2006/relationships/tags" Target="../tags/tag122.xml"/><Relationship Id="rId11" Type="http://schemas.openxmlformats.org/officeDocument/2006/relationships/tags" Target="../tags/tag127.xml"/><Relationship Id="rId24" Type="http://schemas.openxmlformats.org/officeDocument/2006/relationships/image" Target="../media/image6.emf"/><Relationship Id="rId5" Type="http://schemas.openxmlformats.org/officeDocument/2006/relationships/tags" Target="../tags/tag121.xml"/><Relationship Id="rId15" Type="http://schemas.openxmlformats.org/officeDocument/2006/relationships/tags" Target="../tags/tag131.xml"/><Relationship Id="rId23" Type="http://schemas.openxmlformats.org/officeDocument/2006/relationships/oleObject" Target="../embeddings/oleObject13.bin"/><Relationship Id="rId10" Type="http://schemas.openxmlformats.org/officeDocument/2006/relationships/tags" Target="../tags/tag126.xml"/><Relationship Id="rId19" Type="http://schemas.openxmlformats.org/officeDocument/2006/relationships/tags" Target="../tags/tag135.xml"/><Relationship Id="rId4" Type="http://schemas.openxmlformats.org/officeDocument/2006/relationships/tags" Target="../tags/tag120.xml"/><Relationship Id="rId9" Type="http://schemas.openxmlformats.org/officeDocument/2006/relationships/tags" Target="../tags/tag125.xml"/><Relationship Id="rId14" Type="http://schemas.openxmlformats.org/officeDocument/2006/relationships/tags" Target="../tags/tag130.xml"/><Relationship Id="rId22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13" Type="http://schemas.openxmlformats.org/officeDocument/2006/relationships/tags" Target="../tags/tag150.xml"/><Relationship Id="rId18" Type="http://schemas.openxmlformats.org/officeDocument/2006/relationships/tags" Target="../tags/tag155.xml"/><Relationship Id="rId26" Type="http://schemas.openxmlformats.org/officeDocument/2006/relationships/tags" Target="../tags/tag163.xml"/><Relationship Id="rId3" Type="http://schemas.openxmlformats.org/officeDocument/2006/relationships/tags" Target="../tags/tag140.xml"/><Relationship Id="rId21" Type="http://schemas.openxmlformats.org/officeDocument/2006/relationships/tags" Target="../tags/tag158.xml"/><Relationship Id="rId7" Type="http://schemas.openxmlformats.org/officeDocument/2006/relationships/tags" Target="../tags/tag144.xml"/><Relationship Id="rId12" Type="http://schemas.openxmlformats.org/officeDocument/2006/relationships/tags" Target="../tags/tag149.xml"/><Relationship Id="rId17" Type="http://schemas.openxmlformats.org/officeDocument/2006/relationships/tags" Target="../tags/tag154.xml"/><Relationship Id="rId25" Type="http://schemas.openxmlformats.org/officeDocument/2006/relationships/tags" Target="../tags/tag162.xml"/><Relationship Id="rId2" Type="http://schemas.openxmlformats.org/officeDocument/2006/relationships/tags" Target="../tags/tag139.xml"/><Relationship Id="rId16" Type="http://schemas.openxmlformats.org/officeDocument/2006/relationships/tags" Target="../tags/tag153.xml"/><Relationship Id="rId20" Type="http://schemas.openxmlformats.org/officeDocument/2006/relationships/tags" Target="../tags/tag157.xml"/><Relationship Id="rId29" Type="http://schemas.openxmlformats.org/officeDocument/2006/relationships/image" Target="../media/image6.emf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tags" Target="../tags/tag148.xml"/><Relationship Id="rId24" Type="http://schemas.openxmlformats.org/officeDocument/2006/relationships/tags" Target="../tags/tag161.xml"/><Relationship Id="rId5" Type="http://schemas.openxmlformats.org/officeDocument/2006/relationships/tags" Target="../tags/tag142.xml"/><Relationship Id="rId15" Type="http://schemas.openxmlformats.org/officeDocument/2006/relationships/tags" Target="../tags/tag152.xml"/><Relationship Id="rId23" Type="http://schemas.openxmlformats.org/officeDocument/2006/relationships/tags" Target="../tags/tag160.xml"/><Relationship Id="rId28" Type="http://schemas.openxmlformats.org/officeDocument/2006/relationships/oleObject" Target="../embeddings/oleObject14.bin"/><Relationship Id="rId10" Type="http://schemas.openxmlformats.org/officeDocument/2006/relationships/tags" Target="../tags/tag147.xml"/><Relationship Id="rId19" Type="http://schemas.openxmlformats.org/officeDocument/2006/relationships/tags" Target="../tags/tag156.xml"/><Relationship Id="rId31" Type="http://schemas.openxmlformats.org/officeDocument/2006/relationships/chart" Target="../charts/chart10.xml"/><Relationship Id="rId4" Type="http://schemas.openxmlformats.org/officeDocument/2006/relationships/tags" Target="../tags/tag141.xml"/><Relationship Id="rId9" Type="http://schemas.openxmlformats.org/officeDocument/2006/relationships/tags" Target="../tags/tag146.xml"/><Relationship Id="rId14" Type="http://schemas.openxmlformats.org/officeDocument/2006/relationships/tags" Target="../tags/tag151.xml"/><Relationship Id="rId22" Type="http://schemas.openxmlformats.org/officeDocument/2006/relationships/tags" Target="../tags/tag159.xml"/><Relationship Id="rId27" Type="http://schemas.openxmlformats.org/officeDocument/2006/relationships/slideLayout" Target="../slideLayouts/slideLayout3.xml"/><Relationship Id="rId30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4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5.xml"/><Relationship Id="rId5" Type="http://schemas.openxmlformats.org/officeDocument/2006/relationships/image" Target="../media/image10.jpg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179.xml"/><Relationship Id="rId18" Type="http://schemas.openxmlformats.org/officeDocument/2006/relationships/tags" Target="../tags/tag184.xml"/><Relationship Id="rId26" Type="http://schemas.openxmlformats.org/officeDocument/2006/relationships/tags" Target="../tags/tag192.xml"/><Relationship Id="rId39" Type="http://schemas.openxmlformats.org/officeDocument/2006/relationships/tags" Target="../tags/tag205.xml"/><Relationship Id="rId21" Type="http://schemas.openxmlformats.org/officeDocument/2006/relationships/tags" Target="../tags/tag187.xml"/><Relationship Id="rId34" Type="http://schemas.openxmlformats.org/officeDocument/2006/relationships/tags" Target="../tags/tag200.xml"/><Relationship Id="rId42" Type="http://schemas.openxmlformats.org/officeDocument/2006/relationships/tags" Target="../tags/tag208.xml"/><Relationship Id="rId47" Type="http://schemas.openxmlformats.org/officeDocument/2006/relationships/chart" Target="../charts/chart11.xml"/><Relationship Id="rId7" Type="http://schemas.openxmlformats.org/officeDocument/2006/relationships/tags" Target="../tags/tag173.xml"/><Relationship Id="rId2" Type="http://schemas.openxmlformats.org/officeDocument/2006/relationships/tags" Target="../tags/tag168.xml"/><Relationship Id="rId16" Type="http://schemas.openxmlformats.org/officeDocument/2006/relationships/tags" Target="../tags/tag182.xml"/><Relationship Id="rId29" Type="http://schemas.openxmlformats.org/officeDocument/2006/relationships/tags" Target="../tags/tag195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tags" Target="../tags/tag177.xml"/><Relationship Id="rId24" Type="http://schemas.openxmlformats.org/officeDocument/2006/relationships/tags" Target="../tags/tag190.xml"/><Relationship Id="rId32" Type="http://schemas.openxmlformats.org/officeDocument/2006/relationships/tags" Target="../tags/tag198.xml"/><Relationship Id="rId37" Type="http://schemas.openxmlformats.org/officeDocument/2006/relationships/tags" Target="../tags/tag203.xml"/><Relationship Id="rId40" Type="http://schemas.openxmlformats.org/officeDocument/2006/relationships/tags" Target="../tags/tag206.xml"/><Relationship Id="rId45" Type="http://schemas.openxmlformats.org/officeDocument/2006/relationships/oleObject" Target="../embeddings/oleObject18.bin"/><Relationship Id="rId5" Type="http://schemas.openxmlformats.org/officeDocument/2006/relationships/tags" Target="../tags/tag171.xml"/><Relationship Id="rId15" Type="http://schemas.openxmlformats.org/officeDocument/2006/relationships/tags" Target="../tags/tag181.xml"/><Relationship Id="rId23" Type="http://schemas.openxmlformats.org/officeDocument/2006/relationships/tags" Target="../tags/tag189.xml"/><Relationship Id="rId28" Type="http://schemas.openxmlformats.org/officeDocument/2006/relationships/tags" Target="../tags/tag194.xml"/><Relationship Id="rId36" Type="http://schemas.openxmlformats.org/officeDocument/2006/relationships/tags" Target="../tags/tag202.xml"/><Relationship Id="rId10" Type="http://schemas.openxmlformats.org/officeDocument/2006/relationships/tags" Target="../tags/tag176.xml"/><Relationship Id="rId19" Type="http://schemas.openxmlformats.org/officeDocument/2006/relationships/tags" Target="../tags/tag185.xml"/><Relationship Id="rId31" Type="http://schemas.openxmlformats.org/officeDocument/2006/relationships/tags" Target="../tags/tag197.xml"/><Relationship Id="rId44" Type="http://schemas.openxmlformats.org/officeDocument/2006/relationships/slideLayout" Target="../slideLayouts/slideLayout3.xml"/><Relationship Id="rId4" Type="http://schemas.openxmlformats.org/officeDocument/2006/relationships/tags" Target="../tags/tag170.xml"/><Relationship Id="rId9" Type="http://schemas.openxmlformats.org/officeDocument/2006/relationships/tags" Target="../tags/tag175.xml"/><Relationship Id="rId14" Type="http://schemas.openxmlformats.org/officeDocument/2006/relationships/tags" Target="../tags/tag180.xml"/><Relationship Id="rId22" Type="http://schemas.openxmlformats.org/officeDocument/2006/relationships/tags" Target="../tags/tag188.xml"/><Relationship Id="rId27" Type="http://schemas.openxmlformats.org/officeDocument/2006/relationships/tags" Target="../tags/tag193.xml"/><Relationship Id="rId30" Type="http://schemas.openxmlformats.org/officeDocument/2006/relationships/tags" Target="../tags/tag196.xml"/><Relationship Id="rId35" Type="http://schemas.openxmlformats.org/officeDocument/2006/relationships/tags" Target="../tags/tag201.xml"/><Relationship Id="rId43" Type="http://schemas.openxmlformats.org/officeDocument/2006/relationships/tags" Target="../tags/tag209.xml"/><Relationship Id="rId8" Type="http://schemas.openxmlformats.org/officeDocument/2006/relationships/tags" Target="../tags/tag174.xml"/><Relationship Id="rId3" Type="http://schemas.openxmlformats.org/officeDocument/2006/relationships/tags" Target="../tags/tag169.xml"/><Relationship Id="rId12" Type="http://schemas.openxmlformats.org/officeDocument/2006/relationships/tags" Target="../tags/tag178.xml"/><Relationship Id="rId17" Type="http://schemas.openxmlformats.org/officeDocument/2006/relationships/tags" Target="../tags/tag183.xml"/><Relationship Id="rId25" Type="http://schemas.openxmlformats.org/officeDocument/2006/relationships/tags" Target="../tags/tag191.xml"/><Relationship Id="rId33" Type="http://schemas.openxmlformats.org/officeDocument/2006/relationships/tags" Target="../tags/tag199.xml"/><Relationship Id="rId38" Type="http://schemas.openxmlformats.org/officeDocument/2006/relationships/tags" Target="../tags/tag204.xml"/><Relationship Id="rId46" Type="http://schemas.openxmlformats.org/officeDocument/2006/relationships/image" Target="../media/image5.emf"/><Relationship Id="rId20" Type="http://schemas.openxmlformats.org/officeDocument/2006/relationships/tags" Target="../tags/tag186.xml"/><Relationship Id="rId41" Type="http://schemas.openxmlformats.org/officeDocument/2006/relationships/tags" Target="../tags/tag2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:a16="http://schemas.microsoft.com/office/drawing/2014/main" id="{920F7D73-10BE-DA16-0BA0-2F68D65C74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Websites</a:t>
            </a:r>
            <a:endParaRPr lang="en-GB" noProof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##</a:t>
            </a:r>
            <a:r>
              <a:rPr lang="en-GB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tr-TR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09</a:t>
            </a:r>
            <a:r>
              <a:rPr lang="en-GB" sz="2400" b="0" noProof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.2025</a:t>
            </a:r>
            <a:endParaRPr lang="en-GB" b="0" noProof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tr-TR" noProof="1">
                <a:solidFill>
                  <a:schemeClr val="bg1">
                    <a:lumMod val="6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####</a:t>
            </a:r>
          </a:p>
        </p:txBody>
      </p:sp>
    </p:spTree>
    <p:extLst>
      <p:ext uri="{BB962C8B-B14F-4D97-AF65-F5344CB8AC3E}">
        <p14:creationId xmlns:p14="http://schemas.microsoft.com/office/powerpoint/2010/main" val="2744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17F5E9-EC8A-3E80-0B51-7737508BEC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91693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D0051BA-65BD-B45B-00CB-3E7E330E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81EB1-02ED-3F5B-8EB1-EACFDA48C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800" noProof="1"/>
              <a:t>Economic recovery important for political stability</a:t>
            </a:r>
          </a:p>
          <a:p>
            <a:pPr lvl="1"/>
            <a:r>
              <a:rPr lang="tr-TR" sz="2400" noProof="1"/>
              <a:t>Reconstruction is not possible without recovery</a:t>
            </a:r>
          </a:p>
          <a:p>
            <a:r>
              <a:rPr lang="tr-TR" sz="2800" noProof="1"/>
              <a:t>TEPAV Surveys of Turkish companies on Syria</a:t>
            </a:r>
          </a:p>
          <a:p>
            <a:pPr lvl="1"/>
            <a:r>
              <a:rPr lang="tr-TR" sz="2400" noProof="1"/>
              <a:t>Syrian partnered Turkish companies numbered around 30K</a:t>
            </a:r>
          </a:p>
          <a:p>
            <a:pPr lvl="2"/>
            <a:r>
              <a:rPr lang="tr-TR" sz="2000" noProof="1"/>
              <a:t>6k being manufacturing industry companies</a:t>
            </a:r>
          </a:p>
          <a:p>
            <a:pPr lvl="1"/>
            <a:r>
              <a:rPr lang="tr-TR" sz="2400" noProof="1"/>
              <a:t>54 percent making plans to extend their supply chains into Syria</a:t>
            </a:r>
          </a:p>
          <a:p>
            <a:pPr lvl="2"/>
            <a:r>
              <a:rPr lang="tr-TR" sz="2000" noProof="1"/>
              <a:t>23 percent of Turkish companies also have similar plans</a:t>
            </a:r>
          </a:p>
          <a:p>
            <a:r>
              <a:rPr lang="tr-TR" sz="2800" noProof="1"/>
              <a:t>Focus on industrial zones inside Syria to achieve orderly transformation</a:t>
            </a:r>
          </a:p>
          <a:p>
            <a:pPr lvl="1"/>
            <a:r>
              <a:rPr lang="tr-TR" sz="2400" noProof="1"/>
              <a:t>Take existing ones and turn them into safe industrial zones</a:t>
            </a:r>
          </a:p>
          <a:p>
            <a:pPr lvl="1"/>
            <a:r>
              <a:rPr lang="tr-TR" sz="2400" noProof="1"/>
              <a:t>PSD program to alleviate economic recovery process</a:t>
            </a:r>
            <a:endParaRPr lang="tr-TR" sz="2000" noProof="1"/>
          </a:p>
        </p:txBody>
      </p:sp>
    </p:spTree>
    <p:extLst>
      <p:ext uri="{BB962C8B-B14F-4D97-AF65-F5344CB8AC3E}">
        <p14:creationId xmlns:p14="http://schemas.microsoft.com/office/powerpoint/2010/main" val="17948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0249D3C-4096-2A6E-8531-8CFF0629FD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072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532" imgH="533" progId="TCLayout.ActiveDocument.1">
                  <p:embed/>
                </p:oleObj>
              </mc:Choice>
              <mc:Fallback>
                <p:oleObj name="think-cell Slide" r:id="rId31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330202E-5723-2B8C-0886-FAC8DACD2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54978-146D-E646-283D-3B9AB5BF2EE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Günlük ve 30 günlük hareketli toplama göre ziyaretçi sayısı , 23.09.2024-24.09.2025</a:t>
            </a:r>
            <a:endParaRPr lang="en-GB" b="1" dirty="0"/>
          </a:p>
        </p:txBody>
      </p:sp>
      <p:sp>
        <p:nvSpPr>
          <p:cNvPr id="44" name="Metin kutusu 75">
            <a:extLst>
              <a:ext uri="{FF2B5EF4-FFF2-40B4-BE49-F238E27FC236}">
                <a16:creationId xmlns:a16="http://schemas.microsoft.com/office/drawing/2014/main" id="{70B00EAB-AB62-7C05-5805-06B1886F05EC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cxnSp>
        <p:nvCxnSpPr>
          <p:cNvPr id="81" name="Düz Bağlayıcı 80">
            <a:extLst>
              <a:ext uri="{FF2B5EF4-FFF2-40B4-BE49-F238E27FC236}">
                <a16:creationId xmlns:a16="http://schemas.microsoft.com/office/drawing/2014/main" id="{C73F25BB-3391-55B9-4E82-CC4C8B654C8B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20808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Düz Bağlayıcı 101">
            <a:extLst>
              <a:ext uri="{FF2B5EF4-FFF2-40B4-BE49-F238E27FC236}">
                <a16:creationId xmlns:a16="http://schemas.microsoft.com/office/drawing/2014/main" id="{AA67B68D-A802-D3AF-2592-7EDF64929C1A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125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Düz Bağlayıcı 68">
            <a:extLst>
              <a:ext uri="{FF2B5EF4-FFF2-40B4-BE49-F238E27FC236}">
                <a16:creationId xmlns:a16="http://schemas.microsoft.com/office/drawing/2014/main" id="{7D312266-87AB-2AD7-50B4-F5CE2E5C374E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07340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Düz Bağlayıcı 102">
            <a:extLst>
              <a:ext uri="{FF2B5EF4-FFF2-40B4-BE49-F238E27FC236}">
                <a16:creationId xmlns:a16="http://schemas.microsoft.com/office/drawing/2014/main" id="{BDDEF16A-D0BF-A3CF-15C0-4F38C948C31D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02113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Düz Bağlayıcı 81">
            <a:extLst>
              <a:ext uri="{FF2B5EF4-FFF2-40B4-BE49-F238E27FC236}">
                <a16:creationId xmlns:a16="http://schemas.microsoft.com/office/drawing/2014/main" id="{EF656E5D-CB1C-C2A8-4B84-DEF3363BAC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487680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Düz Bağlayıcı 103">
            <a:extLst>
              <a:ext uri="{FF2B5EF4-FFF2-40B4-BE49-F238E27FC236}">
                <a16:creationId xmlns:a16="http://schemas.microsoft.com/office/drawing/2014/main" id="{5AC76699-2DB2-D4FE-C41F-17A75A89E4E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58261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Düz Bağlayıcı 82">
            <a:extLst>
              <a:ext uri="{FF2B5EF4-FFF2-40B4-BE49-F238E27FC236}">
                <a16:creationId xmlns:a16="http://schemas.microsoft.com/office/drawing/2014/main" id="{C85D84C6-44E0-E2EF-386A-155D57FEEDFB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674211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Düz Bağlayıcı 104">
            <a:extLst>
              <a:ext uri="{FF2B5EF4-FFF2-40B4-BE49-F238E27FC236}">
                <a16:creationId xmlns:a16="http://schemas.microsoft.com/office/drawing/2014/main" id="{E13F4BE7-581E-8B9E-908B-09C5AB110846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69143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Düz Bağlayıcı 69">
            <a:extLst>
              <a:ext uri="{FF2B5EF4-FFF2-40B4-BE49-F238E27FC236}">
                <a16:creationId xmlns:a16="http://schemas.microsoft.com/office/drawing/2014/main" id="{8027C135-FF05-7A87-96A5-9FF4522AFAC8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60901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Düz Bağlayıcı 105">
            <a:extLst>
              <a:ext uri="{FF2B5EF4-FFF2-40B4-BE49-F238E27FC236}">
                <a16:creationId xmlns:a16="http://schemas.microsoft.com/office/drawing/2014/main" id="{857D6F8D-66A1-D2D7-5577-DFDEAE5907E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95567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Düz Bağlayıcı 83">
            <a:extLst>
              <a:ext uri="{FF2B5EF4-FFF2-40B4-BE49-F238E27FC236}">
                <a16:creationId xmlns:a16="http://schemas.microsoft.com/office/drawing/2014/main" id="{F0162515-E1F1-306A-3C0A-F208C3B8DD62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10504488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2" name="Chart 3">
            <a:extLst>
              <a:ext uri="{FF2B5EF4-FFF2-40B4-BE49-F238E27FC236}">
                <a16:creationId xmlns:a16="http://schemas.microsoft.com/office/drawing/2014/main" id="{7114DE4D-0CF9-CB2E-C755-C58CB002B4A7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615800687"/>
              </p:ext>
            </p:extLst>
          </p:nvPr>
        </p:nvGraphicFramePr>
        <p:xfrm>
          <a:off x="60325" y="2447925"/>
          <a:ext cx="11890375" cy="327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75" name="Rectangle 3">
            <a:extLst>
              <a:ext uri="{FF2B5EF4-FFF2-40B4-BE49-F238E27FC236}">
                <a16:creationId xmlns:a16="http://schemas.microsoft.com/office/drawing/2014/main" id="{CEF180C0-036E-7C7B-6442-D407DD6910F4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gray">
          <a:xfrm>
            <a:off x="98742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FFCD516-64F5-4545-875E-7A96E9FFC63F}" type="datetime'11''''''''''''''''/''2''''''''''''''''''''4'''">
              <a:rPr lang="en-US" altLang="en-US" sz="1400" kern="0" smtClean="0">
                <a:cs typeface="+mn-cs"/>
              </a:rPr>
              <a:pPr/>
              <a:t>11/24</a:t>
            </a:fld>
            <a:endParaRPr lang="en-US" sz="1400" kern="0" dirty="0">
              <a:cs typeface="+mn-cs"/>
            </a:endParaRPr>
          </a:p>
        </p:txBody>
      </p:sp>
      <p:sp>
        <p:nvSpPr>
          <p:cNvPr id="95" name="Rectangle 3">
            <a:extLst>
              <a:ext uri="{FF2B5EF4-FFF2-40B4-BE49-F238E27FC236}">
                <a16:creationId xmlns:a16="http://schemas.microsoft.com/office/drawing/2014/main" id="{2101BA1C-5E50-D6D6-D52B-CB5DEB1A217B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1905000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DCF08C7-DBFD-487E-8949-B5B0D3A5B530}" type="datetime'''''''''1''''''''2''''''''/''2''''''''''''''''4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12/24</a:t>
            </a:fld>
            <a:endParaRPr lang="en-US" sz="1400" kern="0" dirty="0">
              <a:cs typeface="+mn-cs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667BF28B-8E84-E6C0-19AA-29507E32F748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2852738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6B4EE1C-A4A0-4C7A-85DE-3A4B0E5A2FD4}" type="datetime'''''0''''''''''''''1''''''''''''''''''/''''''''''2''''''''5'''">
              <a:rPr lang="en-US" altLang="en-US" sz="1400" kern="0" smtClean="0">
                <a:cs typeface="+mn-cs"/>
              </a:rPr>
              <a:pPr/>
              <a:t>01/25</a:t>
            </a:fld>
            <a:endParaRPr lang="en-US" sz="1400" kern="0" dirty="0">
              <a:cs typeface="+mn-cs"/>
            </a:endParaRPr>
          </a:p>
        </p:txBody>
      </p:sp>
      <p:sp>
        <p:nvSpPr>
          <p:cNvPr id="96" name="Rectangle 3">
            <a:extLst>
              <a:ext uri="{FF2B5EF4-FFF2-40B4-BE49-F238E27FC236}">
                <a16:creationId xmlns:a16="http://schemas.microsoft.com/office/drawing/2014/main" id="{686778BE-0EB4-1627-C355-E1D3CE41D2C1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380047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48A66C1-920E-45AC-A7DD-5AB2A5E56299}" type="datetime'''''''0''2''''/''''''''''''''25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02/25</a:t>
            </a:fld>
            <a:endParaRPr lang="en-US" sz="1400" kern="0" dirty="0">
              <a:cs typeface="+mn-cs"/>
            </a:endParaRPr>
          </a:p>
        </p:txBody>
      </p:sp>
      <p:sp>
        <p:nvSpPr>
          <p:cNvPr id="76" name="Rectangle 3">
            <a:extLst>
              <a:ext uri="{FF2B5EF4-FFF2-40B4-BE49-F238E27FC236}">
                <a16:creationId xmlns:a16="http://schemas.microsoft.com/office/drawing/2014/main" id="{73692A90-185C-61A2-F811-31D396DF7B87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4656138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87989F5-74A3-4538-A39F-2639014761A3}" type="datetime'0''''''''''''''''''''''''3''''''/''''''''''2''''''''''5'''">
              <a:rPr lang="en-US" altLang="en-US" sz="1400" kern="0" smtClean="0">
                <a:cs typeface="+mn-cs"/>
              </a:rPr>
              <a:pPr/>
              <a:t>03/25</a:t>
            </a:fld>
            <a:endParaRPr lang="en-US" sz="1400" kern="0" dirty="0">
              <a:cs typeface="+mn-cs"/>
            </a:endParaRPr>
          </a:p>
        </p:txBody>
      </p:sp>
      <p:sp>
        <p:nvSpPr>
          <p:cNvPr id="97" name="Rectangle 3">
            <a:extLst>
              <a:ext uri="{FF2B5EF4-FFF2-40B4-BE49-F238E27FC236}">
                <a16:creationId xmlns:a16="http://schemas.microsoft.com/office/drawing/2014/main" id="{0AE99A0A-70C1-F1E5-FEC8-45647DCC6F8C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5605463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22FAC46-CBF3-464F-BE7F-8453CD475890}" type="datetime'''''0''''''''''''''4''''''''''/''''2''''''''''''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04/25</a:t>
            </a:fld>
            <a:endParaRPr lang="en-US" sz="1400" kern="0" dirty="0">
              <a:cs typeface="+mn-cs"/>
            </a:endParaRPr>
          </a:p>
        </p:txBody>
      </p:sp>
      <p:sp>
        <p:nvSpPr>
          <p:cNvPr id="77" name="Rectangle 3">
            <a:extLst>
              <a:ext uri="{FF2B5EF4-FFF2-40B4-BE49-F238E27FC236}">
                <a16:creationId xmlns:a16="http://schemas.microsoft.com/office/drawing/2014/main" id="{F578DAA5-18B8-08DD-BE4C-BF09C06B10F4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6521450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9EBF178-50AF-4914-931A-DB81EAF99630}" type="datetime'''''''''''''''''''''''05''/''''''''''''''''''''2''''5'''">
              <a:rPr lang="en-US" altLang="en-US" sz="1400" kern="0" smtClean="0">
                <a:cs typeface="+mn-cs"/>
              </a:rPr>
              <a:pPr/>
              <a:t>05/25</a:t>
            </a:fld>
            <a:endParaRPr lang="en-US" sz="1400" kern="0" dirty="0">
              <a:cs typeface="+mn-cs"/>
            </a:endParaRPr>
          </a:p>
        </p:txBody>
      </p:sp>
      <p:sp>
        <p:nvSpPr>
          <p:cNvPr id="98" name="Rectangle 3">
            <a:extLst>
              <a:ext uri="{FF2B5EF4-FFF2-40B4-BE49-F238E27FC236}">
                <a16:creationId xmlns:a16="http://schemas.microsoft.com/office/drawing/2014/main" id="{9AD039AC-D2F3-0E1F-5067-2125B1B7A767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747077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B2010A5-14A0-4758-8706-AB2266092F58}" type="datetime'''''''0''''''''6''''''/''''2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06/25</a:t>
            </a:fld>
            <a:endParaRPr lang="en-US" sz="1400" kern="0" dirty="0">
              <a:cs typeface="+mn-cs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65FA04C2-AF4D-55FB-279B-48B8130CDA79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8388350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1B59619-7678-4AD3-80D6-639A88B8C76F}" type="datetime'''''''''''''''''0''''''''''''7''/''''2''''5'''''''''''''''">
              <a:rPr lang="en-US" altLang="en-US" sz="1400" kern="0" smtClean="0">
                <a:cs typeface="+mn-cs"/>
              </a:rPr>
              <a:pPr/>
              <a:t>07/25</a:t>
            </a:fld>
            <a:endParaRPr lang="en-US" sz="1400" kern="0" dirty="0">
              <a:cs typeface="+mn-cs"/>
            </a:endParaRPr>
          </a:p>
        </p:txBody>
      </p:sp>
      <p:sp>
        <p:nvSpPr>
          <p:cNvPr id="99" name="Rectangle 3">
            <a:extLst>
              <a:ext uri="{FF2B5EF4-FFF2-40B4-BE49-F238E27FC236}">
                <a16:creationId xmlns:a16="http://schemas.microsoft.com/office/drawing/2014/main" id="{6BDA25F2-96B1-63A9-5DF4-B91365AF8FCC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9336088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78D1DAA-C0D5-48AD-AC2E-C4A813B2475A}" type="datetime'''''''''''''0''''''''8''''/''''''''2''5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08/25</a:t>
            </a:fld>
            <a:endParaRPr lang="en-US" sz="1400" kern="0" dirty="0">
              <a:cs typeface="+mn-cs"/>
            </a:endParaRPr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576B6A62-C132-128B-EBC7-7F988461414F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10283825" y="5629275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8814C73-E7BB-4EF0-A89A-18A732F86D6F}" type="datetime'''''''''''0''9''/2''''''''''''''''''''''''''''''''5'''''''''">
              <a:rPr lang="en-US" altLang="en-US" sz="1400" kern="0" smtClean="0">
                <a:cs typeface="+mn-cs"/>
              </a:rPr>
              <a:pPr/>
              <a:t>09/25</a:t>
            </a:fld>
            <a:endParaRPr lang="en-US" sz="1400" kern="0" dirty="0">
              <a:cs typeface="+mn-cs"/>
            </a:endParaRPr>
          </a:p>
        </p:txBody>
      </p:sp>
      <p:cxnSp>
        <p:nvCxnSpPr>
          <p:cNvPr id="89" name="Düz Bağlayıcı 88">
            <a:extLst>
              <a:ext uri="{FF2B5EF4-FFF2-40B4-BE49-F238E27FC236}">
                <a16:creationId xmlns:a16="http://schemas.microsoft.com/office/drawing/2014/main" id="{251768C2-C02F-72C6-B220-C4B07F5F0DAD}"/>
              </a:ext>
            </a:extLst>
          </p:cNvPr>
          <p:cNvCxnSpPr/>
          <p:nvPr>
            <p:custDataLst>
              <p:tags r:id="rId25"/>
            </p:custDataLst>
          </p:nvPr>
        </p:nvCxnSpPr>
        <p:spPr bwMode="gray">
          <a:xfrm>
            <a:off x="2633663" y="6221413"/>
            <a:ext cx="381000" cy="0"/>
          </a:xfrm>
          <a:prstGeom prst="line">
            <a:avLst/>
          </a:prstGeom>
          <a:ln w="38100" cap="rnd" cmpd="sng" algn="ctr">
            <a:solidFill>
              <a:srgbClr val="D73027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Düz Bağlayıcı 89">
            <a:extLst>
              <a:ext uri="{FF2B5EF4-FFF2-40B4-BE49-F238E27FC236}">
                <a16:creationId xmlns:a16="http://schemas.microsoft.com/office/drawing/2014/main" id="{7AE6C5FD-24C4-F239-364E-2A1E3904D096}"/>
              </a:ext>
            </a:extLst>
          </p:cNvPr>
          <p:cNvCxnSpPr/>
          <p:nvPr>
            <p:custDataLst>
              <p:tags r:id="rId26"/>
            </p:custDataLst>
          </p:nvPr>
        </p:nvCxnSpPr>
        <p:spPr bwMode="gray">
          <a:xfrm>
            <a:off x="5916613" y="6221413"/>
            <a:ext cx="381000" cy="0"/>
          </a:xfrm>
          <a:prstGeom prst="line">
            <a:avLst/>
          </a:prstGeom>
          <a:ln w="38100" cap="rnd" cmpd="sng" algn="ctr">
            <a:solidFill>
              <a:srgbClr val="364D6E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0530AC74-0993-2645-2F35-A20E48B83A14}"/>
              </a:ext>
            </a:extLst>
          </p:cNvPr>
          <p:cNvSpPr>
            <a:spLocks noGrp="1" noChangeArrowheads="1"/>
          </p:cNvSpPr>
          <p:nvPr>
            <p:custDataLst>
              <p:tags r:id="rId27"/>
            </p:custDataLst>
          </p:nvPr>
        </p:nvSpPr>
        <p:spPr bwMode="auto">
          <a:xfrm>
            <a:off x="3084513" y="6108700"/>
            <a:ext cx="2711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2DBF13FF-90F5-47B0-B4EA-D01571328279}" type="datetime'''Kulla''nı''''cı Sayısı'''' (''S''''ağ ''''''Ek''''s''en'')'">
              <a:rPr lang="en-US" altLang="en-US" sz="1600" b="1" kern="0" smtClean="0">
                <a:cs typeface="+mn-cs"/>
              </a:rPr>
              <a:pPr/>
              <a:t>Kullanıcı Sayısı (Sağ Eksen)</a:t>
            </a:fld>
            <a:endParaRPr lang="en-US" sz="1600" b="1" kern="0" dirty="0"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21C6A6-D332-8803-5DF1-2386FB2AF919}"/>
              </a:ext>
            </a:extLst>
          </p:cNvPr>
          <p:cNvSpPr>
            <a:spLocks noGrp="1" noChangeArrowheads="1"/>
          </p:cNvSpPr>
          <p:nvPr>
            <p:custDataLst>
              <p:tags r:id="rId28"/>
            </p:custDataLst>
          </p:nvPr>
        </p:nvSpPr>
        <p:spPr bwMode="auto">
          <a:xfrm>
            <a:off x="6367463" y="6108700"/>
            <a:ext cx="28019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4E37E11E-418E-42D7-886E-06A525748CF2}" type="datetime'''Hareketli'' T''''o''''plam'' (S''o''''l'''' Eks''en'''')'">
              <a:rPr lang="en-US" altLang="en-US" sz="1600" b="1" kern="0" smtClean="0">
                <a:cs typeface="+mn-cs"/>
              </a:rPr>
              <a:pPr/>
              <a:t>Hareketli Toplam (Sol Eksen)</a:t>
            </a:fld>
            <a:endParaRPr lang="en-US" sz="1600" b="1" kern="0" dirty="0">
              <a:cs typeface="+mn-cs"/>
            </a:endParaRPr>
          </a:p>
        </p:txBody>
      </p:sp>
      <p:cxnSp>
        <p:nvCxnSpPr>
          <p:cNvPr id="180" name="Düz Bağlayıcı 179">
            <a:extLst>
              <a:ext uri="{FF2B5EF4-FFF2-40B4-BE49-F238E27FC236}">
                <a16:creationId xmlns:a16="http://schemas.microsoft.com/office/drawing/2014/main" id="{C93AF982-1EDC-2141-E780-3A661AD58A77}"/>
              </a:ext>
            </a:extLst>
          </p:cNvPr>
          <p:cNvCxnSpPr/>
          <p:nvPr/>
        </p:nvCxnSpPr>
        <p:spPr bwMode="auto">
          <a:xfrm flipV="1">
            <a:off x="2884488" y="2511334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5" name="Düz Bağlayıcı 184">
            <a:extLst>
              <a:ext uri="{FF2B5EF4-FFF2-40B4-BE49-F238E27FC236}">
                <a16:creationId xmlns:a16="http://schemas.microsoft.com/office/drawing/2014/main" id="{D7A258FB-CF2A-6574-65CF-F4028BCF1F03}"/>
              </a:ext>
            </a:extLst>
          </p:cNvPr>
          <p:cNvCxnSpPr/>
          <p:nvPr/>
        </p:nvCxnSpPr>
        <p:spPr bwMode="auto">
          <a:xfrm flipV="1">
            <a:off x="7921626" y="2515582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7" name="Düz Bağlayıcı 186">
            <a:extLst>
              <a:ext uri="{FF2B5EF4-FFF2-40B4-BE49-F238E27FC236}">
                <a16:creationId xmlns:a16="http://schemas.microsoft.com/office/drawing/2014/main" id="{0B791332-E951-B3B7-20A2-8E962235349E}"/>
              </a:ext>
            </a:extLst>
          </p:cNvPr>
          <p:cNvCxnSpPr/>
          <p:nvPr/>
        </p:nvCxnSpPr>
        <p:spPr bwMode="auto">
          <a:xfrm flipV="1">
            <a:off x="8276163" y="2514359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8" name="Düz Bağlayıcı 187">
            <a:extLst>
              <a:ext uri="{FF2B5EF4-FFF2-40B4-BE49-F238E27FC236}">
                <a16:creationId xmlns:a16="http://schemas.microsoft.com/office/drawing/2014/main" id="{992ABC8C-21C8-4679-A3A7-070B8C36A8CD}"/>
              </a:ext>
            </a:extLst>
          </p:cNvPr>
          <p:cNvCxnSpPr/>
          <p:nvPr/>
        </p:nvCxnSpPr>
        <p:spPr bwMode="auto">
          <a:xfrm flipV="1">
            <a:off x="3741076" y="2526807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89" name="Düz Bağlayıcı 188">
            <a:extLst>
              <a:ext uri="{FF2B5EF4-FFF2-40B4-BE49-F238E27FC236}">
                <a16:creationId xmlns:a16="http://schemas.microsoft.com/office/drawing/2014/main" id="{7C380BDE-F01C-9D27-F05E-63F87DC805EE}"/>
              </a:ext>
            </a:extLst>
          </p:cNvPr>
          <p:cNvCxnSpPr/>
          <p:nvPr/>
        </p:nvCxnSpPr>
        <p:spPr bwMode="auto">
          <a:xfrm flipV="1">
            <a:off x="8438190" y="2508099"/>
            <a:ext cx="0" cy="299720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95000"/>
                <a:lumOff val="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98" name="Metin kutusu 197">
            <a:extLst>
              <a:ext uri="{FF2B5EF4-FFF2-40B4-BE49-F238E27FC236}">
                <a16:creationId xmlns:a16="http://schemas.microsoft.com/office/drawing/2014/main" id="{AEFFD32E-193F-C0D1-10BF-C0BEFB2A3AEF}"/>
              </a:ext>
            </a:extLst>
          </p:cNvPr>
          <p:cNvSpPr txBox="1"/>
          <p:nvPr/>
        </p:nvSpPr>
        <p:spPr>
          <a:xfrm>
            <a:off x="2886064" y="2447925"/>
            <a:ext cx="914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/>
              <a:t>Coşkun Cangöz</a:t>
            </a:r>
            <a:endParaRPr lang="en-US" sz="1400" b="1" dirty="0"/>
          </a:p>
        </p:txBody>
      </p:sp>
      <p:sp>
        <p:nvSpPr>
          <p:cNvPr id="199" name="Metin kutusu 198">
            <a:extLst>
              <a:ext uri="{FF2B5EF4-FFF2-40B4-BE49-F238E27FC236}">
                <a16:creationId xmlns:a16="http://schemas.microsoft.com/office/drawing/2014/main" id="{2A4FBEDF-1800-8CC0-ECBA-6A6D571CFFDF}"/>
              </a:ext>
            </a:extLst>
          </p:cNvPr>
          <p:cNvSpPr txBox="1"/>
          <p:nvPr/>
        </p:nvSpPr>
        <p:spPr>
          <a:xfrm>
            <a:off x="6742114" y="2428472"/>
            <a:ext cx="119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/>
              <a:t>Güven Sak</a:t>
            </a:r>
            <a:endParaRPr lang="en-US" sz="1400" b="1" dirty="0"/>
          </a:p>
        </p:txBody>
      </p:sp>
      <p:sp>
        <p:nvSpPr>
          <p:cNvPr id="200" name="Metin kutusu 199">
            <a:extLst>
              <a:ext uri="{FF2B5EF4-FFF2-40B4-BE49-F238E27FC236}">
                <a16:creationId xmlns:a16="http://schemas.microsoft.com/office/drawing/2014/main" id="{8D53EF92-6198-1253-0A6D-4CCDFFFDEFF5}"/>
              </a:ext>
            </a:extLst>
          </p:cNvPr>
          <p:cNvSpPr txBox="1"/>
          <p:nvPr/>
        </p:nvSpPr>
        <p:spPr>
          <a:xfrm>
            <a:off x="8507069" y="2414588"/>
            <a:ext cx="705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/>
              <a:t>Gülru Gezer</a:t>
            </a:r>
            <a:endParaRPr lang="en-US" sz="1400" b="1" dirty="0"/>
          </a:p>
        </p:txBody>
      </p:sp>
      <p:sp>
        <p:nvSpPr>
          <p:cNvPr id="201" name="Akış Çizelgesi: Bağlayıcı 200">
            <a:extLst>
              <a:ext uri="{FF2B5EF4-FFF2-40B4-BE49-F238E27FC236}">
                <a16:creationId xmlns:a16="http://schemas.microsoft.com/office/drawing/2014/main" id="{BC6A7634-EC8C-9C20-917B-79B89779F53C}"/>
              </a:ext>
            </a:extLst>
          </p:cNvPr>
          <p:cNvSpPr/>
          <p:nvPr/>
        </p:nvSpPr>
        <p:spPr bwMode="auto">
          <a:xfrm>
            <a:off x="2726395" y="2414588"/>
            <a:ext cx="1196314" cy="607376"/>
          </a:xfrm>
          <a:prstGeom prst="flowChartConnector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2" name="Akış Çizelgesi: Bağlayıcı 201">
            <a:extLst>
              <a:ext uri="{FF2B5EF4-FFF2-40B4-BE49-F238E27FC236}">
                <a16:creationId xmlns:a16="http://schemas.microsoft.com/office/drawing/2014/main" id="{B208BD02-5658-8F2A-5CEA-C7222D3B3CF9}"/>
              </a:ext>
            </a:extLst>
          </p:cNvPr>
          <p:cNvSpPr/>
          <p:nvPr/>
        </p:nvSpPr>
        <p:spPr bwMode="auto">
          <a:xfrm>
            <a:off x="8113287" y="2380830"/>
            <a:ext cx="1196314" cy="607376"/>
          </a:xfrm>
          <a:prstGeom prst="flowChartConnector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084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E01D0322-19FB-870E-F727-C6277F81E5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54663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454" imgH="454" progId="TCLayout.ActiveDocument.1">
                  <p:embed/>
                </p:oleObj>
              </mc:Choice>
              <mc:Fallback>
                <p:oleObj name="think-cell Slide" r:id="rId14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858646AA-D9CF-4D42-2C61-A41AE191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graphicFrame>
        <p:nvGraphicFramePr>
          <p:cNvPr id="67" name="Chart 3">
            <a:extLst>
              <a:ext uri="{FF2B5EF4-FFF2-40B4-BE49-F238E27FC236}">
                <a16:creationId xmlns:a16="http://schemas.microsoft.com/office/drawing/2014/main" id="{6DF9A366-067A-F169-E115-416CB704CCF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1293623"/>
              </p:ext>
            </p:extLst>
          </p:nvPr>
        </p:nvGraphicFramePr>
        <p:xfrm>
          <a:off x="8064500" y="2549525"/>
          <a:ext cx="2508250" cy="365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10BF352-798B-5E50-48ED-FC893FDA27E9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10607674" y="2873375"/>
            <a:ext cx="6413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0B1CF09F-B4C8-4A9A-A031-BD30DB9D25C6}" type="datetime'Yıl'''''' ''''''''''Ba''''''''''''''''''''ş''''''ı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Yıl Başı</a:t>
            </a:fld>
            <a:endParaRPr lang="en-US" sz="1400" b="1" kern="0" dirty="0"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E99941-DD31-D1D6-DD1B-1CAE2D2D00E0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10607675" y="3571875"/>
            <a:ext cx="12334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F0EDF5EC-F5EB-4092-A26C-B5C3E67DE219}" type="datetime'''Y''ı''llık ''O''''r''''t''''al''''''''''a''''''''''''m''a'''">
              <a:rPr lang="en-US" altLang="en-US" sz="1400" b="1" kern="0" smtClean="0">
                <a:solidFill>
                  <a:srgbClr val="A80000"/>
                </a:solidFill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Yıllık Ortalama</a:t>
            </a:fld>
            <a:endParaRPr lang="en-US" sz="1400" b="1" kern="0" dirty="0">
              <a:solidFill>
                <a:srgbClr val="A80000"/>
              </a:solidFill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038C6CF-013B-D2E4-33E7-93350B35E36C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10607675" y="4268788"/>
            <a:ext cx="758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944B805D-0069-4E91-B22C-1D73EF1C184C}" type="datetime'So''''''''''n'' ''''''6'''''''' ''A''''''''y''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Son 6 Ay</a:t>
            </a:fld>
            <a:endParaRPr lang="en-US" sz="1400" b="1" kern="0" dirty="0">
              <a:cs typeface="+mn-cs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8FE5B4B5-EC5E-4484-79E7-070586A7CCD1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10607675" y="5664200"/>
            <a:ext cx="6111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27733F87-1819-4D9D-A383-9E487C3E6A9C}" type="datetime'''''''''''S''o''''n'' ''''''''''''''''''''''''''''A''y''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Son Ay</a:t>
            </a:fld>
            <a:endParaRPr lang="en-US" sz="1400" b="1" kern="0" dirty="0">
              <a:cs typeface="+mn-cs"/>
            </a:endParaRPr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C534E5C7-DF3B-4F3A-CD2F-80C6BCF8355F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10607675" y="4967288"/>
            <a:ext cx="7588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2B0D5039-624C-4B4B-9991-B3DDB9B7C5B6}" type="datetime'S''''''''''''''''''o''''n ''''''3'' ''''A''y'''''''''''">
              <a:rPr lang="en-US" altLang="en-US" sz="1400" b="1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Son 3 Ay</a:t>
            </a:fld>
            <a:endParaRPr lang="en-US" sz="1400" b="1" kern="0" dirty="0">
              <a:cs typeface="+mn-c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8E1F243D-A2F7-79AE-726F-258C59041107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gray">
          <a:xfrm>
            <a:off x="7667625" y="2873375"/>
            <a:ext cx="454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E801434F-7391-4D53-AC2F-0720ACA83665}" type="datetime'''''''''''''''''''''''''''''''''''-''''2''''''1'''',''''''7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-21,7</a:t>
            </a:fld>
            <a:endParaRPr lang="en-US" sz="1400" kern="0" dirty="0">
              <a:cs typeface="+mn-cs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257CDE68-9370-D244-3B3C-B9045ADE875A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9169400" y="3571875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5AE82CA6-AACB-4F9E-9E26-67CD2D4FCD44}" type="datetime'''''-''''''8'''''''''''''''''''''''''''',''7''''''''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-8,7</a:t>
            </a:fld>
            <a:endParaRPr lang="en-US" sz="1400" kern="0" dirty="0"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2AD216E0-9801-5963-FF6F-65A424E7279F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gray">
          <a:xfrm>
            <a:off x="9755188" y="4268788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78955EA-D9EE-4C51-93E6-C85A872491BE}" type="datetime'''-3'''''''''',''''3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-3,3</a:t>
            </a:fld>
            <a:endParaRPr lang="en-US" sz="1400" kern="0" dirty="0">
              <a:cs typeface="+mn-cs"/>
            </a:endParaRP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3F47FB4F-D863-6E65-49CA-520FE04AD3EF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gray">
          <a:xfrm>
            <a:off x="9994900" y="4967288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6771783B-531D-4931-97FE-DDBCC90501B5}" type="datetime'''''''''''''''''''''''''-''''''''''''''''''''''1,1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-1,1</a:t>
            </a:fld>
            <a:endParaRPr lang="en-US" sz="1400" kern="0" dirty="0"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76BEA201-6654-CE3C-CADA-A1225E6D8040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10101263" y="5664200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2A3AF1F1-B982-4986-870F-D03DFFB84472}" type="datetime'-''0'''',''''''1'''''''''''''''''''''''''''''''''''''''''''''">
              <a:rPr lang="en-US" altLang="en-US" sz="1400" kern="0" smtClean="0">
                <a:effectLst/>
                <a:cs typeface="+mn-cs"/>
              </a:rPr>
              <a:pPr marL="0" lvl="0" indent="0" algn="r">
                <a:spcBef>
                  <a:spcPct val="0"/>
                </a:spcBef>
                <a:buNone/>
              </a:pPr>
              <a:t>-0,1</a:t>
            </a:fld>
            <a:endParaRPr lang="en-US" sz="1400" kern="0" dirty="0">
              <a:cs typeface="+mn-cs"/>
            </a:endParaRPr>
          </a:p>
        </p:txBody>
      </p:sp>
      <p:sp>
        <p:nvSpPr>
          <p:cNvPr id="46" name="Metin kutusu 75">
            <a:extLst>
              <a:ext uri="{FF2B5EF4-FFF2-40B4-BE49-F238E27FC236}">
                <a16:creationId xmlns:a16="http://schemas.microsoft.com/office/drawing/2014/main" id="{813040ED-FC36-FA52-6F7F-3C7C0909A3A3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graphicFrame>
        <p:nvGraphicFramePr>
          <p:cNvPr id="51" name="Tablo 50">
            <a:extLst>
              <a:ext uri="{FF2B5EF4-FFF2-40B4-BE49-F238E27FC236}">
                <a16:creationId xmlns:a16="http://schemas.microsoft.com/office/drawing/2014/main" id="{33D6AC42-FB12-4C05-5D20-15030ABE5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05808"/>
              </p:ext>
            </p:extLst>
          </p:nvPr>
        </p:nvGraphicFramePr>
        <p:xfrm>
          <a:off x="387350" y="2632075"/>
          <a:ext cx="6642100" cy="3489324"/>
        </p:xfrm>
        <a:graphic>
          <a:graphicData uri="http://schemas.openxmlformats.org/drawingml/2006/table">
            <a:tbl>
              <a:tblPr/>
              <a:tblGrid>
                <a:gridCol w="2259683">
                  <a:extLst>
                    <a:ext uri="{9D8B030D-6E8A-4147-A177-3AD203B41FA5}">
                      <a16:colId xmlns:a16="http://schemas.microsoft.com/office/drawing/2014/main" val="3147463044"/>
                    </a:ext>
                  </a:extLst>
                </a:gridCol>
                <a:gridCol w="1985783">
                  <a:extLst>
                    <a:ext uri="{9D8B030D-6E8A-4147-A177-3AD203B41FA5}">
                      <a16:colId xmlns:a16="http://schemas.microsoft.com/office/drawing/2014/main" val="970788661"/>
                    </a:ext>
                  </a:extLst>
                </a:gridCol>
                <a:gridCol w="2396634">
                  <a:extLst>
                    <a:ext uri="{9D8B030D-6E8A-4147-A177-3AD203B41FA5}">
                      <a16:colId xmlns:a16="http://schemas.microsoft.com/office/drawing/2014/main" val="3923375691"/>
                    </a:ext>
                  </a:extLst>
                </a:gridCol>
              </a:tblGrid>
              <a:tr h="3214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Tarih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Yazar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Yazı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34858"/>
                  </a:ext>
                </a:extLst>
              </a:tr>
              <a:tr h="9378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24-25-26/12/2024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M. Coşkun Cangöz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Merkez Bankasının beklenen faiz kararı ve olası etkileri.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822542"/>
                  </a:ext>
                </a:extLst>
              </a:tr>
              <a:tr h="9378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23/01/2025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M. Coşkun Cangöz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Merkez Bankasının beklenen faiz kararı ve olası etkileri.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9583375"/>
                  </a:ext>
                </a:extLst>
              </a:tr>
              <a:tr h="93787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09/06/2025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Güven Sak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“İç pazarda sıkışırsan dışarıya açılırsın” ezberi bozuluyor.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765861"/>
                  </a:ext>
                </a:extLst>
              </a:tr>
              <a:tr h="35430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tr-TR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20-25/06/2025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Gülru Gezer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tr-T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91846"/>
                  </a:ext>
                </a:extLst>
              </a:tr>
            </a:tbl>
          </a:graphicData>
        </a:graphic>
      </p:graphicFrame>
      <p:sp>
        <p:nvSpPr>
          <p:cNvPr id="58" name="Metin kutusu 57">
            <a:extLst>
              <a:ext uri="{FF2B5EF4-FFF2-40B4-BE49-F238E27FC236}">
                <a16:creationId xmlns:a16="http://schemas.microsoft.com/office/drawing/2014/main" id="{52F3D2B2-1A4D-D1C9-8387-AB01C2CEA2FE}"/>
              </a:ext>
            </a:extLst>
          </p:cNvPr>
          <p:cNvSpPr txBox="1"/>
          <p:nvPr/>
        </p:nvSpPr>
        <p:spPr>
          <a:xfrm>
            <a:off x="1250950" y="1939925"/>
            <a:ext cx="5403850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Son bir yılda en çok dikkat çeken yazılar</a:t>
            </a:r>
            <a:endParaRPr lang="en-US" b="1" dirty="0"/>
          </a:p>
        </p:txBody>
      </p: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39B04A52-0F4A-9F8C-FE37-11CF36BEDEF6}"/>
              </a:ext>
            </a:extLst>
          </p:cNvPr>
          <p:cNvSpPr txBox="1"/>
          <p:nvPr/>
        </p:nvSpPr>
        <p:spPr>
          <a:xfrm>
            <a:off x="7720013" y="1887538"/>
            <a:ext cx="4070350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Ziyaret edilme sayısının değişimi, </a:t>
            </a:r>
          </a:p>
          <a:p>
            <a:r>
              <a:rPr lang="tr-TR" b="1" dirty="0"/>
              <a:t>%, 23.09.2024-23.09.2025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2451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79691-C196-D8DB-6347-A7D8F466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C305E7-498B-D7B8-1CCF-DDAFFD38DA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11675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54" imgH="454" progId="TCLayout.ActiveDocument.1">
                  <p:embed/>
                </p:oleObj>
              </mc:Choice>
              <mc:Fallback>
                <p:oleObj name="think-cell Slide" r:id="rId27" imgW="454" imgH="45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B803BB-EB2E-723B-1B1B-F3CA61DE33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C5B474BE-AE2A-FC26-AC3D-9B699413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062F990-8F9F-6F2D-EE18-EEAAC08827A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Alt başlığa göre sayfa görüntülenme sayısı, 23.09.2024-24.09.2025</a:t>
            </a:r>
            <a:endParaRPr lang="en-US" b="1" dirty="0"/>
          </a:p>
        </p:txBody>
      </p:sp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F80940D6-463D-4045-7DDC-27EE8500604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0097999"/>
              </p:ext>
            </p:extLst>
          </p:nvPr>
        </p:nvGraphicFramePr>
        <p:xfrm>
          <a:off x="1155700" y="2355850"/>
          <a:ext cx="10712450" cy="197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48" name="Metin kutusu 75">
            <a:extLst>
              <a:ext uri="{FF2B5EF4-FFF2-40B4-BE49-F238E27FC236}">
                <a16:creationId xmlns:a16="http://schemas.microsoft.com/office/drawing/2014/main" id="{FB9CF314-A7AB-2B64-EA9C-FD9A252BC9AA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7FCEB5EA-2B7C-6F62-2480-5110E24E74A3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22803966"/>
              </p:ext>
            </p:extLst>
          </p:nvPr>
        </p:nvGraphicFramePr>
        <p:xfrm>
          <a:off x="1155700" y="4641850"/>
          <a:ext cx="10712450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04" name="Rectangle 3">
            <a:extLst>
              <a:ext uri="{FF2B5EF4-FFF2-40B4-BE49-F238E27FC236}">
                <a16:creationId xmlns:a16="http://schemas.microsoft.com/office/drawing/2014/main" id="{D3485FA8-F0D2-D829-A75B-FE97F825F859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1560514" y="6007100"/>
            <a:ext cx="315913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55B9253-585C-4FAC-96C6-E3E5730C27E8}" type="datetime'''''''''''''''''''B''''''''''''''l''og'''''">
              <a:rPr lang="en-US" altLang="en-US" sz="1200" kern="0" smtClean="0">
                <a:cs typeface="+mn-cs"/>
              </a:rPr>
              <a:pPr/>
              <a:t>Blog</a:t>
            </a:fld>
            <a:endParaRPr lang="en-US" sz="1200" kern="0" dirty="0">
              <a:cs typeface="+mn-cs"/>
            </a:endParaRPr>
          </a:p>
        </p:txBody>
      </p:sp>
      <p:sp>
        <p:nvSpPr>
          <p:cNvPr id="105" name="Rectangle 3">
            <a:extLst>
              <a:ext uri="{FF2B5EF4-FFF2-40B4-BE49-F238E27FC236}">
                <a16:creationId xmlns:a16="http://schemas.microsoft.com/office/drawing/2014/main" id="{DC82E0C5-3F33-B63C-15F0-93908E56BA53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379664" y="6007100"/>
            <a:ext cx="59372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B51F858-1112-4516-B405-B4DC27EC4788}" type="datetime'''''''''''Ha''''''''''''''''''b''er''''''l''e''''r'''">
              <a:rPr lang="en-US" altLang="en-US" sz="1200" kern="0" smtClean="0">
                <a:cs typeface="+mn-cs"/>
              </a:rPr>
              <a:pPr/>
              <a:t>Haberler</a:t>
            </a:fld>
            <a:endParaRPr lang="en-US" sz="1200" kern="0" dirty="0">
              <a:cs typeface="+mn-cs"/>
            </a:endParaRPr>
          </a:p>
        </p:txBody>
      </p:sp>
      <p:sp>
        <p:nvSpPr>
          <p:cNvPr id="106" name="Rectangle 3">
            <a:extLst>
              <a:ext uri="{FF2B5EF4-FFF2-40B4-BE49-F238E27FC236}">
                <a16:creationId xmlns:a16="http://schemas.microsoft.com/office/drawing/2014/main" id="{058CA261-814C-27FA-C490-4828DD12A5CC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155950" y="6007101"/>
            <a:ext cx="96043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77FDE1B-8CAF-446B-9942-9A96E0CFB231}" type="datetime'E''ki''b''''i''''miz +'' Araş''''tı''''rm''acı''''''lar'''''''">
              <a:rPr lang="en-US" altLang="en-US" sz="1200" kern="0" smtClean="0">
                <a:cs typeface="+mn-cs"/>
              </a:rPr>
              <a:pPr/>
              <a:t>Ekibimiz + Araştırmacılar</a:t>
            </a:fld>
            <a:endParaRPr lang="en-US" sz="1200" kern="0" dirty="0">
              <a:cs typeface="+mn-cs"/>
            </a:endParaRPr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AEBC8F4A-17DD-062D-0619-7663451BF95D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4271963" y="6007101"/>
            <a:ext cx="64611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A4A0158-C136-4FC9-AD3D-DC3FA357BCD9}" type="datetime'''Anas''a''yf''a'' ''''(''''''Türk''''''''ç''e'')'''''''''''">
              <a:rPr lang="en-US" altLang="en-US" sz="1200" kern="0" smtClean="0">
                <a:cs typeface="+mn-cs"/>
              </a:rPr>
              <a:pPr/>
              <a:t>Anasayfa (Türkçe)</a:t>
            </a:fld>
            <a:endParaRPr lang="en-US" sz="1200" kern="0" dirty="0">
              <a:cs typeface="+mn-cs"/>
            </a:endParaRP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D62BAD20-8A71-417E-C076-3F385B1232A9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132388" y="6007100"/>
            <a:ext cx="8413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F53BF6B-B927-4767-8D98-B61589FD8E6A}" type="datetime'A''''''''''''''r''''''aşt''''''ı''''''''''''r''''m''al''ar'''">
              <a:rPr lang="en-US" altLang="en-US" sz="1200" kern="0" smtClean="0">
                <a:cs typeface="+mn-cs"/>
              </a:rPr>
              <a:pPr/>
              <a:t>Araştırmalar</a:t>
            </a:fld>
            <a:endParaRPr lang="en-US" sz="1200" kern="0" dirty="0">
              <a:cs typeface="+mn-cs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B410B348-F9B6-B475-59E9-1B46E06A665E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6181725" y="6007101"/>
            <a:ext cx="661988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A99F12E-5598-40E1-B0E7-F9DBC29F7EDC}" type="datetime'''A''''''nasay''fa'' ''(İn''''''gi''lizc''''''''''''''e'')'">
              <a:rPr lang="en-US" altLang="en-US" sz="1200" kern="0" smtClean="0">
                <a:cs typeface="+mn-cs"/>
              </a:rPr>
              <a:pPr/>
              <a:t>Anasayfa (İngilizce)</a:t>
            </a:fld>
            <a:endParaRPr lang="en-US" sz="1200" kern="0" dirty="0">
              <a:cs typeface="+mn-cs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655FA59E-ED89-6B84-6B5B-B598DF2C6626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7165975" y="6007100"/>
            <a:ext cx="611188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D406DE3-1DFD-48EB-AE74-E5F9107FDABE}" type="datetime'B''''''ü''''''l''''''te''''nl''''er'''''''''''">
              <a:rPr lang="en-US" altLang="en-US" sz="1200" kern="0" smtClean="0">
                <a:cs typeface="+mn-cs"/>
              </a:rPr>
              <a:pPr/>
              <a:t>Bültenler</a:t>
            </a:fld>
            <a:endParaRPr lang="en-US" sz="1200" kern="0" dirty="0">
              <a:cs typeface="+mn-cs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A44278F4-2112-CA8C-484A-D16B9C892E0B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8102600" y="6007100"/>
            <a:ext cx="6540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50043DF-8956-4282-AE6F-F142EB9B6BDE}" type="datetime'''K''''''''''''''''''''u''''''''''''''r''u''''''''ms''a''l'''">
              <a:rPr lang="en-US" altLang="en-US" sz="1200" kern="0" smtClean="0">
                <a:cs typeface="+mn-cs"/>
              </a:rPr>
              <a:pPr/>
              <a:t>Kurumsal</a:t>
            </a:fld>
            <a:endParaRPr lang="en-US" sz="12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A208C70D-A04C-0FEA-A27E-B37CCDC7887B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9188450" y="6007100"/>
            <a:ext cx="4000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9077243-F9A0-4478-9846-888C361B125F}" type="datetime'V''i''de''''''''''''''''''''''''''''''o'''''''''''">
              <a:rPr lang="en-US" altLang="en-US" sz="1200" kern="0" smtClean="0">
                <a:cs typeface="+mn-cs"/>
              </a:rPr>
              <a:pPr/>
              <a:t>Video</a:t>
            </a:fld>
            <a:endParaRPr lang="en-US" sz="1200" kern="0" dirty="0">
              <a:cs typeface="+mn-cs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CFDCBBE8-D8F6-5DA5-347C-05EFAFA14252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10066339" y="6007100"/>
            <a:ext cx="561975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07090FB-C281-44DC-AC10-63F6280FA1A3}" type="datetime'P''''o''''''''''''''''''''''dc''''as''''t'''">
              <a:rPr lang="en-US" altLang="en-US" sz="1200" kern="0" smtClean="0">
                <a:cs typeface="+mn-cs"/>
              </a:rPr>
              <a:pPr/>
              <a:t>Podcast</a:t>
            </a:fld>
            <a:endParaRPr lang="en-US" sz="1200" kern="0" dirty="0">
              <a:cs typeface="+mn-cs"/>
            </a:endParaRPr>
          </a:p>
        </p:txBody>
      </p:sp>
      <p:sp>
        <p:nvSpPr>
          <p:cNvPr id="108" name="Rectangle 3">
            <a:extLst>
              <a:ext uri="{FF2B5EF4-FFF2-40B4-BE49-F238E27FC236}">
                <a16:creationId xmlns:a16="http://schemas.microsoft.com/office/drawing/2014/main" id="{C8418D22-BED1-3FCC-6E42-282B94C2E294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11118850" y="6007100"/>
            <a:ext cx="37465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62CD0EB-0952-4E5B-8BFD-637CC9CAA348}" type="datetime'D''''''''''''i''''''''''''''''''''''''ğ''''e''''r'''''">
              <a:rPr lang="en-US" altLang="en-US" sz="1200" kern="0" smtClean="0">
                <a:cs typeface="+mn-cs"/>
              </a:rPr>
              <a:pPr/>
              <a:t>Diğer</a:t>
            </a:fld>
            <a:endParaRPr lang="en-US" sz="1200" kern="0" dirty="0">
              <a:cs typeface="+mn-cs"/>
            </a:endParaRPr>
          </a:p>
        </p:txBody>
      </p:sp>
      <p:sp>
        <p:nvSpPr>
          <p:cNvPr id="109" name="Rectangle 3">
            <a:extLst>
              <a:ext uri="{FF2B5EF4-FFF2-40B4-BE49-F238E27FC236}">
                <a16:creationId xmlns:a16="http://schemas.microsoft.com/office/drawing/2014/main" id="{16EB98E2-024D-DD0F-9745-5A040EA61875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1520825" y="44862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29FACD0-1E91-4E73-8818-6EB333D8DDB4}" type="datetime'''''27'''''''''''',''''''''''''''''''''''1'''''''''''''">
              <a:rPr lang="en-US" altLang="en-US" sz="1400" kern="0" smtClean="0">
                <a:cs typeface="+mn-cs"/>
              </a:rPr>
              <a:pPr/>
              <a:t>27,1</a:t>
            </a:fld>
            <a:endParaRPr lang="en-US" sz="1400" kern="0" dirty="0">
              <a:cs typeface="+mn-cs"/>
            </a:endParaRPr>
          </a:p>
        </p:txBody>
      </p:sp>
      <p:sp>
        <p:nvSpPr>
          <p:cNvPr id="110" name="Rectangle 3">
            <a:extLst>
              <a:ext uri="{FF2B5EF4-FFF2-40B4-BE49-F238E27FC236}">
                <a16:creationId xmlns:a16="http://schemas.microsoft.com/office/drawing/2014/main" id="{67617898-C18F-4AF2-1472-C239892C06F6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2479675" y="478631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BD4F084-C31D-453F-B551-E06B55195714}" type="datetime'''''20'''',''''''''''''''''5'''''''">
              <a:rPr lang="en-US" altLang="en-US" sz="1400" kern="0" smtClean="0">
                <a:cs typeface="+mn-cs"/>
              </a:rPr>
              <a:pPr/>
              <a:t>20,5</a:t>
            </a:fld>
            <a:endParaRPr lang="en-US" sz="1400" kern="0" dirty="0">
              <a:cs typeface="+mn-cs"/>
            </a:endParaRPr>
          </a:p>
        </p:txBody>
      </p:sp>
      <p:sp>
        <p:nvSpPr>
          <p:cNvPr id="111" name="Rectangle 3">
            <a:extLst>
              <a:ext uri="{FF2B5EF4-FFF2-40B4-BE49-F238E27FC236}">
                <a16:creationId xmlns:a16="http://schemas.microsoft.com/office/drawing/2014/main" id="{CD682A5A-A3F2-922F-1B36-4C9721ABF018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3438525" y="49307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C6E2694-8E7E-4FDE-A17A-65D2DDB68DDD}" type="datetime'''''1''7'''''''''''''''''''''''''''''''''''''',''''''''3'''''">
              <a:rPr lang="en-US" altLang="en-US" sz="1400" kern="0" smtClean="0">
                <a:cs typeface="+mn-cs"/>
              </a:rPr>
              <a:pPr/>
              <a:t>17,3</a:t>
            </a:fld>
            <a:endParaRPr lang="en-US" sz="1400" kern="0" dirty="0">
              <a:cs typeface="+mn-cs"/>
            </a:endParaRP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51F6DC9D-947A-69D8-BCA6-457479324B99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4397375" y="5175250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5C24659-D321-4C50-8129-E5CF84C3C01F}" type="datetime'''''''''1''2'''''''''',''''''''''''''''''''''''''''''0'''''''">
              <a:rPr lang="en-US" altLang="en-US" sz="1400" kern="0" smtClean="0">
                <a:cs typeface="+mn-cs"/>
              </a:rPr>
              <a:pPr/>
              <a:t>12,0</a:t>
            </a:fld>
            <a:endParaRPr lang="en-US" sz="1400" kern="0" dirty="0">
              <a:cs typeface="+mn-cs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CFDFD411-0965-42FC-271D-8BB7879E4291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5405438" y="55467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34F5BCB-2568-4A04-AAC5-46A41C39703A}" type="datetime'3'''''''',''''''''''''''''''''''''''''''''''8'''''''">
              <a:rPr lang="en-US" altLang="en-US" sz="1400" kern="0" smtClean="0">
                <a:cs typeface="+mn-cs"/>
              </a:rPr>
              <a:pPr/>
              <a:t>3,8</a:t>
            </a:fld>
            <a:endParaRPr lang="en-US" sz="1400" kern="0" dirty="0"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ED8F7F16-B771-13AD-804C-B7B1C04EA3B1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6364288" y="55721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0F24686-D66A-4F51-AC22-9F3B6A5BD8F0}" type="datetime'''''''3'''''',''''''''''''''2'''''''''''''''''''''''''">
              <a:rPr lang="en-US" altLang="en-US" sz="1400" kern="0" smtClean="0">
                <a:cs typeface="+mn-cs"/>
              </a:rPr>
              <a:pPr/>
              <a:t>3,2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A96DF3C0-F2DE-0B43-1D59-67B40C5D93D1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7323138" y="55594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93E337A-B352-496F-B97B-A0FA8960564F}" type="datetime'''''''3'''''''''''''''''''''''''''''',''''''''''''''''5'''''">
              <a:rPr lang="en-US" altLang="en-US" sz="1400" kern="0" smtClean="0">
                <a:cs typeface="+mn-cs"/>
              </a:rPr>
              <a:pPr/>
              <a:t>3,5</a:t>
            </a:fld>
            <a:endParaRPr lang="en-US" sz="1400" kern="0" dirty="0">
              <a:cs typeface="+mn-cs"/>
            </a:endParaRPr>
          </a:p>
        </p:txBody>
      </p:sp>
      <p:sp>
        <p:nvSpPr>
          <p:cNvPr id="112" name="Rectangle 3">
            <a:extLst>
              <a:ext uri="{FF2B5EF4-FFF2-40B4-BE49-F238E27FC236}">
                <a16:creationId xmlns:a16="http://schemas.microsoft.com/office/drawing/2014/main" id="{C63BF635-B358-2852-6B5E-AE70AC006C98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8281988" y="55721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9382174-A8FB-4E9A-A0A0-177186CC0544}" type="datetime'''''''3'''''''''''''''''''''',''''''''''''2'''''">
              <a:rPr lang="en-US" altLang="en-US" sz="1400" kern="0" smtClean="0">
                <a:cs typeface="+mn-cs"/>
              </a:rPr>
              <a:pPr/>
              <a:t>3,2</a:t>
            </a:fld>
            <a:endParaRPr lang="en-US" sz="1400" kern="0" dirty="0">
              <a:cs typeface="+mn-cs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CF64A9DA-57CD-0D4A-5F1B-6BF046889233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9240838" y="57086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A0A7976-159E-4106-9D92-83267CBE50BF}" type="datetime'''''''''''''''''0'',''''''''''''''''''''''''''''''''''''''''2'">
              <a:rPr lang="en-US" altLang="en-US" sz="1400" kern="0" smtClean="0">
                <a:cs typeface="+mn-cs"/>
              </a:rPr>
              <a:pPr/>
              <a:t>0,2</a:t>
            </a:fld>
            <a:endParaRPr lang="en-US" sz="1400" kern="0" dirty="0"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B088B461-EC15-9D58-90E7-E157A0FC274E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10199688" y="57150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1D5DDC6-DD31-4763-95B1-88AC1AEAF178}" type="datetime'''''''''0'',''''''''''''''''''1'''''''''''''''''''">
              <a:rPr lang="en-US" altLang="en-US" sz="1400" kern="0" smtClean="0">
                <a:cs typeface="+mn-cs"/>
              </a:rPr>
              <a:pPr/>
              <a:t>0,1</a:t>
            </a:fld>
            <a:endParaRPr lang="en-US" sz="1400" kern="0" dirty="0">
              <a:cs typeface="+mn-cs"/>
            </a:endParaRPr>
          </a:p>
        </p:txBody>
      </p:sp>
      <p:sp>
        <p:nvSpPr>
          <p:cNvPr id="113" name="Rectangle 3">
            <a:extLst>
              <a:ext uri="{FF2B5EF4-FFF2-40B4-BE49-F238E27FC236}">
                <a16:creationId xmlns:a16="http://schemas.microsoft.com/office/drawing/2014/main" id="{C6E51510-7D84-A6D0-3291-1A34943651AA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11158538" y="530542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E76DC4D-BB12-42E2-8A0E-2378AFD53219}" type="datetime'''''''''''''9'''''''''''''''',''''''''''1'''">
              <a:rPr lang="en-US" altLang="en-US" sz="1400" kern="0" smtClean="0">
                <a:cs typeface="+mn-cs"/>
              </a:rPr>
              <a:pPr/>
              <a:t>9,1</a:t>
            </a:fld>
            <a:endParaRPr lang="en-US" sz="1400" kern="0" dirty="0">
              <a:cs typeface="+mn-cs"/>
            </a:endParaRPr>
          </a:p>
        </p:txBody>
      </p:sp>
      <p:sp>
        <p:nvSpPr>
          <p:cNvPr id="92" name="Metin kutusu 91">
            <a:extLst>
              <a:ext uri="{FF2B5EF4-FFF2-40B4-BE49-F238E27FC236}">
                <a16:creationId xmlns:a16="http://schemas.microsoft.com/office/drawing/2014/main" id="{11DE9C01-8D0A-90F4-C372-BABAD9D2169F}"/>
              </a:ext>
            </a:extLst>
          </p:cNvPr>
          <p:cNvSpPr txBox="1"/>
          <p:nvPr/>
        </p:nvSpPr>
        <p:spPr>
          <a:xfrm>
            <a:off x="239713" y="3305453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Sayı</a:t>
            </a:r>
            <a:endParaRPr lang="en-US" b="1" dirty="0"/>
          </a:p>
        </p:txBody>
      </p:sp>
      <p:sp>
        <p:nvSpPr>
          <p:cNvPr id="93" name="Metin kutusu 92">
            <a:extLst>
              <a:ext uri="{FF2B5EF4-FFF2-40B4-BE49-F238E27FC236}">
                <a16:creationId xmlns:a16="http://schemas.microsoft.com/office/drawing/2014/main" id="{9CA14610-9363-B7AB-5CB1-EC9634610298}"/>
              </a:ext>
            </a:extLst>
          </p:cNvPr>
          <p:cNvSpPr txBox="1"/>
          <p:nvPr/>
        </p:nvSpPr>
        <p:spPr>
          <a:xfrm>
            <a:off x="239713" y="5136495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Yüzde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69904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E7358DF9-0A34-D99B-9376-A213AE1D44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814934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54" imgH="454" progId="TCLayout.ActiveDocument.1">
                  <p:embed/>
                </p:oleObj>
              </mc:Choice>
              <mc:Fallback>
                <p:oleObj name="think-cell Slide" r:id="rId18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C78AFA98-3BB8-A904-3269-F50A0B30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41" name="Chart 3">
            <a:extLst>
              <a:ext uri="{FF2B5EF4-FFF2-40B4-BE49-F238E27FC236}">
                <a16:creationId xmlns:a16="http://schemas.microsoft.com/office/drawing/2014/main" id="{AF7A603D-E9F9-BE5A-01FF-EEEFB0938D0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53691237"/>
              </p:ext>
            </p:extLst>
          </p:nvPr>
        </p:nvGraphicFramePr>
        <p:xfrm>
          <a:off x="323850" y="2824163"/>
          <a:ext cx="3935413" cy="347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cxnSp>
        <p:nvCxnSpPr>
          <p:cNvPr id="132" name="Düz Bağlayıcı 131">
            <a:extLst>
              <a:ext uri="{FF2B5EF4-FFF2-40B4-BE49-F238E27FC236}">
                <a16:creationId xmlns:a16="http://schemas.microsoft.com/office/drawing/2014/main" id="{DEF736B9-67EF-76A3-6B03-EE5B26496BC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06400" y="4502150"/>
            <a:ext cx="3770313" cy="0"/>
          </a:xfrm>
          <a:prstGeom prst="line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Rectangle 3">
            <a:extLst>
              <a:ext uri="{FF2B5EF4-FFF2-40B4-BE49-F238E27FC236}">
                <a16:creationId xmlns:a16="http://schemas.microsoft.com/office/drawing/2014/main" id="{1C1DAE00-5F99-7200-8AAA-E0D53C20A888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958849" y="6046788"/>
            <a:ext cx="781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EFD54ED-C659-48E5-B6F2-57A0CCAE779F}" type="datetime'''''''''''T''''''''ı''''''k''''la''''''n''''m''''''''''a'''">
              <a:rPr lang="en-US" altLang="en-US" sz="1400" b="1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Tıklanma</a:t>
            </a:fld>
            <a:endParaRPr lang="en-US" sz="1400" b="1" kern="0" dirty="0">
              <a:cs typeface="+mn-cs"/>
            </a:endParaRPr>
          </a:p>
        </p:txBody>
      </p:sp>
      <p:sp>
        <p:nvSpPr>
          <p:cNvPr id="123" name="Rectangle 3">
            <a:extLst>
              <a:ext uri="{FF2B5EF4-FFF2-40B4-BE49-F238E27FC236}">
                <a16:creationId xmlns:a16="http://schemas.microsoft.com/office/drawing/2014/main" id="{FBCF97F8-426A-16FB-A86B-5410C3D5858F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724150" y="6046788"/>
            <a:ext cx="10207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7F2DF65-944E-478F-8917-266201E4C802}" type="datetime'''''''''''''''V''''''''e''''r''''''''''i'' Kaz''ım''''''a'">
              <a:rPr lang="en-US" altLang="en-US" sz="1400" b="1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Veri Kazıma</a:t>
            </a:fld>
            <a:endParaRPr lang="en-US" sz="1400" b="1" kern="0" dirty="0">
              <a:cs typeface="+mn-cs"/>
            </a:endParaRPr>
          </a:p>
        </p:txBody>
      </p:sp>
      <p:graphicFrame>
        <p:nvGraphicFramePr>
          <p:cNvPr id="158" name="Chart 3">
            <a:extLst>
              <a:ext uri="{FF2B5EF4-FFF2-40B4-BE49-F238E27FC236}">
                <a16:creationId xmlns:a16="http://schemas.microsoft.com/office/drawing/2014/main" id="{BFFFE4CB-99AC-9E6E-01F7-79B985564E90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252259457"/>
              </p:ext>
            </p:extLst>
          </p:nvPr>
        </p:nvGraphicFramePr>
        <p:xfrm>
          <a:off x="5083175" y="2698750"/>
          <a:ext cx="6784975" cy="3348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48" name="Rectangle 3">
            <a:extLst>
              <a:ext uri="{FF2B5EF4-FFF2-40B4-BE49-F238E27FC236}">
                <a16:creationId xmlns:a16="http://schemas.microsoft.com/office/drawing/2014/main" id="{614DAD04-2D81-71F8-C793-9B9488C56E3A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5602288" y="4352925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E617DD4-0F6B-41B8-B062-080D0973827A}" type="datetime'''8''''''''''''''''''''''''''''''''9,''''''''''''0''''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89,0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3" name="Rectangle 3">
            <a:extLst>
              <a:ext uri="{FF2B5EF4-FFF2-40B4-BE49-F238E27FC236}">
                <a16:creationId xmlns:a16="http://schemas.microsoft.com/office/drawing/2014/main" id="{701AB8D6-ECF0-465D-A182-D3E44FA2ACC0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619750" y="6024563"/>
            <a:ext cx="41751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C0ABEEB-C253-4B2C-92DC-1FC0A5929B2E}" type="datetime'''''''''''''''''Blo''''''''''''g'''''''''''''''''''''''">
              <a:rPr lang="en-US" altLang="en-US" sz="1600" kern="0" smtClean="0">
                <a:cs typeface="+mn-cs"/>
              </a:rPr>
              <a:pPr/>
              <a:t>Blog</a:t>
            </a:fld>
            <a:endParaRPr lang="en-US" sz="1600" kern="0" dirty="0">
              <a:cs typeface="+mn-cs"/>
            </a:endParaRPr>
          </a:p>
        </p:txBody>
      </p:sp>
      <p:sp>
        <p:nvSpPr>
          <p:cNvPr id="149" name="Rectangle 3">
            <a:extLst>
              <a:ext uri="{FF2B5EF4-FFF2-40B4-BE49-F238E27FC236}">
                <a16:creationId xmlns:a16="http://schemas.microsoft.com/office/drawing/2014/main" id="{F9652164-DA6B-1E63-1CEE-028670E7A4F6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6926263" y="4595813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445FC01-BB7C-4D7D-B9EA-F98C0E8C64A3}" type="datetime'''''''7''4'''''''''''''''''''',''''4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74,4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1669D138-9101-7F77-77F8-8CB3FB793614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6756400" y="6024563"/>
            <a:ext cx="7905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B34F490-2F19-46B1-8967-1F200D5C15C2}" type="datetime'''''''''''''''H''''''''a''''''''b''''er''''''''''l''''er'''">
              <a:rPr lang="en-US" altLang="en-US" sz="1600" kern="0" smtClean="0">
                <a:cs typeface="+mn-cs"/>
              </a:rPr>
              <a:pPr/>
              <a:t>Haberler</a:t>
            </a:fld>
            <a:endParaRPr lang="en-US" sz="1600" kern="0" dirty="0">
              <a:cs typeface="+mn-cs"/>
            </a:endParaRPr>
          </a:p>
        </p:txBody>
      </p:sp>
      <p:sp>
        <p:nvSpPr>
          <p:cNvPr id="150" name="Rectangle 3">
            <a:extLst>
              <a:ext uri="{FF2B5EF4-FFF2-40B4-BE49-F238E27FC236}">
                <a16:creationId xmlns:a16="http://schemas.microsoft.com/office/drawing/2014/main" id="{4A7DCD89-34A2-3952-0508-D0C87F263F90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gray">
          <a:xfrm>
            <a:off x="8250238" y="4883150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698740E-2380-4CBE-9184-873531AADA57}" type="datetime'''''''''''''''''''''''''''''5''''7'''''',''''''''1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57,1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5" name="Rectangle 3">
            <a:extLst>
              <a:ext uri="{FF2B5EF4-FFF2-40B4-BE49-F238E27FC236}">
                <a16:creationId xmlns:a16="http://schemas.microsoft.com/office/drawing/2014/main" id="{BC5CC9BB-39AA-739F-EDBE-8807DB3EC998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7835900" y="6024562"/>
            <a:ext cx="12795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5F577A5-AC4E-445D-911E-1A35F98C2A63}" type="datetime'Eki''''b''i''''''mi''z'''' + Ara''şt''ı''r''m''''acılar'''''">
              <a:rPr lang="en-US" altLang="en-US" sz="1600" kern="0" smtClean="0">
                <a:cs typeface="+mn-cs"/>
              </a:rPr>
              <a:pPr/>
              <a:t>Ekibimiz + Araştırmacılar</a:t>
            </a:fld>
            <a:endParaRPr lang="en-US" sz="1600" kern="0" dirty="0">
              <a:cs typeface="+mn-cs"/>
            </a:endParaRPr>
          </a:p>
        </p:txBody>
      </p:sp>
      <p:sp>
        <p:nvSpPr>
          <p:cNvPr id="151" name="Rectangle 3">
            <a:extLst>
              <a:ext uri="{FF2B5EF4-FFF2-40B4-BE49-F238E27FC236}">
                <a16:creationId xmlns:a16="http://schemas.microsoft.com/office/drawing/2014/main" id="{117D7A0C-5A13-2F41-FC0F-C00F1615B325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gray">
          <a:xfrm>
            <a:off x="9574213" y="4348163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4B40378-57DC-4FA0-B2B1-60721B9B7D95}" type="datetime'''''''''8''''''''''''''''''''9'''''''',''''3''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89,3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6" name="Rectangle 3">
            <a:extLst>
              <a:ext uri="{FF2B5EF4-FFF2-40B4-BE49-F238E27FC236}">
                <a16:creationId xmlns:a16="http://schemas.microsoft.com/office/drawing/2014/main" id="{A4DD2E85-1036-9BBA-7839-9E2A1C5841DC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9239250" y="6024563"/>
            <a:ext cx="1120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BB14F39-A7A9-410C-85B7-50F35FB472CC}" type="datetime'A''''r''''''''a''''şt''ı''''''''''''r''''''m''''''al''''ar'''">
              <a:rPr lang="en-US" altLang="en-US" sz="1600" kern="0" smtClean="0">
                <a:cs typeface="+mn-cs"/>
              </a:rPr>
              <a:pPr/>
              <a:t>Araştırmalar</a:t>
            </a:fld>
            <a:endParaRPr lang="en-US" sz="1600" kern="0" dirty="0">
              <a:cs typeface="+mn-cs"/>
            </a:endParaRPr>
          </a:p>
        </p:txBody>
      </p:sp>
      <p:sp>
        <p:nvSpPr>
          <p:cNvPr id="152" name="Rectangle 3">
            <a:extLst>
              <a:ext uri="{FF2B5EF4-FFF2-40B4-BE49-F238E27FC236}">
                <a16:creationId xmlns:a16="http://schemas.microsoft.com/office/drawing/2014/main" id="{B6F601D4-FDF6-8372-4F82-2468D6EADED2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10898188" y="4246563"/>
            <a:ext cx="4524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8575" tIns="0" rIns="28575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644EBDE-CDDF-481A-A3FF-AFD0F38FFF6B}" type="datetime'''''''9''''''''''''''''''''5'''',''''''''5'''">
              <a:rPr lang="en-US" altLang="en-US" sz="1600" kern="0" smtClean="0">
                <a:solidFill>
                  <a:schemeClr val="bg1"/>
                </a:solidFill>
                <a:cs typeface="+mn-cs"/>
              </a:rPr>
              <a:pPr/>
              <a:t>95,5</a:t>
            </a:fld>
            <a:endParaRPr lang="en-US" sz="16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47" name="Rectangle 3">
            <a:extLst>
              <a:ext uri="{FF2B5EF4-FFF2-40B4-BE49-F238E27FC236}">
                <a16:creationId xmlns:a16="http://schemas.microsoft.com/office/drawing/2014/main" id="{61FBF75C-2FB6-6AC3-F2A3-AB16C9E4CAE4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auto">
          <a:xfrm>
            <a:off x="10717213" y="6024563"/>
            <a:ext cx="812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5C46C02-FD0A-4038-85D5-C20764C7BA64}" type="datetime'B''''ü''''''l''''t''''e''n''''''''''''''''l''''e''''''''''r'">
              <a:rPr lang="en-US" altLang="en-US" sz="1600" kern="0" smtClean="0">
                <a:cs typeface="+mn-cs"/>
              </a:rPr>
              <a:pPr/>
              <a:t>Bültenler</a:t>
            </a:fld>
            <a:endParaRPr lang="en-US" sz="1600" kern="0" dirty="0">
              <a:cs typeface="+mn-cs"/>
            </a:endParaRPr>
          </a:p>
        </p:txBody>
      </p:sp>
      <p:sp>
        <p:nvSpPr>
          <p:cNvPr id="156" name="Metin kutusu 75">
            <a:extLst>
              <a:ext uri="{FF2B5EF4-FFF2-40B4-BE49-F238E27FC236}">
                <a16:creationId xmlns:a16="http://schemas.microsoft.com/office/drawing/2014/main" id="{21D41F7E-9C4F-CAE0-AD56-3102CFC92D50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sp>
        <p:nvSpPr>
          <p:cNvPr id="161" name="Metin kutusu 160">
            <a:extLst>
              <a:ext uri="{FF2B5EF4-FFF2-40B4-BE49-F238E27FC236}">
                <a16:creationId xmlns:a16="http://schemas.microsoft.com/office/drawing/2014/main" id="{F3D6355D-2105-DFDA-9F45-BCF5ECFDA214}"/>
              </a:ext>
            </a:extLst>
          </p:cNvPr>
          <p:cNvSpPr txBox="1"/>
          <p:nvPr/>
        </p:nvSpPr>
        <p:spPr>
          <a:xfrm>
            <a:off x="401637" y="1864409"/>
            <a:ext cx="3688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Veri Kazıma Oranı, </a:t>
            </a:r>
          </a:p>
          <a:p>
            <a:pPr algn="ctr"/>
            <a:r>
              <a:rPr lang="tr-TR" b="1" dirty="0"/>
              <a:t>%, 23.09.2024-23.09.2025</a:t>
            </a:r>
            <a:endParaRPr lang="en-US" b="1" dirty="0"/>
          </a:p>
        </p:txBody>
      </p:sp>
      <p:sp>
        <p:nvSpPr>
          <p:cNvPr id="162" name="Metin kutusu 161">
            <a:extLst>
              <a:ext uri="{FF2B5EF4-FFF2-40B4-BE49-F238E27FC236}">
                <a16:creationId xmlns:a16="http://schemas.microsoft.com/office/drawing/2014/main" id="{36BAE703-B3F1-38A9-1A21-2DA903EB3847}"/>
              </a:ext>
            </a:extLst>
          </p:cNvPr>
          <p:cNvSpPr txBox="1"/>
          <p:nvPr/>
        </p:nvSpPr>
        <p:spPr>
          <a:xfrm>
            <a:off x="5928049" y="1842293"/>
            <a:ext cx="5265155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Alt başlığa tıklanma oranı, </a:t>
            </a:r>
          </a:p>
          <a:p>
            <a:pPr algn="ctr"/>
            <a:r>
              <a:rPr lang="tr-TR" b="1" dirty="0"/>
              <a:t>%, 23.09.2024-24.09.2025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23494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A6C17CC-B88B-848A-7CF7-41A47BAF42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64395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2F332DB9-12FF-C4C9-7FD6-5F4F6A173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838200"/>
            <a:ext cx="11379200" cy="83820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Resim 4" descr="harita, atlas, dünya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E4DF8C0-27AC-FEA2-0622-B58CEE0E3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" y="1725267"/>
            <a:ext cx="11379200" cy="4494783"/>
          </a:xfrm>
          <a:prstGeom prst="rect">
            <a:avLst/>
          </a:prstGeom>
          <a:noFill/>
        </p:spPr>
      </p:pic>
      <p:sp>
        <p:nvSpPr>
          <p:cNvPr id="7" name="Metin kutusu 75">
            <a:extLst>
              <a:ext uri="{FF2B5EF4-FFF2-40B4-BE49-F238E27FC236}">
                <a16:creationId xmlns:a16="http://schemas.microsoft.com/office/drawing/2014/main" id="{2F33A013-5181-81A9-B537-52CB9530C09F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sp>
        <p:nvSpPr>
          <p:cNvPr id="8" name="Dikdörtgen 7">
            <a:extLst>
              <a:ext uri="{FF2B5EF4-FFF2-40B4-BE49-F238E27FC236}">
                <a16:creationId xmlns:a16="http://schemas.microsoft.com/office/drawing/2014/main" id="{D71E8483-44B2-5C59-1934-8F0DB9947F01}"/>
              </a:ext>
            </a:extLst>
          </p:cNvPr>
          <p:cNvSpPr/>
          <p:nvPr/>
        </p:nvSpPr>
        <p:spPr bwMode="auto">
          <a:xfrm>
            <a:off x="3073857" y="6235825"/>
            <a:ext cx="192505" cy="194097"/>
          </a:xfrm>
          <a:prstGeom prst="rect">
            <a:avLst/>
          </a:prstGeom>
          <a:solidFill>
            <a:srgbClr val="A5A5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F6EDC68-6306-FEF7-FC52-E51F7DE921D9}"/>
              </a:ext>
            </a:extLst>
          </p:cNvPr>
          <p:cNvSpPr txBox="1"/>
          <p:nvPr/>
        </p:nvSpPr>
        <p:spPr>
          <a:xfrm>
            <a:off x="3266362" y="6178985"/>
            <a:ext cx="351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0</a:t>
            </a:r>
            <a:endParaRPr lang="en-US" sz="1400" dirty="0"/>
          </a:p>
        </p:txBody>
      </p:sp>
      <p:sp>
        <p:nvSpPr>
          <p:cNvPr id="11" name="Dikdörtgen 10">
            <a:extLst>
              <a:ext uri="{FF2B5EF4-FFF2-40B4-BE49-F238E27FC236}">
                <a16:creationId xmlns:a16="http://schemas.microsoft.com/office/drawing/2014/main" id="{6789ED2C-446F-2ECA-1F10-E406B7303FBC}"/>
              </a:ext>
            </a:extLst>
          </p:cNvPr>
          <p:cNvSpPr/>
          <p:nvPr/>
        </p:nvSpPr>
        <p:spPr bwMode="auto">
          <a:xfrm>
            <a:off x="3558863" y="6235825"/>
            <a:ext cx="192505" cy="194097"/>
          </a:xfrm>
          <a:prstGeom prst="rect">
            <a:avLst/>
          </a:prstGeom>
          <a:solidFill>
            <a:srgbClr val="31688E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A81CF4DD-A4CE-3110-8FCE-4120E565A67B}"/>
              </a:ext>
            </a:extLst>
          </p:cNvPr>
          <p:cNvSpPr txBox="1"/>
          <p:nvPr/>
        </p:nvSpPr>
        <p:spPr>
          <a:xfrm>
            <a:off x="3751367" y="6178985"/>
            <a:ext cx="738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0-549</a:t>
            </a:r>
            <a:endParaRPr lang="en-US" sz="1400" dirty="0"/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ECC41371-759E-008D-2F7A-0745C884A2AD}"/>
              </a:ext>
            </a:extLst>
          </p:cNvPr>
          <p:cNvSpPr/>
          <p:nvPr/>
        </p:nvSpPr>
        <p:spPr bwMode="auto">
          <a:xfrm>
            <a:off x="4393415" y="6235825"/>
            <a:ext cx="192505" cy="194097"/>
          </a:xfrm>
          <a:prstGeom prst="rect">
            <a:avLst/>
          </a:prstGeom>
          <a:solidFill>
            <a:srgbClr val="35B7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FDE7587D-3D08-85B0-4BEA-4881F1A7E630}"/>
              </a:ext>
            </a:extLst>
          </p:cNvPr>
          <p:cNvSpPr txBox="1"/>
          <p:nvPr/>
        </p:nvSpPr>
        <p:spPr>
          <a:xfrm>
            <a:off x="4585920" y="6178985"/>
            <a:ext cx="10053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550-1.825</a:t>
            </a:r>
            <a:endParaRPr lang="en-US" sz="1400" dirty="0"/>
          </a:p>
        </p:txBody>
      </p:sp>
      <p:sp>
        <p:nvSpPr>
          <p:cNvPr id="15" name="Dikdörtgen 14">
            <a:extLst>
              <a:ext uri="{FF2B5EF4-FFF2-40B4-BE49-F238E27FC236}">
                <a16:creationId xmlns:a16="http://schemas.microsoft.com/office/drawing/2014/main" id="{7CC5589F-C7A8-0841-7012-AE680E6F278D}"/>
              </a:ext>
            </a:extLst>
          </p:cNvPr>
          <p:cNvSpPr/>
          <p:nvPr/>
        </p:nvSpPr>
        <p:spPr bwMode="auto">
          <a:xfrm>
            <a:off x="5575752" y="6246231"/>
            <a:ext cx="192505" cy="194097"/>
          </a:xfrm>
          <a:prstGeom prst="rect">
            <a:avLst/>
          </a:prstGeom>
          <a:solidFill>
            <a:srgbClr val="FDE72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Metin kutusu 15">
            <a:extLst>
              <a:ext uri="{FF2B5EF4-FFF2-40B4-BE49-F238E27FC236}">
                <a16:creationId xmlns:a16="http://schemas.microsoft.com/office/drawing/2014/main" id="{BE888A5B-57BD-C90E-1E7B-FB1BEA13E744}"/>
              </a:ext>
            </a:extLst>
          </p:cNvPr>
          <p:cNvSpPr txBox="1"/>
          <p:nvPr/>
        </p:nvSpPr>
        <p:spPr>
          <a:xfrm>
            <a:off x="5768256" y="6189391"/>
            <a:ext cx="1151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1.826-3.470</a:t>
            </a:r>
            <a:endParaRPr lang="en-US" sz="1400" dirty="0"/>
          </a:p>
        </p:txBody>
      </p:sp>
      <p:sp>
        <p:nvSpPr>
          <p:cNvPr id="17" name="Dikdörtgen 16">
            <a:extLst>
              <a:ext uri="{FF2B5EF4-FFF2-40B4-BE49-F238E27FC236}">
                <a16:creationId xmlns:a16="http://schemas.microsoft.com/office/drawing/2014/main" id="{BAE6E441-F03F-C125-D229-79A62912014C}"/>
              </a:ext>
            </a:extLst>
          </p:cNvPr>
          <p:cNvSpPr/>
          <p:nvPr/>
        </p:nvSpPr>
        <p:spPr bwMode="auto">
          <a:xfrm>
            <a:off x="6880344" y="6246231"/>
            <a:ext cx="192505" cy="194097"/>
          </a:xfrm>
          <a:prstGeom prst="rect">
            <a:avLst/>
          </a:prstGeom>
          <a:solidFill>
            <a:srgbClr val="FDE72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15A8BEC2-1DA0-6F07-E9AF-B8BD28FB91BF}"/>
              </a:ext>
            </a:extLst>
          </p:cNvPr>
          <p:cNvSpPr txBox="1"/>
          <p:nvPr/>
        </p:nvSpPr>
        <p:spPr>
          <a:xfrm>
            <a:off x="7072848" y="6189391"/>
            <a:ext cx="1196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3.471-6.877</a:t>
            </a:r>
            <a:endParaRPr lang="en-US" sz="1400" dirty="0"/>
          </a:p>
        </p:txBody>
      </p:sp>
      <p:sp>
        <p:nvSpPr>
          <p:cNvPr id="19" name="Dikdörtgen 18">
            <a:extLst>
              <a:ext uri="{FF2B5EF4-FFF2-40B4-BE49-F238E27FC236}">
                <a16:creationId xmlns:a16="http://schemas.microsoft.com/office/drawing/2014/main" id="{3CF9056E-C3FE-92F4-F925-FCE1363C21ED}"/>
              </a:ext>
            </a:extLst>
          </p:cNvPr>
          <p:cNvSpPr/>
          <p:nvPr/>
        </p:nvSpPr>
        <p:spPr bwMode="auto">
          <a:xfrm>
            <a:off x="8173126" y="6240499"/>
            <a:ext cx="192505" cy="194097"/>
          </a:xfrm>
          <a:prstGeom prst="rect">
            <a:avLst/>
          </a:prstGeom>
          <a:solidFill>
            <a:srgbClr val="44015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Metin kutusu 19">
            <a:extLst>
              <a:ext uri="{FF2B5EF4-FFF2-40B4-BE49-F238E27FC236}">
                <a16:creationId xmlns:a16="http://schemas.microsoft.com/office/drawing/2014/main" id="{70EBA9DB-6D91-71D9-388F-F51756C18A3D}"/>
              </a:ext>
            </a:extLst>
          </p:cNvPr>
          <p:cNvSpPr txBox="1"/>
          <p:nvPr/>
        </p:nvSpPr>
        <p:spPr>
          <a:xfrm>
            <a:off x="8365630" y="6183659"/>
            <a:ext cx="11965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143.741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745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F69343EE-4810-DBC3-CBDB-2FAD65AD59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61051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54" imgH="454" progId="TCLayout.ActiveDocument.1">
                  <p:embed/>
                </p:oleObj>
              </mc:Choice>
              <mc:Fallback>
                <p:oleObj name="think-cell Slide" r:id="rId27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65BF802D-87C5-15AC-3E61-7B1EE3777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40E60D3-A12D-2DC7-3BAB-939202D9EB8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Ülkelere göre ziyaretçi sayısı, %, 23.09.2024-24.09.2025</a:t>
            </a:r>
            <a:endParaRPr lang="en-US" b="1" dirty="0"/>
          </a:p>
        </p:txBody>
      </p:sp>
      <p:graphicFrame>
        <p:nvGraphicFramePr>
          <p:cNvPr id="113" name="Chart 3">
            <a:extLst>
              <a:ext uri="{FF2B5EF4-FFF2-40B4-BE49-F238E27FC236}">
                <a16:creationId xmlns:a16="http://schemas.microsoft.com/office/drawing/2014/main" id="{A0093519-8B53-DC69-C2D5-7740EA2402E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22610326"/>
              </p:ext>
            </p:extLst>
          </p:nvPr>
        </p:nvGraphicFramePr>
        <p:xfrm>
          <a:off x="323850" y="2854325"/>
          <a:ext cx="11544300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 useBgFill="1">
        <p:nvSpPr>
          <p:cNvPr id="97" name="Serbest Form: Şekil 96">
            <a:extLst>
              <a:ext uri="{FF2B5EF4-FFF2-40B4-BE49-F238E27FC236}">
                <a16:creationId xmlns:a16="http://schemas.microsoft.com/office/drawing/2014/main" id="{8E66C8A2-596D-CAEE-5589-3CC0FD2F38C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04838" y="3571875"/>
            <a:ext cx="741363" cy="257175"/>
          </a:xfrm>
          <a:custGeom>
            <a:avLst/>
            <a:gdLst/>
            <a:ahLst/>
            <a:cxnLst/>
            <a:rect l="0" t="0" r="0" b="0"/>
            <a:pathLst>
              <a:path w="741363" h="257176">
                <a:moveTo>
                  <a:pt x="0" y="200025"/>
                </a:moveTo>
                <a:lnTo>
                  <a:pt x="741362" y="0"/>
                </a:lnTo>
                <a:lnTo>
                  <a:pt x="741362" y="57150"/>
                </a:lnTo>
                <a:lnTo>
                  <a:pt x="0" y="257175"/>
                </a:lnTo>
                <a:close/>
              </a:path>
            </a:pathLst>
          </a:cu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5" name="Serbest Form: Şekil 94">
            <a:extLst>
              <a:ext uri="{FF2B5EF4-FFF2-40B4-BE49-F238E27FC236}">
                <a16:creationId xmlns:a16="http://schemas.microsoft.com/office/drawing/2014/main" id="{76FB1C64-55E3-B9ED-52C5-E044DD00707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04838" y="3571875"/>
            <a:ext cx="741363" cy="200025"/>
          </a:xfrm>
          <a:custGeom>
            <a:avLst/>
            <a:gdLst/>
            <a:ahLst/>
            <a:cxnLst/>
            <a:rect l="0" t="0" r="0" b="0"/>
            <a:pathLst>
              <a:path w="741363" h="200026">
                <a:moveTo>
                  <a:pt x="0" y="200025"/>
                </a:moveTo>
                <a:lnTo>
                  <a:pt x="741362" y="0"/>
                </a:lnTo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6" name="Serbest Form: Şekil 95">
            <a:extLst>
              <a:ext uri="{FF2B5EF4-FFF2-40B4-BE49-F238E27FC236}">
                <a16:creationId xmlns:a16="http://schemas.microsoft.com/office/drawing/2014/main" id="{4C79CB0D-C418-742B-3BC3-29E12AE897A8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04838" y="3629025"/>
            <a:ext cx="741363" cy="200025"/>
          </a:xfrm>
          <a:custGeom>
            <a:avLst/>
            <a:gdLst/>
            <a:ahLst/>
            <a:cxnLst/>
            <a:rect l="0" t="0" r="0" b="0"/>
            <a:pathLst>
              <a:path w="741363" h="200026">
                <a:moveTo>
                  <a:pt x="0" y="200025"/>
                </a:moveTo>
                <a:lnTo>
                  <a:pt x="741362" y="0"/>
                </a:lnTo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2EE9E-49EB-F455-A1DD-6433426412E5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677863" y="5853113"/>
            <a:ext cx="593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54CABB2-2E23-4CD4-B086-798CB44CE347}" type="datetime'''''T''''''''ü''''''''''r''k''''''''''''''i''''''''''''''ye'''">
              <a:rPr lang="en-US" altLang="en-US" sz="1400" kern="0" smtClean="0">
                <a:cs typeface="+mn-cs"/>
              </a:rPr>
              <a:pPr/>
              <a:t>Türkiye</a:t>
            </a:fld>
            <a:endParaRPr lang="en-US" sz="1400" kern="0" dirty="0"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A3236FF-F786-6C4E-72B9-F1197CE3CB93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1924050" y="5853113"/>
            <a:ext cx="3794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1412DB0-5EC6-474C-B5D8-01808D5BAA56}" type="datetime'''''''''''''''''''A''''''''''''''''B''''''''''D'''''''''''''">
              <a:rPr lang="en-US" altLang="en-US" sz="1400" kern="0" smtClean="0">
                <a:cs typeface="+mn-cs"/>
              </a:rPr>
              <a:pPr/>
              <a:t>ABD</a:t>
            </a:fld>
            <a:endParaRPr lang="en-US" sz="1400" kern="0" dirty="0">
              <a:cs typeface="+mn-cs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63C8934C-7A9B-6327-5B60-F88687161581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3111500" y="5853113"/>
            <a:ext cx="2794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9C0AE53-252E-44EC-B2D8-928C33982AF8}" type="datetime'''''''''''Ç''''''''''''i''''''''''''''''''n'''''''''''''">
              <a:rPr lang="en-US" altLang="en-US" sz="1400" kern="0" smtClean="0">
                <a:cs typeface="+mn-cs"/>
              </a:rPr>
              <a:pPr/>
              <a:t>Çin</a:t>
            </a:fld>
            <a:endParaRPr lang="en-US" sz="1400" kern="0" dirty="0">
              <a:cs typeface="+mn-cs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6260BA84-24DD-D728-593E-F3B40D57D80A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4100513" y="5853113"/>
            <a:ext cx="574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7F280A8-FA96-42BF-989E-7448B7A1BA6F}" type="datetime'N''''''o''r''''''''''''''''''''''v''''e''''''''''''''ç'">
              <a:rPr lang="en-US" altLang="en-US" sz="1400" kern="0" smtClean="0">
                <a:cs typeface="+mn-cs"/>
              </a:rPr>
              <a:pPr/>
              <a:t>Norveç</a:t>
            </a:fld>
            <a:endParaRPr lang="en-US" sz="1400" kern="0" dirty="0">
              <a:cs typeface="+mn-c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094CE8B8-1B0C-EB36-A756-8C5D4BB0E933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5175250" y="5853113"/>
            <a:ext cx="7032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03D86F3-41B8-46A8-88D5-C667FAC3B990}" type="datetime'''A''''''''''''''''l''m''''''a''''n''''''''''''''''ya'''''''''">
              <a:rPr lang="en-US" altLang="en-US" sz="1400" kern="0" smtClean="0">
                <a:cs typeface="+mn-cs"/>
              </a:rPr>
              <a:pPr/>
              <a:t>Almanya</a:t>
            </a:fld>
            <a:endParaRPr lang="en-US" sz="1400" kern="0" dirty="0">
              <a:cs typeface="+mn-cs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0F5BE630-5177-0B9B-3140-741B2655841C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6388100" y="5853113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DE4AE42-3D67-428E-9222-54DD4126EF11}" type="datetime'İr''''''''''la''''n''''''''''''''''''d''a'''">
              <a:rPr lang="en-US" altLang="en-US" sz="1400" kern="0" smtClean="0">
                <a:cs typeface="+mn-cs"/>
              </a:rPr>
              <a:pPr/>
              <a:t>İrlanda</a:t>
            </a:fld>
            <a:endParaRPr lang="en-US" sz="1400" kern="0" dirty="0">
              <a:cs typeface="+mn-cs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32DC6FE7-D572-269A-7BF2-ED0EE036D081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7446963" y="5853113"/>
            <a:ext cx="712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27F5E24-726E-4B85-8173-0AE46DCC5FAC}" type="datetime'''''''''''''''''''''''''H''''ol''l''a''''''''''n''da'''''">
              <a:rPr lang="en-US" altLang="en-US" sz="1400" kern="0" smtClean="0">
                <a:cs typeface="+mn-cs"/>
              </a:rPr>
              <a:pPr/>
              <a:t>Hollanda</a:t>
            </a:fld>
            <a:endParaRPr lang="en-US" sz="1400" kern="0" dirty="0">
              <a:cs typeface="+mn-cs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7DC8905C-032A-3F8C-84E8-92465B9B43BF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8620125" y="5853113"/>
            <a:ext cx="642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5C2987F-3051-4E8C-BDA4-F371B87B4213}" type="datetime'İn''''''''g''''''''''''''''''ilt''''''''''ere'''">
              <a:rPr lang="en-US" altLang="en-US" sz="1400" kern="0" smtClean="0">
                <a:cs typeface="+mn-cs"/>
              </a:rPr>
              <a:pPr/>
              <a:t>İngiltere</a:t>
            </a:fld>
            <a:endParaRPr lang="en-US" sz="14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92E6379B-C780-0B6B-3D47-31BD26236EAA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9796463" y="5853113"/>
            <a:ext cx="563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1349AB8-9EF5-40D8-8CD7-5FB52D5FCF58}" type="datetime'Fr''''''''''''''''''''a''''''''''''''''''''n''''s''''a'''">
              <a:rPr lang="en-US" altLang="en-US" sz="1400" kern="0" smtClean="0">
                <a:cs typeface="+mn-cs"/>
              </a:rPr>
              <a:pPr/>
              <a:t>Fransa</a:t>
            </a:fld>
            <a:endParaRPr lang="en-US" sz="1400" kern="0" dirty="0"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8099C7A6-C1E1-DEB5-EEEB-B66B7AEAE62D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auto">
          <a:xfrm>
            <a:off x="10998200" y="5853113"/>
            <a:ext cx="436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1350D3F-C2A4-4ADF-B76C-19F80038D3C2}" type="datetime'''Diğe''''''''''''''r'''''''''''''''''''">
              <a:rPr lang="en-US" altLang="en-US" sz="1400" kern="0" smtClean="0">
                <a:cs typeface="+mn-cs"/>
              </a:rPr>
              <a:pPr/>
              <a:t>Diğer</a:t>
            </a:fld>
            <a:endParaRPr lang="en-US" sz="1400" kern="0" dirty="0">
              <a:cs typeface="+mn-cs"/>
            </a:endParaRP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8CCCCC62-F14F-7379-0921-76685945786F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777875" y="425926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6E22FA5-5350-437B-A230-938A99CECC21}" type="datetime'''''8''''''0'''''''''''''''''''''''''''''''''''''''',4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80,4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421D63DB-4969-3BAE-EAC0-A4D787D4AD11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6516688" y="53117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4679F87-5622-41B9-8D8D-F83AA20DDD82}" type="datetime'''''''''''''''''''1'''''''''',''''''''''''''''0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1,0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1FB6160D-E963-30C7-1377-3C9E58B5E946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7654925" y="537210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C21CAE0-6745-4169-AAAF-2C68101C2542}" type="datetime'''''0,''''''''''''''''''''''''''''''''''''''''''''''8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0,8</a:t>
            </a:fld>
            <a:endParaRPr lang="en-US" sz="1400" kern="0" dirty="0">
              <a:cs typeface="+mn-cs"/>
            </a:endParaRPr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88F1F4B1-678C-15E9-E39F-815869DD0A43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8793163" y="53863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371B152-F1C9-44DC-BFB2-984EA3B374E4}" type="datetime'''''0'''''''''''''''''''''''''''''''''''''''''''''''''''''',7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0,7</a:t>
            </a:fld>
            <a:endParaRPr lang="en-US" sz="1400" kern="0" dirty="0">
              <a:cs typeface="+mn-cs"/>
            </a:endParaRP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4D01E6D2-1C36-47E8-3C91-49DEF50AFE51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9929813" y="54435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4E29AE3-D53C-4BB0-883B-FE5DD964279B}" type="datetime'''''''0'''',''''''''''''''''''''''''5''''''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0,5</a:t>
            </a:fld>
            <a:endParaRPr lang="en-US" sz="1400" kern="0" dirty="0">
              <a:cs typeface="+mn-cs"/>
            </a:endParaRPr>
          </a:p>
        </p:txBody>
      </p:sp>
      <p:sp>
        <p:nvSpPr>
          <p:cNvPr id="101" name="Rectangle 3">
            <a:extLst>
              <a:ext uri="{FF2B5EF4-FFF2-40B4-BE49-F238E27FC236}">
                <a16:creationId xmlns:a16="http://schemas.microsoft.com/office/drawing/2014/main" id="{CB79A752-759A-0388-32C1-566DAC6DD1ED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3103564" y="5262563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1362D78-24CA-4D3D-9B29-2733A8861005}" type="datetime'''''''''''3'''''''''',''''''''''''5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3,5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2" name="Rectangle 3">
            <a:extLst>
              <a:ext uri="{FF2B5EF4-FFF2-40B4-BE49-F238E27FC236}">
                <a16:creationId xmlns:a16="http://schemas.microsoft.com/office/drawing/2014/main" id="{5403F8DC-A941-0D24-EF33-156B8C155746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4240214" y="54546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4E9953B-7A5F-42DF-88E0-CC6871608F67}" type="datetime'''''''''''''''1'''''',''''''''''9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3" name="Rectangle 3">
            <a:extLst>
              <a:ext uri="{FF2B5EF4-FFF2-40B4-BE49-F238E27FC236}">
                <a16:creationId xmlns:a16="http://schemas.microsoft.com/office/drawing/2014/main" id="{33C7F962-3337-6C6D-DB69-6C19B88BB4AA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5378451" y="54768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D8CB4B5-7051-4FFA-A291-6D8CD22B0558}" type="datetime'''1,''''''''''''''''''''''''''''''''''8''''''''''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1,8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4" name="Rectangle 3">
            <a:extLst>
              <a:ext uri="{FF2B5EF4-FFF2-40B4-BE49-F238E27FC236}">
                <a16:creationId xmlns:a16="http://schemas.microsoft.com/office/drawing/2014/main" id="{F5CF2F1A-705D-A792-E5FA-426AAC4ED41B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1965326" y="52276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D850DB4-8F0A-471D-9283-E6AD73BADD67}" type="datetime'3'''''''''''',''''''''''''''''''''''''''''''''''''''''8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3,8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62EEF4BD-7914-AE1D-F44D-0316FDE0C764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11068050" y="50228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977C986-633F-4980-A211-6696F148D90E}" type="datetime'''''''''''''''''5'''''',''''''''6'''''''''''">
              <a:rPr lang="en-US" altLang="en-US" sz="1400" kern="0" smtClean="0">
                <a:solidFill>
                  <a:schemeClr val="bg1"/>
                </a:solidFill>
                <a:cs typeface="+mn-cs"/>
              </a:rPr>
              <a:pPr/>
              <a:t>5,6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93" name="Metin kutusu 75">
            <a:extLst>
              <a:ext uri="{FF2B5EF4-FFF2-40B4-BE49-F238E27FC236}">
                <a16:creationId xmlns:a16="http://schemas.microsoft.com/office/drawing/2014/main" id="{2BF1918C-20E1-3FF8-8D46-9DC8DA976176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4088940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A5BAB-6443-D4D0-071B-A21C8187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B304D873-8184-8542-4DBE-8828F5C973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1597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54" imgH="454" progId="TCLayout.ActiveDocument.1">
                  <p:embed/>
                </p:oleObj>
              </mc:Choice>
              <mc:Fallback>
                <p:oleObj name="think-cell Slide" r:id="rId23" imgW="454" imgH="45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9343EE-4810-DBC3-CBDB-2FAD65AD59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E4EA760E-8855-30C8-65DB-3C39CB6C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9D8415-BF93-5C3E-19CD-3FB7442CCDC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tr-TR" b="1" dirty="0"/>
              <a:t>Ülkelere göre ziyaretçi sayısı, %, 23.09.2024-24.09.2025</a:t>
            </a:r>
            <a:endParaRPr lang="en-US" b="1" dirty="0"/>
          </a:p>
        </p:txBody>
      </p:sp>
      <p:graphicFrame>
        <p:nvGraphicFramePr>
          <p:cNvPr id="68" name="Chart 3">
            <a:extLst>
              <a:ext uri="{FF2B5EF4-FFF2-40B4-BE49-F238E27FC236}">
                <a16:creationId xmlns:a16="http://schemas.microsoft.com/office/drawing/2014/main" id="{C6B954B4-557F-C295-7F7D-9529F7F59A8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92084215"/>
              </p:ext>
            </p:extLst>
          </p:nvPr>
        </p:nvGraphicFramePr>
        <p:xfrm>
          <a:off x="323850" y="2849563"/>
          <a:ext cx="11544300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56" name="Düz Bağlayıcı 55">
            <a:extLst>
              <a:ext uri="{FF2B5EF4-FFF2-40B4-BE49-F238E27FC236}">
                <a16:creationId xmlns:a16="http://schemas.microsoft.com/office/drawing/2014/main" id="{F3C5412D-3F07-3B28-A39D-8BD5628C521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406400" y="3249613"/>
            <a:ext cx="11379200" cy="0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0502669-45FB-7888-8662-941A230E0C1F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739775" y="5848350"/>
            <a:ext cx="593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54CABB2-2E23-4CD4-B086-798CB44CE347}" type="datetime'''''T''''''''ü''''''''''r''k''''''''''''''i''''''''''''''ye'''">
              <a:rPr lang="en-US" altLang="en-US" sz="1400" kern="0" smtClean="0">
                <a:cs typeface="+mn-cs"/>
              </a:rPr>
              <a:pPr/>
              <a:t>Türkiye</a:t>
            </a:fld>
            <a:endParaRPr lang="en-US" sz="1400" kern="0" dirty="0"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0BE0E92C-4DE2-F0A6-6F79-A80E37A307A4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112963" y="5848350"/>
            <a:ext cx="3794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1412DB0-5EC6-474C-B5D8-01808D5BAA56}" type="datetime'''''''''''''''''''A''''''''''''''''B''''''''''D'''''''''''''">
              <a:rPr lang="en-US" altLang="en-US" sz="1400" kern="0" smtClean="0">
                <a:cs typeface="+mn-cs"/>
              </a:rPr>
              <a:pPr/>
              <a:t>ABD</a:t>
            </a:fld>
            <a:endParaRPr lang="en-US" sz="1400" kern="0" dirty="0">
              <a:cs typeface="+mn-cs"/>
            </a:endParaRP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3F5091C0-0D99-5980-BE07-252DCDB51094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425825" y="5848350"/>
            <a:ext cx="2794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9C0AE53-252E-44EC-B2D8-928C33982AF8}" type="datetime'''''''''''Ç''''''''''''i''''''''''''''''''n'''''''''''''">
              <a:rPr lang="en-US" altLang="en-US" sz="1400" kern="0" smtClean="0">
                <a:cs typeface="+mn-cs"/>
              </a:rPr>
              <a:pPr/>
              <a:t>Çin</a:t>
            </a:fld>
            <a:endParaRPr lang="en-US" sz="1400" kern="0" dirty="0">
              <a:cs typeface="+mn-cs"/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D03E3388-DC75-69E7-96E4-7B955A03645E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4543425" y="5848350"/>
            <a:ext cx="574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7F280A8-FA96-42BF-989E-7448B7A1BA6F}" type="datetime'N''''''o''r''''''''''''''''''''''v''''e''''''''''''''ç'">
              <a:rPr lang="en-US" altLang="en-US" sz="1400" kern="0" smtClean="0">
                <a:cs typeface="+mn-cs"/>
              </a:rPr>
              <a:pPr/>
              <a:t>Norveç</a:t>
            </a:fld>
            <a:endParaRPr lang="en-US" sz="1400" kern="0" dirty="0">
              <a:cs typeface="+mn-cs"/>
            </a:endParaRP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9E7D372A-4307-5F6E-C1CF-7CAD46A9C920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743575" y="5848350"/>
            <a:ext cx="7032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03D86F3-41B8-46A8-88D5-C667FAC3B990}" type="datetime'''A''''''''''''''''l''m''''''a''''n''''''''''''''''ya'''''''''">
              <a:rPr lang="en-US" altLang="en-US" sz="1400" kern="0" smtClean="0">
                <a:cs typeface="+mn-cs"/>
              </a:rPr>
              <a:pPr/>
              <a:t>Almanya</a:t>
            </a:fld>
            <a:endParaRPr lang="en-US" sz="1400" kern="0" dirty="0">
              <a:cs typeface="+mn-cs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87E9058E-D873-0805-F8B9-ABC0C4E3DD40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7083425" y="5848350"/>
            <a:ext cx="554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DE4AE42-3D67-428E-9222-54DD4126EF11}" type="datetime'İr''''''''''la''''n''''''''''''''''''d''a'''">
              <a:rPr lang="en-US" altLang="en-US" sz="1400" kern="0" smtClean="0">
                <a:cs typeface="+mn-cs"/>
              </a:rPr>
              <a:pPr/>
              <a:t>İrlanda</a:t>
            </a:fld>
            <a:endParaRPr lang="en-US" sz="1400" kern="0" dirty="0">
              <a:cs typeface="+mn-cs"/>
            </a:endParaRP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D0DC11E3-1255-89E4-DC42-F4A91564C0AB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8267700" y="5848350"/>
            <a:ext cx="7127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27F5E24-726E-4B85-8173-0AE46DCC5FAC}" type="datetime'''''''''''''''''''''''''H''''ol''l''a''''''''''n''da'''''">
              <a:rPr lang="en-US" altLang="en-US" sz="1400" kern="0" smtClean="0">
                <a:cs typeface="+mn-cs"/>
              </a:rPr>
              <a:pPr/>
              <a:t>Hollanda</a:t>
            </a:fld>
            <a:endParaRPr lang="en-US" sz="1400" kern="0" dirty="0">
              <a:cs typeface="+mn-cs"/>
            </a:endParaRPr>
          </a:p>
        </p:txBody>
      </p:sp>
      <p:sp>
        <p:nvSpPr>
          <p:cNvPr id="52" name="Rectangle 3">
            <a:extLst>
              <a:ext uri="{FF2B5EF4-FFF2-40B4-BE49-F238E27FC236}">
                <a16:creationId xmlns:a16="http://schemas.microsoft.com/office/drawing/2014/main" id="{15428D72-1774-69FC-2071-B22382551CAC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9567863" y="5848350"/>
            <a:ext cx="642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5C2987F-3051-4E8C-BDA4-F371B87B4213}" type="datetime'İn''''''''g''''''''''''''''''ilt''''''''''ere'''">
              <a:rPr lang="en-US" altLang="en-US" sz="1400" kern="0" smtClean="0">
                <a:cs typeface="+mn-cs"/>
              </a:rPr>
              <a:pPr/>
              <a:t>İngiltere</a:t>
            </a:fld>
            <a:endParaRPr lang="en-US" sz="14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33346C44-8540-591A-301D-80B2545B4A39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10871200" y="5848350"/>
            <a:ext cx="5635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1349AB8-9EF5-40D8-8CD7-5FB52D5FCF58}" type="datetime'Fr''''''''''''''''''''a''''''''''''''''''''n''''s''''a'''">
              <a:rPr lang="en-US" altLang="en-US" sz="1400" kern="0" smtClean="0">
                <a:cs typeface="+mn-cs"/>
              </a:rPr>
              <a:pPr/>
              <a:t>Fransa</a:t>
            </a:fld>
            <a:endParaRPr lang="en-US" sz="1400" kern="0" dirty="0">
              <a:cs typeface="+mn-cs"/>
            </a:endParaRP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153DE0D1-72A8-3ADA-F110-ED49DF880338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gray">
          <a:xfrm>
            <a:off x="839788" y="4414838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F581A2E-5717-48F9-8EE0-6BB5CFF73630}" type="datetime'''''''''''''''''''''''''''''8''''''''''''''''''1'',''8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81,8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30529A72-BB84-0DC8-CD76-3A67806A18E2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gray">
          <a:xfrm>
            <a:off x="2105025" y="44608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EB3990E-2AD2-4B92-9A9F-AE85E7333FEE}" type="datetime'7''''''''''''''''''''''''''''''''''8'''''',9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78,9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95279844-7AA1-9CA0-D169-1C93B39A76E7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3368675" y="4254500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F1FF6A7-8246-4784-BFEC-54DF29F07E14}" type="datetime'''''9''''''2,''''2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92,2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F4F3C44E-2944-59AF-24D8-E1948911BF1A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4683125" y="55514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459F7F9-2BB6-4AE7-8734-B81F59CD5D5C}" type="datetime'''''''''''''''''''''8'''''''',''''''''''''''4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8,4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4F02DB6-94E8-909F-3FC0-19F5DB754F02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5897563" y="4406900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6D0BDF0-A816-419A-A259-9007D1EDD649}" type="datetime'''''''''''''8''''''''''''2'''''''''''''',''4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82,4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76E5E63A-7854-E3D2-81D7-E0E072475FED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7162800" y="5284788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D5D977D-17FA-433D-99FE-52A3F1BCF177}" type="datetime'2''''5'''''''''''''''''',''''''7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25,7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5" name="Rectangle 3">
            <a:extLst>
              <a:ext uri="{FF2B5EF4-FFF2-40B4-BE49-F238E27FC236}">
                <a16:creationId xmlns:a16="http://schemas.microsoft.com/office/drawing/2014/main" id="{E8D942D8-C785-A9E0-3BA5-DE2BCB07793C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8426450" y="4497388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D2F3775-F5A1-48E2-AC39-67698C23129A}" type="datetime'''7''6,''''''''''''''''''''''6''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76,6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26CF222B-7D0A-C8D2-FE7F-5FF43684BEDD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9691688" y="45243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70C6E02-B088-4435-95FD-1292894C5BDD}" type="datetime'''''7''''''''''''''''4'''''''''''',''8''''''''''''''''''''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74,8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DCB6EBE1-79F6-850B-7D4F-C491616D52F1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10955338" y="44481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ADC0A9B-9D3E-4CB9-B8AA-21BC9F3D3D5E}" type="datetime'''7''''''''''9'''''''',''''''''''''''''''''7'">
              <a:rPr lang="en-US" altLang="en-US" sz="1400" kern="0" smtClean="0">
                <a:solidFill>
                  <a:schemeClr val="bg1"/>
                </a:solidFill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79,7</a:t>
            </a:fld>
            <a:endParaRPr lang="en-US" sz="1400" kern="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93" name="Metin kutusu 75">
            <a:extLst>
              <a:ext uri="{FF2B5EF4-FFF2-40B4-BE49-F238E27FC236}">
                <a16:creationId xmlns:a16="http://schemas.microsoft.com/office/drawing/2014/main" id="{70261453-F566-1B25-40AB-643DFE90A35C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</p:spTree>
    <p:extLst>
      <p:ext uri="{BB962C8B-B14F-4D97-AF65-F5344CB8AC3E}">
        <p14:creationId xmlns:p14="http://schemas.microsoft.com/office/powerpoint/2010/main" val="89691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5D143E-98A4-B53F-B8D5-DBE8A28A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30D2912-CE72-F9A0-9AF5-2597A8E64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68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0450FFB2-B0D7-1790-9969-456CE4B578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5210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54" imgH="454" progId="TCLayout.ActiveDocument.1">
                  <p:embed/>
                </p:oleObj>
              </mc:Choice>
              <mc:Fallback>
                <p:oleObj name="think-cell Slide" r:id="rId28" imgW="454" imgH="45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7951533F-F9AB-3A2B-2709-097EF2A57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CD0B8F7-CE97-0627-B921-69E0A230417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0" name="Chart 3">
            <a:extLst>
              <a:ext uri="{FF2B5EF4-FFF2-40B4-BE49-F238E27FC236}">
                <a16:creationId xmlns:a16="http://schemas.microsoft.com/office/drawing/2014/main" id="{0E64B216-FE24-F291-1DA8-68C6BE989B6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82523773"/>
              </p:ext>
            </p:extLst>
          </p:nvPr>
        </p:nvGraphicFramePr>
        <p:xfrm>
          <a:off x="1155700" y="2495550"/>
          <a:ext cx="10712450" cy="1976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24" name="Rectangle 3">
            <a:extLst>
              <a:ext uri="{FF2B5EF4-FFF2-40B4-BE49-F238E27FC236}">
                <a16:creationId xmlns:a16="http://schemas.microsoft.com/office/drawing/2014/main" id="{297A789F-BAFE-CEF0-21EB-02C220F07128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gray">
          <a:xfrm>
            <a:off x="7559675" y="3927475"/>
            <a:ext cx="247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572D9B2-BF17-45CD-B4B7-5046A70B1942}" type="datetime'''''''''''''''''''''4''''''''''2'''''''''''''''''''''''''''">
              <a:rPr lang="en-US" altLang="en-US" sz="1400" kern="0" smtClean="0">
                <a:cs typeface="+mn-cs"/>
              </a:rPr>
              <a:pPr/>
              <a:t>42</a:t>
            </a:fld>
            <a:endParaRPr lang="en-US" sz="1400" kern="0" dirty="0"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77383683-C5A6-58E4-DA8D-E84F3F9AB9C2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gray">
          <a:xfrm>
            <a:off x="8731250" y="3927475"/>
            <a:ext cx="247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D423EAE-B9FE-42AA-854A-F36857617AB4}" type="datetime'''1''''''5'''''''''''''''''''''''''''''''">
              <a:rPr lang="en-US" altLang="en-US" sz="1400" kern="0" smtClean="0">
                <a:cs typeface="+mn-cs"/>
              </a:rPr>
              <a:pPr/>
              <a:t>15</a:t>
            </a:fld>
            <a:endParaRPr lang="en-US" sz="1400" kern="0" dirty="0">
              <a:cs typeface="+mn-c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3F341BEB-7F5F-EC45-F1BF-A8BD88723FCE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gray">
          <a:xfrm>
            <a:off x="9904413" y="3927475"/>
            <a:ext cx="247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B46EC85-B941-4074-AA85-E5AF64D7DB4D}" type="datetime'''''1''''''''''''''''''''''''''''''''2'">
              <a:rPr lang="en-US" altLang="en-US" sz="1400" kern="0" smtClean="0">
                <a:cs typeface="+mn-cs"/>
              </a:rPr>
              <a:pPr/>
              <a:t>12</a:t>
            </a:fld>
            <a:endParaRPr lang="en-US" sz="1400" kern="0" dirty="0">
              <a:cs typeface="+mn-cs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944BB8B2-628D-3689-3A0D-213C80945BA1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gray">
          <a:xfrm>
            <a:off x="11125200" y="3927475"/>
            <a:ext cx="1492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335E56F-15F6-427D-B994-6375429851DB}" type="datetime'4'''''''''''''''''''''''''''''''''''''''''''">
              <a:rPr lang="en-US" altLang="en-US" sz="1400" kern="0" smtClean="0">
                <a:cs typeface="+mn-cs"/>
              </a:rPr>
              <a:pPr/>
              <a:t>4</a:t>
            </a:fld>
            <a:endParaRPr lang="en-US" sz="1400" kern="0" dirty="0">
              <a:cs typeface="+mn-cs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28284EE6-D152-E1CB-3482-8D3AD16FD1BF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6338888" y="3925888"/>
            <a:ext cx="346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43A76E0-57C0-4B3C-99CA-29F143EEBF21}" type="datetime'''''2''''''''''''''''''''''1''''''''''''9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219</a:t>
            </a:fld>
            <a:endParaRPr lang="en-US" sz="1400" kern="0" dirty="0">
              <a:cs typeface="+mn-cs"/>
            </a:endParaRPr>
          </a:p>
        </p:txBody>
      </p:sp>
      <p:sp>
        <p:nvSpPr>
          <p:cNvPr id="48" name="Metin kutusu 75">
            <a:extLst>
              <a:ext uri="{FF2B5EF4-FFF2-40B4-BE49-F238E27FC236}">
                <a16:creationId xmlns:a16="http://schemas.microsoft.com/office/drawing/2014/main" id="{D8E445ED-5B26-A8F1-5A17-6CF57458B67A}"/>
              </a:ext>
            </a:extLst>
          </p:cNvPr>
          <p:cNvSpPr txBox="1"/>
          <p:nvPr/>
        </p:nvSpPr>
        <p:spPr>
          <a:xfrm>
            <a:off x="13493" y="6580188"/>
            <a:ext cx="12192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>
                <a:latin typeface="+mj-lt"/>
                <a:ea typeface="Tahoma" panose="020B0604030504040204" pitchFamily="34" charset="0"/>
                <a:cs typeface="Tahoma" panose="020B0604030504040204" pitchFamily="34" charset="0"/>
              </a:rPr>
              <a:t>Kaynak: Google, TEPAV hesaplamaları</a:t>
            </a:r>
          </a:p>
        </p:txBody>
      </p:sp>
      <p:graphicFrame>
        <p:nvGraphicFramePr>
          <p:cNvPr id="91" name="Chart 3">
            <a:extLst>
              <a:ext uri="{FF2B5EF4-FFF2-40B4-BE49-F238E27FC236}">
                <a16:creationId xmlns:a16="http://schemas.microsoft.com/office/drawing/2014/main" id="{F8890E71-FF2B-8503-BC27-CD9C33F439B6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6406064"/>
              </p:ext>
            </p:extLst>
          </p:nvPr>
        </p:nvGraphicFramePr>
        <p:xfrm>
          <a:off x="1155700" y="4641850"/>
          <a:ext cx="10712450" cy="139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53" name="Rectangle 3">
            <a:extLst>
              <a:ext uri="{FF2B5EF4-FFF2-40B4-BE49-F238E27FC236}">
                <a16:creationId xmlns:a16="http://schemas.microsoft.com/office/drawing/2014/main" id="{8D060642-86FD-687E-DADA-39A1F2992813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1508125" y="6015037"/>
            <a:ext cx="6334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534AF43-B9A0-4ABA-B1B9-B3E7EC946BBC}" type="datetime'O''''''''r''g''''''''a''ni''''''k'''' ''A''r''''am''''''a'">
              <a:rPr lang="en-US" altLang="en-US" sz="1400" kern="0" smtClean="0">
                <a:cs typeface="+mn-cs"/>
              </a:rPr>
              <a:pPr/>
              <a:t>Organik Arama</a:t>
            </a:fld>
            <a:endParaRPr lang="en-US" sz="1400" kern="0" dirty="0">
              <a:cs typeface="+mn-cs"/>
            </a:endParaRP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0FB6B904-0DEA-C732-00F1-DE80F9C834CC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2600325" y="6015038"/>
            <a:ext cx="7905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CC9D3BB-F94E-4D83-A3AE-33F7458BB443}" type="datetime'''Do''''''''ğr''u''''d''''an'' (Di''''''''r''''e''''''ct'')'''">
              <a:rPr lang="en-US" altLang="en-US" sz="1400" kern="0" smtClean="0">
                <a:cs typeface="+mn-cs"/>
              </a:rPr>
              <a:pPr/>
              <a:t>Doğrudan (Direct)</a:t>
            </a:fld>
            <a:endParaRPr lang="en-US" sz="1400" kern="0" dirty="0">
              <a:cs typeface="+mn-cs"/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0F81FBE2-5963-87E5-2B9F-9FF8B0A928F5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3603625" y="6015038"/>
            <a:ext cx="11271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2CBC309-3594-434B-9E40-A1E4E0F7E10D}" type="datetime'''''''O''r''g''a''nik ''''''So''''''''s''y''a''l Me''dya'''''">
              <a:rPr lang="en-US" altLang="en-US" sz="1400" kern="0" smtClean="0">
                <a:cs typeface="+mn-cs"/>
              </a:rPr>
              <a:pPr/>
              <a:t>Organik Sosyal Medya</a:t>
            </a:fld>
            <a:endParaRPr lang="en-US" sz="1400" kern="0" dirty="0">
              <a:cs typeface="+mn-cs"/>
            </a:endParaRP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610DD188-F2C9-604F-65D6-91156D9F4E90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4837113" y="6015038"/>
            <a:ext cx="100806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AE8D946-2E72-496C-B56C-6ABA176D0DE0}" type="datetime'''''Yö''nl''e''''nd''''''irme ''(''Re''''fe''rra''l'''')'">
              <a:rPr lang="en-US" altLang="en-US" sz="1400" kern="0" smtClean="0">
                <a:cs typeface="+mn-cs"/>
              </a:rPr>
              <a:pPr/>
              <a:t>Yönlendirme (Referral)</a:t>
            </a:fld>
            <a:endParaRPr lang="en-US" sz="1400" kern="0" dirty="0"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F09E66E0-C0DD-A3BF-88E5-B6A622A80E10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5978525" y="6015038"/>
            <a:ext cx="1066800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81CCAC8-462C-4041-ADDF-F765DA705993}" type="datetime'A''t''''anma''''mış'''''' (U''''''n''''a''ssig''ned)'''''''''">
              <a:rPr lang="en-US" altLang="en-US" sz="1400" kern="0" smtClean="0">
                <a:cs typeface="+mn-cs"/>
              </a:rPr>
              <a:pPr/>
              <a:t>Atanmamış (Unassigned)</a:t>
            </a:fld>
            <a:endParaRPr lang="en-US" sz="1400" kern="0" dirty="0">
              <a:cs typeface="+mn-cs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924348E9-EEB2-0F39-B824-1E5115E22A52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7372350" y="6015037"/>
            <a:ext cx="623888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9BC9C387-36DC-439B-B7F4-94A6BECD4230}" type="datetime'E''''''''''-''''''''''''po''''''''s''ta (E''''m''a''il'')'">
              <a:rPr lang="en-US" altLang="en-US" sz="1400" kern="0" smtClean="0">
                <a:cs typeface="+mn-cs"/>
              </a:rPr>
              <a:pPr/>
              <a:t>E-posta (Email)</a:t>
            </a:fld>
            <a:endParaRPr lang="en-US" sz="1400" kern="0" dirty="0">
              <a:cs typeface="+mn-cs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F126E1AA-44AD-330C-7E7B-9B3EFCB6A7FB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auto">
          <a:xfrm>
            <a:off x="8415338" y="6015038"/>
            <a:ext cx="87947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6411CFC8-E515-49BE-A58F-0FF5C8844762}" type="datetime'O''rg''an''i''k'' ''Al''''ı''şve''''riş (''Sho''''p''pi''ng)'">
              <a:rPr lang="en-US" altLang="en-US" sz="1400" kern="0" smtClean="0">
                <a:cs typeface="+mn-cs"/>
              </a:rPr>
              <a:pPr/>
              <a:t>Organik Alışveriş (Shopping)</a:t>
            </a:fld>
            <a:endParaRPr lang="en-US" sz="1400" kern="0" dirty="0">
              <a:cs typeface="+mn-cs"/>
            </a:endParaRPr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6E319370-DCF2-3867-57C7-6BDF03E027EA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auto">
          <a:xfrm>
            <a:off x="9459913" y="6015038"/>
            <a:ext cx="1136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5317F67-B5BB-4B9A-B5D3-09874AE31AA8}" type="datetime'Or''''g''''''an''''''''''''''''i''''''''''''k'' Vi''''de''o'">
              <a:rPr lang="en-US" altLang="en-US" sz="1400" kern="0" smtClean="0">
                <a:cs typeface="+mn-cs"/>
              </a:rPr>
              <a:pPr/>
              <a:t>Organik Video</a:t>
            </a:fld>
            <a:endParaRPr lang="en-US" sz="1400" kern="0" dirty="0">
              <a:cs typeface="+mn-cs"/>
            </a:endParaRPr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30D24AE9-A4CC-3F86-F52E-2D59527A3855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auto">
          <a:xfrm>
            <a:off x="10774363" y="6015038"/>
            <a:ext cx="850900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BABA937-8966-4600-9DA4-E10B18F96EF0}" type="datetime'''''Çapr''''a''''''''''''z Ağ'''' (''''C''ross-''network)'''''">
              <a:rPr lang="en-US" altLang="en-US" sz="1400" kern="0" smtClean="0">
                <a:cs typeface="+mn-cs"/>
              </a:rPr>
              <a:pPr/>
              <a:t>Çapraz Ağ (Cross-network)</a:t>
            </a:fld>
            <a:endParaRPr lang="en-US" sz="1400" kern="0" dirty="0">
              <a:cs typeface="+mn-cs"/>
            </a:endParaRPr>
          </a:p>
        </p:txBody>
      </p:sp>
      <p:sp>
        <p:nvSpPr>
          <p:cNvPr id="66" name="Rectangle 3">
            <a:extLst>
              <a:ext uri="{FF2B5EF4-FFF2-40B4-BE49-F238E27FC236}">
                <a16:creationId xmlns:a16="http://schemas.microsoft.com/office/drawing/2014/main" id="{0192A363-E144-9289-DDA6-21889DB17C4A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6364288" y="571658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509436C-BABD-4446-9666-E01BADB44C9D}" type="datetime'''0'''''''''''',''''''''''1'''">
              <a:rPr lang="en-US" altLang="en-US" sz="1400" kern="0" smtClean="0">
                <a:cs typeface="+mn-cs"/>
              </a:rPr>
              <a:pPr/>
              <a:t>0,1</a:t>
            </a:fld>
            <a:endParaRPr lang="en-US" sz="1400" kern="0" dirty="0">
              <a:cs typeface="+mn-cs"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4BB62AC6-B48D-BA9E-FC68-5DBCBDC01782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7535863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B7F1B16-ABFA-4A69-AF92-D60F2DE2325D}" type="datetime'''''''''''0,''''0''''''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DF9080AE-2934-1384-44BC-0FE53A4FAD16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8707438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7740CCB-25B9-40A9-A59C-6015582FEF97}" type="datetime'''''''''''''''''''0'''''',''''''''''''''0''''''''''''''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64" name="Rectangle 3">
            <a:extLst>
              <a:ext uri="{FF2B5EF4-FFF2-40B4-BE49-F238E27FC236}">
                <a16:creationId xmlns:a16="http://schemas.microsoft.com/office/drawing/2014/main" id="{0E5D6B6B-356E-6F3A-2B3D-34F46D222A30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9880600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80BE8E2-91CF-4740-8509-CB50232AFEE3}" type="datetime'''0'''''''''''''''''''''''''''''''''''''''',0''''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65" name="Rectangle 3">
            <a:extLst>
              <a:ext uri="{FF2B5EF4-FFF2-40B4-BE49-F238E27FC236}">
                <a16:creationId xmlns:a16="http://schemas.microsoft.com/office/drawing/2014/main" id="{EA719FDF-1E8C-F794-64BA-102FED7082EF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11052175" y="5718175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3F9845A4-071D-48FC-A771-771B39245BB2}" type="datetime'''0'''''''''''''''''''''''''''''''',''''''''''''0'''''''">
              <a:rPr lang="en-US" altLang="en-US" sz="1400" kern="0" smtClean="0">
                <a:cs typeface="+mn-cs"/>
              </a:rPr>
              <a:pPr/>
              <a:t>0,0</a:t>
            </a:fld>
            <a:endParaRPr lang="en-US" sz="1400" kern="0" dirty="0">
              <a:cs typeface="+mn-cs"/>
            </a:endParaRPr>
          </a:p>
        </p:txBody>
      </p:sp>
      <p:sp>
        <p:nvSpPr>
          <p:cNvPr id="83" name="Rectangle 3">
            <a:extLst>
              <a:ext uri="{FF2B5EF4-FFF2-40B4-BE49-F238E27FC236}">
                <a16:creationId xmlns:a16="http://schemas.microsoft.com/office/drawing/2014/main" id="{DCCDCD36-60DE-2499-085E-695AF642586C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1627188" y="4486275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F848402-B0AA-49F8-9245-23ECF742A408}" type="datetime'''''''''''''6''''''''''''''''''8,''''''''''''1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68,1</a:t>
            </a:fld>
            <a:endParaRPr lang="en-US" sz="1400" kern="0" dirty="0">
              <a:cs typeface="+mn-cs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D74D6F9F-EC8A-F578-3734-96798F42EAC9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2798763" y="5338763"/>
            <a:ext cx="39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35B0545-78F8-4EBA-A9F1-BCFF5E7C2B5B}" type="datetime'''''''''2''''''1'''',''''''''''''0''''''''''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21,0</a:t>
            </a:fld>
            <a:endParaRPr lang="en-US" sz="1400" kern="0" dirty="0">
              <a:cs typeface="+mn-cs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199D22B7-BFC2-BE70-015D-CA6803B9BA81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4019550" y="5545138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9D015AC-AD86-4329-8D53-15FB5F603518}" type="datetime'''''''''''''''''''''''''''9'''''''''''''''',''6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9,6</a:t>
            </a:fld>
            <a:endParaRPr lang="en-US" sz="1400" kern="0" dirty="0">
              <a:cs typeface="+mn-cs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5E00DDA8-FB44-6BB3-15F4-296B99ED49CE}"/>
              </a:ext>
            </a:extLst>
          </p:cNvPr>
          <p:cNvSpPr>
            <a:spLocks noGrp="1" noChangeArrowheads="1"/>
          </p:cNvSpPr>
          <p:nvPr>
            <p:custDataLst>
              <p:tags r:id="rId26"/>
            </p:custDataLst>
          </p:nvPr>
        </p:nvSpPr>
        <p:spPr bwMode="gray">
          <a:xfrm>
            <a:off x="5192713" y="5695950"/>
            <a:ext cx="2968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b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5D7DCEB-A0D1-4D6F-874F-B887308DD757}" type="datetime'''1'''''''''''',''''''''''''''''''''2''''''''''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1,2</a:t>
            </a:fld>
            <a:endParaRPr lang="en-US" sz="1400" kern="0" dirty="0">
              <a:cs typeface="+mn-cs"/>
            </a:endParaRPr>
          </a:p>
        </p:txBody>
      </p:sp>
      <p:sp>
        <p:nvSpPr>
          <p:cNvPr id="92" name="Metin kutusu 91">
            <a:extLst>
              <a:ext uri="{FF2B5EF4-FFF2-40B4-BE49-F238E27FC236}">
                <a16:creationId xmlns:a16="http://schemas.microsoft.com/office/drawing/2014/main" id="{FB72A9F3-4243-A825-5FFD-2A4F1E5A5E72}"/>
              </a:ext>
            </a:extLst>
          </p:cNvPr>
          <p:cNvSpPr txBox="1"/>
          <p:nvPr/>
        </p:nvSpPr>
        <p:spPr>
          <a:xfrm>
            <a:off x="239713" y="3305453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Sayı</a:t>
            </a:r>
            <a:endParaRPr lang="en-US" b="1" dirty="0"/>
          </a:p>
        </p:txBody>
      </p:sp>
      <p:sp>
        <p:nvSpPr>
          <p:cNvPr id="93" name="Metin kutusu 92">
            <a:extLst>
              <a:ext uri="{FF2B5EF4-FFF2-40B4-BE49-F238E27FC236}">
                <a16:creationId xmlns:a16="http://schemas.microsoft.com/office/drawing/2014/main" id="{D1754E59-2879-5616-107C-CFC4B5C477E4}"/>
              </a:ext>
            </a:extLst>
          </p:cNvPr>
          <p:cNvSpPr txBox="1"/>
          <p:nvPr/>
        </p:nvSpPr>
        <p:spPr>
          <a:xfrm>
            <a:off x="239713" y="5136495"/>
            <a:ext cx="915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Yüzde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5437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A4504F1-A13F-68F6-0F3B-5CE736B21D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550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0833F-7267-A77F-CDC0-003A549E8FE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l">
              <a:spcBef>
                <a:spcPct val="0"/>
              </a:spcBef>
            </a:pPr>
            <a:r>
              <a:rPr lang="en-US" sz="3200" b="1">
                <a:solidFill>
                  <a:schemeClr val="bg1"/>
                </a:solidFill>
              </a:rPr>
              <a:t>Turkiye’s latest earthquake zone is as large as Syria</a:t>
            </a:r>
          </a:p>
          <a:p>
            <a:pPr algn="l">
              <a:spcBef>
                <a:spcPct val="0"/>
              </a:spcBef>
              <a:buClrTx/>
              <a:buSzTx/>
            </a:pPr>
            <a:r>
              <a:rPr lang="en-US">
                <a:solidFill>
                  <a:schemeClr val="bg1"/>
                </a:solidFill>
              </a:rPr>
              <a:t>The provinces in Turkiye affected by the earthquake account for 64% of Syria’s territory</a:t>
            </a:r>
          </a:p>
        </p:txBody>
      </p:sp>
      <p:pic>
        <p:nvPicPr>
          <p:cNvPr id="4" name="Resim 7">
            <a:extLst>
              <a:ext uri="{FF2B5EF4-FFF2-40B4-BE49-F238E27FC236}">
                <a16:creationId xmlns:a16="http://schemas.microsoft.com/office/drawing/2014/main" id="{BDB3C301-C327-6978-5ABB-E8D0E0334A5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3" t="11186" r="5745" b="13358"/>
          <a:stretch/>
        </p:blipFill>
        <p:spPr>
          <a:xfrm>
            <a:off x="3822604" y="780870"/>
            <a:ext cx="8265566" cy="58219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4379A5-487F-9366-7D31-2712F0A16AE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683" y="5395864"/>
            <a:ext cx="2376581" cy="1125905"/>
          </a:xfrm>
          <a:prstGeom prst="rect">
            <a:avLst/>
          </a:prstGeom>
          <a:solidFill>
            <a:srgbClr val="FFFFFF">
              <a:shade val="85000"/>
            </a:srgbClr>
          </a:solidFill>
          <a:ln w="5715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C2969B-C67C-9414-30AB-FC5E72F2D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048" y="766212"/>
            <a:ext cx="4565904" cy="298621"/>
          </a:xfrm>
          <a:solidFill>
            <a:schemeClr val="bg1">
              <a:alpha val="86000"/>
            </a:schemeClr>
          </a:solidFill>
        </p:spPr>
        <p:txBody>
          <a:bodyPr vert="horz"/>
          <a:lstStyle/>
          <a:p>
            <a:r>
              <a:rPr lang="en-US">
                <a:solidFill>
                  <a:srgbClr val="1F318D"/>
                </a:solidFill>
              </a:rPr>
              <a:t>Size of the Turkiye’s earthquake zone and Syria </a:t>
            </a:r>
          </a:p>
        </p:txBody>
      </p:sp>
      <p:sp>
        <p:nvSpPr>
          <p:cNvPr id="17" name="Metin kutusu 6">
            <a:extLst>
              <a:ext uri="{FF2B5EF4-FFF2-40B4-BE49-F238E27FC236}">
                <a16:creationId xmlns:a16="http://schemas.microsoft.com/office/drawing/2014/main" id="{B5C22746-8198-DE7D-E11C-BB19E77679D1}"/>
              </a:ext>
            </a:extLst>
          </p:cNvPr>
          <p:cNvSpPr txBox="1"/>
          <p:nvPr/>
        </p:nvSpPr>
        <p:spPr>
          <a:xfrm>
            <a:off x="-11900" y="6602792"/>
            <a:ext cx="91721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00" noProof="0" dirty="0">
                <a:solidFill>
                  <a:srgbClr val="000000"/>
                </a:solidFill>
                <a:ea typeface="Tahoma" panose="020B0604030504040204" pitchFamily="34" charset="0"/>
                <a:cs typeface="Arial" panose="020B0604020202020204" pitchFamily="34" charset="0"/>
              </a:rPr>
              <a:t>Source: TEPAV </a:t>
            </a:r>
            <a:r>
              <a:rPr lang="en-US" sz="1100" noProof="0" dirty="0" err="1">
                <a:solidFill>
                  <a:srgbClr val="000000"/>
                </a:solidFill>
                <a:ea typeface="Tahoma" panose="020B0604030504040204" pitchFamily="34" charset="0"/>
                <a:cs typeface="Arial" panose="020B0604020202020204" pitchFamily="34" charset="0"/>
              </a:rPr>
              <a:t>visualisation</a:t>
            </a:r>
            <a:endParaRPr lang="en-US" sz="1100" noProof="0" dirty="0">
              <a:solidFill>
                <a:srgbClr val="000000"/>
              </a:solidFill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43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7B7A616-4FDD-A7CA-3BF4-DAC6A4A416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87458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930A321-D81C-8574-93B3-052B8AB28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sz="2400">
                <a:solidFill>
                  <a:srgbClr val="1D2F8C"/>
                </a:solidFill>
              </a:rPr>
              <a:t>Where there are Syrians, there are Syrian firms</a:t>
            </a:r>
            <a:br>
              <a:rPr lang="tr-TR" sz="2400">
                <a:solidFill>
                  <a:srgbClr val="1D2F8C"/>
                </a:solidFill>
              </a:rPr>
            </a:br>
            <a:r>
              <a:rPr lang="tr-TR" sz="1600" b="0">
                <a:solidFill>
                  <a:srgbClr val="1D2F8C"/>
                </a:solidFill>
              </a:rPr>
              <a:t>Syrian owned / partnered companies in Turkiye has a huge potential in the upcoming industrial recovery phase of Syria</a:t>
            </a:r>
            <a:endParaRPr lang="en-US" sz="1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6B811-CAD1-E642-1C31-0A139ED472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Distribution of the Syrian </a:t>
            </a:r>
            <a:r>
              <a:rPr lang="tr-TR" b="1">
                <a:solidFill>
                  <a:schemeClr val="bg1"/>
                </a:solidFill>
              </a:rPr>
              <a:t>p</a:t>
            </a:r>
            <a:r>
              <a:rPr lang="en-US" b="1">
                <a:solidFill>
                  <a:schemeClr val="bg1"/>
                </a:solidFill>
              </a:rPr>
              <a:t>opulation and </a:t>
            </a:r>
            <a:r>
              <a:rPr lang="tr-TR" b="1">
                <a:solidFill>
                  <a:schemeClr val="bg1"/>
                </a:solidFill>
              </a:rPr>
              <a:t>c</a:t>
            </a:r>
            <a:r>
              <a:rPr lang="en-US" b="1">
                <a:solidFill>
                  <a:schemeClr val="bg1"/>
                </a:solidFill>
              </a:rPr>
              <a:t>ompanies in Turkiye, 2024</a:t>
            </a:r>
            <a:endParaRPr lang="tr-TR" b="1" spc="-5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34020-E93F-B6EF-BC8E-4FD9E599C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3" t="23471" r="8220" b="37287"/>
          <a:stretch/>
        </p:blipFill>
        <p:spPr>
          <a:xfrm>
            <a:off x="182880" y="2347452"/>
            <a:ext cx="10595164" cy="3512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52588A-FB97-5C87-DEB6-44C385EF3B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70" t="69620" r="22420" b="-823"/>
          <a:stretch/>
        </p:blipFill>
        <p:spPr>
          <a:xfrm>
            <a:off x="8814944" y="5150740"/>
            <a:ext cx="3377056" cy="1727844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671AC92A-9A4D-C2C6-5FFB-DA8F27531E1A}"/>
              </a:ext>
            </a:extLst>
          </p:cNvPr>
          <p:cNvSpPr txBox="1"/>
          <p:nvPr/>
        </p:nvSpPr>
        <p:spPr>
          <a:xfrm>
            <a:off x="77238" y="6459875"/>
            <a:ext cx="7900670" cy="546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100">
                <a:cs typeface="Arial" panose="020B0604020202020204" pitchFamily="34" charset="0"/>
              </a:rPr>
              <a:t>Source</a:t>
            </a:r>
            <a:r>
              <a:rPr lang="tr-TR" sz="1100">
                <a:cs typeface="Arial" panose="020B0604020202020204" pitchFamily="34" charset="0"/>
              </a:rPr>
              <a:t>: </a:t>
            </a:r>
            <a:r>
              <a:rPr lang="en-US" sz="1100" dirty="0"/>
              <a:t>TOBB, </a:t>
            </a:r>
            <a:r>
              <a:rPr lang="en-US" sz="1100"/>
              <a:t>TEPAV calculations</a:t>
            </a:r>
          </a:p>
          <a:p>
            <a:pPr marL="12700">
              <a:spcBef>
                <a:spcPts val="100"/>
              </a:spcBef>
            </a:pPr>
            <a:r>
              <a:rPr lang="en-US" sz="1100"/>
              <a:t>Note: Syrian companies represent firms owned by Syrians and/or firms with a Syrian partner.</a:t>
            </a:r>
            <a:endParaRPr lang="tr-TR" sz="1100"/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tr-TR" sz="1100" dirty="0">
              <a:cs typeface="Arial" panose="020B0604020202020204" pitchFamily="34" charset="0"/>
            </a:endParaRPr>
          </a:p>
        </p:txBody>
      </p:sp>
      <p:sp>
        <p:nvSpPr>
          <p:cNvPr id="9" name="Dikdörtgen 26">
            <a:extLst>
              <a:ext uri="{FF2B5EF4-FFF2-40B4-BE49-F238E27FC236}">
                <a16:creationId xmlns:a16="http://schemas.microsoft.com/office/drawing/2014/main" id="{D8578BA5-B3E6-F01F-DE33-6510EB9E91A7}"/>
              </a:ext>
            </a:extLst>
          </p:cNvPr>
          <p:cNvSpPr/>
          <p:nvPr/>
        </p:nvSpPr>
        <p:spPr bwMode="auto">
          <a:xfrm>
            <a:off x="8814944" y="5150740"/>
            <a:ext cx="1380350" cy="47541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/>
              <a:t>Total Number of Syrians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</p:txBody>
      </p:sp>
      <p:sp>
        <p:nvSpPr>
          <p:cNvPr id="10" name="Dikdörtgen 28">
            <a:extLst>
              <a:ext uri="{FF2B5EF4-FFF2-40B4-BE49-F238E27FC236}">
                <a16:creationId xmlns:a16="http://schemas.microsoft.com/office/drawing/2014/main" id="{C0CFC4A9-F12A-DB2C-2133-178913F5BA2E}"/>
              </a:ext>
            </a:extLst>
          </p:cNvPr>
          <p:cNvSpPr/>
          <p:nvPr/>
        </p:nvSpPr>
        <p:spPr bwMode="auto">
          <a:xfrm>
            <a:off x="10778044" y="4961462"/>
            <a:ext cx="1380350" cy="79889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dirty="0"/>
              <a:t>Companies Established by Syrians or with Syrian Partners</a:t>
            </a:r>
            <a:endParaRPr kumimoji="0" 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91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507B28B-2AE9-F744-50C4-C2FE5270BC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32489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32" imgH="533" progId="TCLayout.ActiveDocument.1">
                  <p:embed/>
                </p:oleObj>
              </mc:Choice>
              <mc:Fallback>
                <p:oleObj name="think-cell Slide" r:id="rId3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6D3051C-1B11-6A16-1783-C65D853F5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sz="3200"/>
              <a:t>How do we estimate?</a:t>
            </a:r>
            <a:br>
              <a:rPr lang="en-GB" sz="3200"/>
            </a:br>
            <a:r>
              <a:rPr lang="tr-TR" sz="2400" b="0"/>
              <a:t>Four</a:t>
            </a:r>
            <a:r>
              <a:rPr lang="en-GB" sz="2400" b="0"/>
              <a:t> step methodology for estimating Syria’s </a:t>
            </a:r>
            <a:r>
              <a:rPr lang="tr-TR" sz="2400" b="0"/>
              <a:t>employment </a:t>
            </a:r>
            <a:r>
              <a:rPr lang="en-GB" sz="2400" b="0"/>
              <a:t>potential</a:t>
            </a:r>
            <a:endParaRPr lang="en-US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D1A09-A03D-44EE-3705-FC64E8DE5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000"/>
              <a:t>Step 1: </a:t>
            </a:r>
            <a:r>
              <a:rPr lang="en-US" sz="2000"/>
              <a:t>How much does $1 of investment increase GDP?</a:t>
            </a:r>
          </a:p>
          <a:p>
            <a:pPr lvl="1"/>
            <a:r>
              <a:rPr lang="en-US" sz="1600"/>
              <a:t>According to TEPAV’s in-house model, each $1 of investment increases GDP by $4 through the investment multiplier effect</a:t>
            </a:r>
            <a:endParaRPr lang="tr-TR" sz="1600"/>
          </a:p>
          <a:p>
            <a:pPr lvl="1"/>
            <a:r>
              <a:rPr lang="en-US" sz="1600"/>
              <a:t>Syria’s investment multiplier was calculated based on the average of World Bank’s Final Consumption Expenditure (% of GDP) data for 2000–2010</a:t>
            </a:r>
            <a:endParaRPr lang="tr-TR" sz="1600"/>
          </a:p>
          <a:p>
            <a:r>
              <a:rPr lang="en-US" sz="2000"/>
              <a:t>Step 2: Estimating GDP per worker over time</a:t>
            </a:r>
            <a:endParaRPr lang="tr-TR" sz="2000"/>
          </a:p>
          <a:p>
            <a:pPr lvl="1"/>
            <a:r>
              <a:rPr lang="en-US" sz="1600"/>
              <a:t>First,</a:t>
            </a:r>
            <a:r>
              <a:rPr lang="tr-TR" sz="1600"/>
              <a:t> average</a:t>
            </a:r>
            <a:r>
              <a:rPr lang="en-US" sz="1600"/>
              <a:t> employment was calculated using World Bank labor force and unemployment data for Syria for 2000–2010</a:t>
            </a:r>
            <a:endParaRPr lang="tr-TR" sz="1600"/>
          </a:p>
          <a:p>
            <a:pPr lvl="1"/>
            <a:r>
              <a:rPr lang="en-US" sz="1600"/>
              <a:t>Then, assuming Syria receives rapid post-war investment, annual GDP per worker values were estimated with a 0.7 growth rate per year</a:t>
            </a:r>
            <a:endParaRPr lang="tr-TR" sz="1600"/>
          </a:p>
          <a:p>
            <a:r>
              <a:rPr lang="en-US" sz="2000"/>
              <a:t>Step 3: Estimating yearly investment levels</a:t>
            </a:r>
            <a:endParaRPr lang="tr-TR" sz="2000"/>
          </a:p>
          <a:p>
            <a:pPr lvl="1"/>
            <a:r>
              <a:rPr lang="en-US" sz="1600"/>
              <a:t>Estimated investment levels are projected to grow by 20% annually, reaching a total of $40 billion over 15 years</a:t>
            </a:r>
            <a:endParaRPr lang="tr-TR" sz="1600"/>
          </a:p>
          <a:p>
            <a:r>
              <a:rPr lang="en-US" sz="2000"/>
              <a:t>Step 4: Estimating job creation through target investment level</a:t>
            </a:r>
            <a:endParaRPr lang="tr-TR" sz="2000"/>
          </a:p>
          <a:p>
            <a:pPr lvl="1"/>
            <a:r>
              <a:rPr lang="en-US" sz="1600"/>
              <a:t>Using the investment multiplier and GDP per worker estimates calculated in Steps 1 and 2, annual job creation forecasts were derived</a:t>
            </a:r>
            <a:endParaRPr lang="tr-TR" sz="1600"/>
          </a:p>
        </p:txBody>
      </p:sp>
    </p:spTree>
    <p:extLst>
      <p:ext uri="{BB962C8B-B14F-4D97-AF65-F5344CB8AC3E}">
        <p14:creationId xmlns:p14="http://schemas.microsoft.com/office/powerpoint/2010/main" val="1779155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0AD7A11-03D1-3928-1F51-7E9B671FF3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51474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532" imgH="533" progId="TCLayout.ActiveDocument.1">
                  <p:embed/>
                </p:oleObj>
              </mc:Choice>
              <mc:Fallback>
                <p:oleObj name="think-cell Slide" r:id="rId45" imgW="532" imgH="53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6F1550C-DDAD-0B61-F00F-144D8814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2800"/>
              <a:t>Syria </a:t>
            </a:r>
            <a:r>
              <a:rPr lang="tr-TR" sz="2800"/>
              <a:t>can</a:t>
            </a:r>
            <a:r>
              <a:rPr lang="en-US" sz="2800"/>
              <a:t> generate 20 million new jobs in the next 15 years</a:t>
            </a:r>
            <a:br>
              <a:rPr lang="tr-TR" sz="2800"/>
            </a:br>
            <a:r>
              <a:rPr lang="en-US" sz="2000" b="0"/>
              <a:t>How should an effective strategic scenario be structured?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6CC5-5DF5-933B-8CA6-2CC4366EA81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GB" b="1"/>
              <a:t>Different employment trajectories for Syria, million people, 1990-2040</a:t>
            </a:r>
          </a:p>
        </p:txBody>
      </p:sp>
      <p:sp>
        <p:nvSpPr>
          <p:cNvPr id="112" name="Dikdörtgen 706">
            <a:extLst>
              <a:ext uri="{FF2B5EF4-FFF2-40B4-BE49-F238E27FC236}">
                <a16:creationId xmlns:a16="http://schemas.microsoft.com/office/drawing/2014/main" id="{890FA084-D803-263F-A105-753F8AA317F5}"/>
              </a:ext>
            </a:extLst>
          </p:cNvPr>
          <p:cNvSpPr/>
          <p:nvPr/>
        </p:nvSpPr>
        <p:spPr bwMode="auto">
          <a:xfrm>
            <a:off x="5719763" y="2410143"/>
            <a:ext cx="4435475" cy="3480117"/>
          </a:xfrm>
          <a:prstGeom prst="rect">
            <a:avLst/>
          </a:prstGeom>
          <a:solidFill>
            <a:srgbClr val="002060">
              <a:alpha val="1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4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charset="0"/>
            </a:endParaRPr>
          </a:p>
        </p:txBody>
      </p:sp>
      <p:graphicFrame>
        <p:nvGraphicFramePr>
          <p:cNvPr id="161" name="Chart 160">
            <a:extLst>
              <a:ext uri="{FF2B5EF4-FFF2-40B4-BE49-F238E27FC236}">
                <a16:creationId xmlns:a16="http://schemas.microsoft.com/office/drawing/2014/main" id="{83FEE27C-7507-9D76-DCF4-6D4250CC2AB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52950611"/>
              </p:ext>
            </p:extLst>
          </p:nvPr>
        </p:nvGraphicFramePr>
        <p:xfrm>
          <a:off x="609600" y="2466975"/>
          <a:ext cx="9628188" cy="351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sp>
        <p:nvSpPr>
          <p:cNvPr id="114" name="Rectangle 3">
            <a:extLst>
              <a:ext uri="{FF2B5EF4-FFF2-40B4-BE49-F238E27FC236}">
                <a16:creationId xmlns:a16="http://schemas.microsoft.com/office/drawing/2014/main" id="{A42E97FD-EE10-7BE6-1302-B0D6CF09A6F1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gray">
          <a:xfrm>
            <a:off x="88106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6E602F5E-FA3C-47E7-914A-2311E76D8415}" type="datetime'''200''''''''''''''''''9'''''''''''''''''''''''''">
              <a:rPr lang="en-US" altLang="en-US" sz="1400" kern="0" smtClean="0">
                <a:latin typeface="+mn-lt"/>
                <a:cs typeface="+mn-cs"/>
              </a:rPr>
              <a:pPr/>
              <a:t>2009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15" name="Rectangle 3">
            <a:extLst>
              <a:ext uri="{FF2B5EF4-FFF2-40B4-BE49-F238E27FC236}">
                <a16:creationId xmlns:a16="http://schemas.microsoft.com/office/drawing/2014/main" id="{468A3B98-666F-ED90-9789-0A8161DEBD06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gray">
          <a:xfrm>
            <a:off x="117792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27C9129F-4396-43F0-AB25-EB63522413B9}" type="datetime'2''''''''''''''''''''''''0''''''''''''1''''''''''''0'''''">
              <a:rPr lang="en-US" altLang="en-US" sz="1400" kern="0" smtClean="0">
                <a:latin typeface="+mn-lt"/>
                <a:cs typeface="+mn-cs"/>
              </a:rPr>
              <a:pPr/>
              <a:t>2010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16" name="Rectangle 3">
            <a:extLst>
              <a:ext uri="{FF2B5EF4-FFF2-40B4-BE49-F238E27FC236}">
                <a16:creationId xmlns:a16="http://schemas.microsoft.com/office/drawing/2014/main" id="{2BDE3C36-C621-AE59-EEB9-F88E33383968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gray">
          <a:xfrm>
            <a:off x="147320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6111F49F-5484-4680-9A69-AACE4F2FA80B}" type="datetime'''''''''2''''''''''0''''''''''''''11'''''''">
              <a:rPr lang="en-US" altLang="en-US" sz="1400" kern="0" smtClean="0">
                <a:latin typeface="+mn-lt"/>
                <a:cs typeface="+mn-cs"/>
              </a:rPr>
              <a:pPr/>
              <a:t>2011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17" name="Rectangle 3">
            <a:extLst>
              <a:ext uri="{FF2B5EF4-FFF2-40B4-BE49-F238E27FC236}">
                <a16:creationId xmlns:a16="http://schemas.microsoft.com/office/drawing/2014/main" id="{434225F6-A098-645A-4E0E-A086DA745A0F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gray">
          <a:xfrm>
            <a:off x="176847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67034DEF-244D-456F-B9B1-48EE0954C811}" type="datetime'''''''''''''2''0''''''''''''''''''''1''''''''''2'''''''''''">
              <a:rPr lang="en-US" altLang="en-US" sz="1400" kern="0" smtClean="0">
                <a:latin typeface="+mn-lt"/>
                <a:cs typeface="+mn-cs"/>
              </a:rPr>
              <a:pPr/>
              <a:t>2012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7CB07BD8-D46D-B7B3-C28C-8879F92159D6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gray">
          <a:xfrm>
            <a:off x="206375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BB6ED031-2FD8-4AF8-93AF-2150BA5E7480}" type="datetime'''''''2''''''''0''''''''''''''''''''''''''1''''3'''">
              <a:rPr lang="en-US" altLang="en-US" sz="1400" kern="0" smtClean="0">
                <a:latin typeface="+mn-lt"/>
                <a:cs typeface="+mn-cs"/>
              </a:rPr>
              <a:pPr/>
              <a:t>2013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19" name="Rectangle 3">
            <a:extLst>
              <a:ext uri="{FF2B5EF4-FFF2-40B4-BE49-F238E27FC236}">
                <a16:creationId xmlns:a16="http://schemas.microsoft.com/office/drawing/2014/main" id="{734F0CD7-46A1-9169-4C6C-976FF9E228BB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gray">
          <a:xfrm>
            <a:off x="236061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1DEC8733-77F2-491D-B5F8-8759DD04BCDF}" type="datetime'''2''''''''''''''''''01''''''''''''4'''''''''''">
              <a:rPr lang="en-US" altLang="en-US" sz="1400" kern="0" smtClean="0">
                <a:latin typeface="+mn-lt"/>
                <a:cs typeface="+mn-cs"/>
              </a:rPr>
              <a:pPr/>
              <a:t>2014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0" name="Rectangle 3">
            <a:extLst>
              <a:ext uri="{FF2B5EF4-FFF2-40B4-BE49-F238E27FC236}">
                <a16:creationId xmlns:a16="http://schemas.microsoft.com/office/drawing/2014/main" id="{428FDA8D-90E9-FD71-5000-B7443B09F1DF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2655888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48BB511E-BB01-47C4-940D-F9B128E9ECC4}" type="datetime'''''''''''''20''''''''1''''''''''''''''''5'">
              <a:rPr lang="en-US" altLang="en-US" sz="1400" kern="0" smtClean="0">
                <a:latin typeface="+mn-lt"/>
                <a:cs typeface="+mn-cs"/>
              </a:rPr>
              <a:pPr/>
              <a:t>2015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1" name="Rectangle 3">
            <a:extLst>
              <a:ext uri="{FF2B5EF4-FFF2-40B4-BE49-F238E27FC236}">
                <a16:creationId xmlns:a16="http://schemas.microsoft.com/office/drawing/2014/main" id="{571D3103-93AE-FB89-5608-191164E75E8B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gray">
          <a:xfrm>
            <a:off x="295116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4165FDBC-DEBC-4C69-93FB-9AB4C3F1C631}" type="datetime'''''2''''''''''0''''''1''''''''''''6'''''''''''''''''''''">
              <a:rPr lang="en-US" altLang="en-US" sz="1400" kern="0" smtClean="0">
                <a:latin typeface="+mn-lt"/>
                <a:cs typeface="+mn-cs"/>
              </a:rPr>
              <a:pPr/>
              <a:t>2016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2" name="Rectangle 3">
            <a:extLst>
              <a:ext uri="{FF2B5EF4-FFF2-40B4-BE49-F238E27FC236}">
                <a16:creationId xmlns:a16="http://schemas.microsoft.com/office/drawing/2014/main" id="{67DA6484-419F-49AF-62EF-67E63DFA7198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gray">
          <a:xfrm>
            <a:off x="324802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1B89F2C7-5112-4738-BDD1-A7FCC08DB81E}" type="datetime'2''''''''''''''''''''0''''''''''''1''7'''''''''''''''''''''''">
              <a:rPr lang="en-US" altLang="en-US" sz="1400" kern="0" smtClean="0">
                <a:latin typeface="+mn-lt"/>
                <a:cs typeface="+mn-cs"/>
              </a:rPr>
              <a:pPr/>
              <a:t>2017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3" name="Rectangle 3">
            <a:extLst>
              <a:ext uri="{FF2B5EF4-FFF2-40B4-BE49-F238E27FC236}">
                <a16:creationId xmlns:a16="http://schemas.microsoft.com/office/drawing/2014/main" id="{82589FC2-820E-5455-83C7-579391F51C68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gray">
          <a:xfrm>
            <a:off x="354330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2982DE79-A9F2-4CA2-897C-FEE5A63BA7E3}" type="datetime'''''201''''''''''8'''''''''">
              <a:rPr lang="en-US" altLang="en-US" sz="1400" kern="0" smtClean="0">
                <a:latin typeface="+mn-lt"/>
                <a:cs typeface="+mn-cs"/>
              </a:rPr>
              <a:pPr/>
              <a:t>2018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4" name="Rectangle 3">
            <a:extLst>
              <a:ext uri="{FF2B5EF4-FFF2-40B4-BE49-F238E27FC236}">
                <a16:creationId xmlns:a16="http://schemas.microsoft.com/office/drawing/2014/main" id="{255674F3-4D23-CBD0-AE70-27AF9D8D2FDE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gray">
          <a:xfrm>
            <a:off x="383857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E035A4CD-18AA-49DD-A996-49D8B4277B84}" type="datetime'2''''''''''''''''''''01''''''9'''''''''''''''''''''''''''">
              <a:rPr lang="en-US" altLang="en-US" sz="1400" kern="0" smtClean="0">
                <a:latin typeface="+mn-lt"/>
                <a:cs typeface="+mn-cs"/>
              </a:rPr>
              <a:pPr/>
              <a:t>2019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5" name="Rectangle 3">
            <a:extLst>
              <a:ext uri="{FF2B5EF4-FFF2-40B4-BE49-F238E27FC236}">
                <a16:creationId xmlns:a16="http://schemas.microsoft.com/office/drawing/2014/main" id="{5D252F77-F0A8-FA24-8659-6492050DBB59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gray">
          <a:xfrm>
            <a:off x="413385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50EB807D-8E2C-4CF2-8882-D33820245379}" type="datetime'''''''''2''''''''''''''''''''''0''''''''2''''''''''''0'''''''">
              <a:rPr lang="en-US" altLang="en-US" sz="1400" kern="0" smtClean="0">
                <a:latin typeface="+mn-lt"/>
                <a:cs typeface="+mn-cs"/>
              </a:rPr>
              <a:pPr/>
              <a:t>2020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6" name="Rectangle 3">
            <a:extLst>
              <a:ext uri="{FF2B5EF4-FFF2-40B4-BE49-F238E27FC236}">
                <a16:creationId xmlns:a16="http://schemas.microsoft.com/office/drawing/2014/main" id="{26433C0C-7434-0AA6-A466-637E4523F03A}"/>
              </a:ext>
            </a:extLst>
          </p:cNvPr>
          <p:cNvSpPr>
            <a:spLocks noGrp="1" noChangeArrowheads="1"/>
          </p:cNvSpPr>
          <p:nvPr>
            <p:custDataLst>
              <p:tags r:id="rId15"/>
            </p:custDataLst>
          </p:nvPr>
        </p:nvSpPr>
        <p:spPr bwMode="gray">
          <a:xfrm>
            <a:off x="443071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1792663E-516C-4498-A3DB-F58184950FA2}" type="datetime'''''''''''''''''''''''2''0''''''''2''''''''''''''''''1'''''">
              <a:rPr lang="en-US" altLang="en-US" sz="1400" kern="0" smtClean="0">
                <a:latin typeface="+mn-lt"/>
                <a:cs typeface="+mn-cs"/>
              </a:rPr>
              <a:pPr/>
              <a:t>2021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id="{636F9875-2873-EBD6-B362-0397DFB2229D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4725988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1407FADB-E227-4143-A465-49184D4F7E09}" type="datetime'''''''''2''''''0''''2''''2'''">
              <a:rPr lang="en-US" altLang="en-US" sz="1400" kern="0" smtClean="0">
                <a:latin typeface="+mn-lt"/>
                <a:cs typeface="+mn-cs"/>
              </a:rPr>
              <a:pPr/>
              <a:t>2022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8E3D1DFD-2FEF-BB38-DA36-38589B6D021B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502126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FEE24D29-3DB7-4FDA-A64E-BD37B9909DCC}" type="datetime'''''''2''0''''''''2''''''''''''3'''''''''''">
              <a:rPr lang="en-US" altLang="en-US" sz="1400" kern="0" smtClean="0">
                <a:latin typeface="+mn-lt"/>
                <a:cs typeface="+mn-cs"/>
              </a:rPr>
              <a:pPr/>
              <a:t>2023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29" name="Rectangle 3">
            <a:extLst>
              <a:ext uri="{FF2B5EF4-FFF2-40B4-BE49-F238E27FC236}">
                <a16:creationId xmlns:a16="http://schemas.microsoft.com/office/drawing/2014/main" id="{E1B80E96-D87A-9E22-D143-5F108A5BF58F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531812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E29DFF3-86F0-498C-AD3A-435D6C542286}" type="datetime'''''''''''''2''''''0''''''''''2''''''''''''''''''''4'''">
              <a:rPr lang="en-US" altLang="en-US" sz="1400" kern="0" smtClean="0">
                <a:latin typeface="+mn-lt"/>
                <a:cs typeface="+mn-cs"/>
              </a:rPr>
              <a:pPr/>
              <a:t>2024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4949BA35-4DD7-852C-40F0-474B5D435858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561340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CD6ABD31-294B-4393-8695-3AD19AA503FE}" type="datetime'''''''2''''''''''''''''''''''''''0''''2''''5'''''''''">
              <a:rPr lang="en-US" altLang="en-US" sz="1400" kern="0" smtClean="0">
                <a:latin typeface="+mn-lt"/>
                <a:cs typeface="+mn-cs"/>
              </a:rPr>
              <a:pPr/>
              <a:t>2025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6E7AEF7A-9B05-F228-6A8F-D01DA3853568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590867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E2E22F3D-818F-4079-9C54-FB771E8F2A98}" type="datetime'''''''''''''''''''20''''''''2''''''''''''''''''''''6'">
              <a:rPr lang="en-US" altLang="en-US" sz="1400" kern="0" smtClean="0">
                <a:latin typeface="+mn-lt"/>
                <a:cs typeface="+mn-cs"/>
              </a:rPr>
              <a:pPr/>
              <a:t>2026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7B8D6B25-904A-B4DC-57D9-5C4D2BF8E056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620395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B593210D-F002-4110-AD6E-6353FB044334}" type="datetime'''''''''''''2''''02''''''''''''''''7'">
              <a:rPr lang="en-US" altLang="en-US" sz="1400" kern="0" smtClean="0">
                <a:latin typeface="+mn-lt"/>
                <a:cs typeface="+mn-cs"/>
              </a:rPr>
              <a:pPr/>
              <a:t>2027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66EEF746-ABCC-3B28-2170-8FE94F23B70C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650081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C0F39F9-B10D-4554-96FA-045C2F626D7F}" type="datetime'''''''''20''''2''8'''''''''">
              <a:rPr lang="en-US" altLang="en-US" sz="1400" kern="0" smtClean="0">
                <a:latin typeface="+mn-lt"/>
                <a:cs typeface="+mn-cs"/>
              </a:rPr>
              <a:pPr/>
              <a:t>2028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4" name="Rectangle 3">
            <a:extLst>
              <a:ext uri="{FF2B5EF4-FFF2-40B4-BE49-F238E27FC236}">
                <a16:creationId xmlns:a16="http://schemas.microsoft.com/office/drawing/2014/main" id="{136567D5-2E2D-E300-B4E9-293F7F2392E0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6796088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820C301-56ED-4178-B474-76600EF04E26}" type="datetime'202''''9'''''''''''''''''''''''''''">
              <a:rPr lang="en-US" altLang="en-US" sz="1400" kern="0" smtClean="0">
                <a:latin typeface="+mn-lt"/>
                <a:cs typeface="+mn-cs"/>
              </a:rPr>
              <a:pPr/>
              <a:t>2029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5" name="Rectangle 3">
            <a:extLst>
              <a:ext uri="{FF2B5EF4-FFF2-40B4-BE49-F238E27FC236}">
                <a16:creationId xmlns:a16="http://schemas.microsoft.com/office/drawing/2014/main" id="{8F38198E-055D-609F-6B99-359752FC1647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709136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D8089DD3-965F-4468-B382-E424612EA4DF}" type="datetime'''''''''''2''''0''3''''''''''''''''''0'''''''''''''''''''''''">
              <a:rPr lang="en-US" altLang="en-US" sz="1400" kern="0" smtClean="0">
                <a:latin typeface="+mn-lt"/>
                <a:cs typeface="+mn-cs"/>
              </a:rPr>
              <a:pPr/>
              <a:t>2030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6" name="Rectangle 3">
            <a:extLst>
              <a:ext uri="{FF2B5EF4-FFF2-40B4-BE49-F238E27FC236}">
                <a16:creationId xmlns:a16="http://schemas.microsoft.com/office/drawing/2014/main" id="{D046D324-B930-779D-CBE6-75CACBF595E4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7386638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EB7A55D-25CD-4A4B-8564-A925BE829ADA}" type="datetime'''''2''''''0''''''''''''''''''''''''''''''''''''3''1'">
              <a:rPr lang="en-US" altLang="en-US" sz="1400" kern="0" smtClean="0">
                <a:latin typeface="+mn-lt"/>
                <a:cs typeface="+mn-cs"/>
              </a:rPr>
              <a:pPr/>
              <a:t>2031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7" name="Rectangle 3">
            <a:extLst>
              <a:ext uri="{FF2B5EF4-FFF2-40B4-BE49-F238E27FC236}">
                <a16:creationId xmlns:a16="http://schemas.microsoft.com/office/drawing/2014/main" id="{C81D39FD-CE7F-3CD8-2C4C-1EC30A186A04}"/>
              </a:ext>
            </a:extLst>
          </p:cNvPr>
          <p:cNvSpPr>
            <a:spLocks noGrp="1" noChangeArrowheads="1"/>
          </p:cNvSpPr>
          <p:nvPr>
            <p:custDataLst>
              <p:tags r:id="rId26"/>
            </p:custDataLst>
          </p:nvPr>
        </p:nvSpPr>
        <p:spPr bwMode="gray">
          <a:xfrm>
            <a:off x="768350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CC4B16E-5AA7-4B4C-825A-A4B826CC0193}" type="datetime'''''''''''2''''''''''''''''0''''''''''3''''''''''''2'">
              <a:rPr lang="en-US" altLang="en-US" sz="1400" kern="0" smtClean="0">
                <a:latin typeface="+mn-lt"/>
                <a:cs typeface="+mn-cs"/>
              </a:rPr>
              <a:pPr/>
              <a:t>2032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8" name="Rectangle 3">
            <a:extLst>
              <a:ext uri="{FF2B5EF4-FFF2-40B4-BE49-F238E27FC236}">
                <a16:creationId xmlns:a16="http://schemas.microsoft.com/office/drawing/2014/main" id="{ABB4A4A0-17C8-A858-797C-425B4CD3BA34}"/>
              </a:ext>
            </a:extLst>
          </p:cNvPr>
          <p:cNvSpPr>
            <a:spLocks noGrp="1" noChangeArrowheads="1"/>
          </p:cNvSpPr>
          <p:nvPr>
            <p:custDataLst>
              <p:tags r:id="rId27"/>
            </p:custDataLst>
          </p:nvPr>
        </p:nvSpPr>
        <p:spPr bwMode="gray">
          <a:xfrm>
            <a:off x="797877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28B3B0BB-7518-4CAE-91EA-DA096F5FBE97}" type="datetime'''''''''''2''''0''''''''''''''''''''''''3''''''3'''''''''''''">
              <a:rPr lang="en-US" altLang="en-US" sz="1400" kern="0" smtClean="0">
                <a:latin typeface="+mn-lt"/>
                <a:cs typeface="+mn-cs"/>
              </a:rPr>
              <a:pPr/>
              <a:t>2033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39" name="Rectangle 3">
            <a:extLst>
              <a:ext uri="{FF2B5EF4-FFF2-40B4-BE49-F238E27FC236}">
                <a16:creationId xmlns:a16="http://schemas.microsoft.com/office/drawing/2014/main" id="{6441EE69-96DC-7869-2109-F59E66830AD5}"/>
              </a:ext>
            </a:extLst>
          </p:cNvPr>
          <p:cNvSpPr>
            <a:spLocks noGrp="1" noChangeArrowheads="1"/>
          </p:cNvSpPr>
          <p:nvPr>
            <p:custDataLst>
              <p:tags r:id="rId28"/>
            </p:custDataLst>
          </p:nvPr>
        </p:nvSpPr>
        <p:spPr bwMode="gray">
          <a:xfrm>
            <a:off x="827405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986CB659-0058-464A-8385-2BAB73FDFEA1}" type="datetime'''2''''034'''''''''''''''''''''''''''''''''''''''''''''''''''">
              <a:rPr lang="en-US" altLang="en-US" sz="1400" kern="0" smtClean="0">
                <a:latin typeface="+mn-lt"/>
                <a:cs typeface="+mn-cs"/>
              </a:rPr>
              <a:pPr/>
              <a:t>2034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0" name="Rectangle 3">
            <a:extLst>
              <a:ext uri="{FF2B5EF4-FFF2-40B4-BE49-F238E27FC236}">
                <a16:creationId xmlns:a16="http://schemas.microsoft.com/office/drawing/2014/main" id="{1A3C03CA-ADF0-A427-C7BC-DFD15E5BE431}"/>
              </a:ext>
            </a:extLst>
          </p:cNvPr>
          <p:cNvSpPr>
            <a:spLocks noGrp="1" noChangeArrowheads="1"/>
          </p:cNvSpPr>
          <p:nvPr>
            <p:custDataLst>
              <p:tags r:id="rId29"/>
            </p:custDataLst>
          </p:nvPr>
        </p:nvSpPr>
        <p:spPr bwMode="gray">
          <a:xfrm>
            <a:off x="857091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B3364BBF-C690-48EA-B7AA-759A69A2C566}" type="datetime'''''''''''''''2''''''''0''3''''''5'''''''''''''''''''''''''''">
              <a:rPr lang="en-US" altLang="en-US" sz="1400" kern="0" smtClean="0">
                <a:latin typeface="+mn-lt"/>
                <a:cs typeface="+mn-cs"/>
              </a:rPr>
              <a:pPr/>
              <a:t>2035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1" name="Rectangle 3">
            <a:extLst>
              <a:ext uri="{FF2B5EF4-FFF2-40B4-BE49-F238E27FC236}">
                <a16:creationId xmlns:a16="http://schemas.microsoft.com/office/drawing/2014/main" id="{986D270B-2C4C-4700-F51A-E9DE85C0330F}"/>
              </a:ext>
            </a:extLst>
          </p:cNvPr>
          <p:cNvSpPr>
            <a:spLocks noGrp="1" noChangeArrowheads="1"/>
          </p:cNvSpPr>
          <p:nvPr>
            <p:custDataLst>
              <p:tags r:id="rId30"/>
            </p:custDataLst>
          </p:nvPr>
        </p:nvSpPr>
        <p:spPr bwMode="gray">
          <a:xfrm>
            <a:off x="8866188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84B08B96-465B-478A-9609-4A95E23CC9F2}" type="datetime'2''''''''''''''''''''''''''''0''''3''''6'''''''''''">
              <a:rPr lang="en-US" altLang="en-US" sz="1400" kern="0" smtClean="0">
                <a:latin typeface="+mn-lt"/>
                <a:cs typeface="+mn-cs"/>
              </a:rPr>
              <a:pPr/>
              <a:t>2036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2" name="Rectangle 3">
            <a:extLst>
              <a:ext uri="{FF2B5EF4-FFF2-40B4-BE49-F238E27FC236}">
                <a16:creationId xmlns:a16="http://schemas.microsoft.com/office/drawing/2014/main" id="{FA49552C-A8B4-C627-86AD-1AD8D44CC92D}"/>
              </a:ext>
            </a:extLst>
          </p:cNvPr>
          <p:cNvSpPr>
            <a:spLocks noGrp="1" noChangeArrowheads="1"/>
          </p:cNvSpPr>
          <p:nvPr>
            <p:custDataLst>
              <p:tags r:id="rId31"/>
            </p:custDataLst>
          </p:nvPr>
        </p:nvSpPr>
        <p:spPr bwMode="gray">
          <a:xfrm>
            <a:off x="9161463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88DAEC64-9FA7-49C1-9D6E-CCEE6D409488}" type="datetime'''''''''''''''''''2''''''''''''''''0''3''7'''''''''''''''">
              <a:rPr lang="en-US" altLang="en-US" sz="1400" kern="0" smtClean="0">
                <a:latin typeface="+mn-lt"/>
                <a:cs typeface="+mn-cs"/>
              </a:rPr>
              <a:pPr/>
              <a:t>2037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3" name="Rectangle 3">
            <a:extLst>
              <a:ext uri="{FF2B5EF4-FFF2-40B4-BE49-F238E27FC236}">
                <a16:creationId xmlns:a16="http://schemas.microsoft.com/office/drawing/2014/main" id="{59A85756-4CA8-BCF1-12CE-8604E9472E3E}"/>
              </a:ext>
            </a:extLst>
          </p:cNvPr>
          <p:cNvSpPr>
            <a:spLocks noGrp="1" noChangeArrowheads="1"/>
          </p:cNvSpPr>
          <p:nvPr>
            <p:custDataLst>
              <p:tags r:id="rId32"/>
            </p:custDataLst>
          </p:nvPr>
        </p:nvSpPr>
        <p:spPr bwMode="gray">
          <a:xfrm>
            <a:off x="9456738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F37AC38-FD53-49CD-A51B-369A83D4985F}" type="datetime'''''''''''''''''2''''0''''''''3''''''''''8'''''''''''">
              <a:rPr lang="en-US" altLang="en-US" sz="1400" kern="0" smtClean="0">
                <a:latin typeface="+mn-lt"/>
                <a:cs typeface="+mn-cs"/>
              </a:rPr>
              <a:pPr/>
              <a:t>2038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6C2DFD4C-E037-F04C-7BE7-921AF4EC7EEF}"/>
              </a:ext>
            </a:extLst>
          </p:cNvPr>
          <p:cNvSpPr>
            <a:spLocks noGrp="1" noChangeArrowheads="1"/>
          </p:cNvSpPr>
          <p:nvPr>
            <p:custDataLst>
              <p:tags r:id="rId33"/>
            </p:custDataLst>
          </p:nvPr>
        </p:nvSpPr>
        <p:spPr bwMode="gray">
          <a:xfrm>
            <a:off x="585788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4405871F-1280-426D-92F3-34E4BDE575EB}" type="datetime'''''''''2''''''0''''''''''''''''''''''''0''''''''''''''8'''">
              <a:rPr lang="en-US" altLang="en-US" sz="1400" kern="0" smtClean="0">
                <a:latin typeface="+mn-lt"/>
                <a:cs typeface="+mn-cs"/>
              </a:rPr>
              <a:pPr/>
              <a:t>2008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5" name="Rectangle 3">
            <a:extLst>
              <a:ext uri="{FF2B5EF4-FFF2-40B4-BE49-F238E27FC236}">
                <a16:creationId xmlns:a16="http://schemas.microsoft.com/office/drawing/2014/main" id="{968939CC-21DF-E6AA-D9D0-1A5D67F39652}"/>
              </a:ext>
            </a:extLst>
          </p:cNvPr>
          <p:cNvSpPr>
            <a:spLocks noGrp="1" noChangeArrowheads="1"/>
          </p:cNvSpPr>
          <p:nvPr>
            <p:custDataLst>
              <p:tags r:id="rId34"/>
            </p:custDataLst>
          </p:nvPr>
        </p:nvSpPr>
        <p:spPr bwMode="gray">
          <a:xfrm>
            <a:off x="10048875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B308377C-3BCA-4B4A-957C-447C4A6204BE}" type="datetime'''''''''''''''''''20''''''''''''''4''0'''''''''''''''''''">
              <a:rPr lang="en-US" altLang="en-US" sz="1400" kern="0" smtClean="0">
                <a:latin typeface="+mn-lt"/>
                <a:cs typeface="+mn-cs"/>
              </a:rPr>
              <a:pPr/>
              <a:t>2040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6" name="Rectangle 3">
            <a:extLst>
              <a:ext uri="{FF2B5EF4-FFF2-40B4-BE49-F238E27FC236}">
                <a16:creationId xmlns:a16="http://schemas.microsoft.com/office/drawing/2014/main" id="{5B837216-E3B9-4DD3-7A5A-54712F7C0801}"/>
              </a:ext>
            </a:extLst>
          </p:cNvPr>
          <p:cNvSpPr>
            <a:spLocks noGrp="1" noChangeArrowheads="1"/>
          </p:cNvSpPr>
          <p:nvPr>
            <p:custDataLst>
              <p:tags r:id="rId35"/>
            </p:custDataLst>
          </p:nvPr>
        </p:nvSpPr>
        <p:spPr bwMode="gray">
          <a:xfrm>
            <a:off x="419100" y="5795963"/>
            <a:ext cx="96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8FB2790D-9F9C-4172-B4EB-193583615DF7}" type="datetime'''''''''''''''''''''''''''''''''''''0'''''''''''">
              <a:rPr lang="en-US" altLang="en-US" sz="1400" kern="0" smtClean="0">
                <a:latin typeface="+mn-lt"/>
                <a:cs typeface="+mn-cs"/>
              </a:rPr>
              <a:pPr/>
              <a:t>0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7" name="Rectangle 3">
            <a:extLst>
              <a:ext uri="{FF2B5EF4-FFF2-40B4-BE49-F238E27FC236}">
                <a16:creationId xmlns:a16="http://schemas.microsoft.com/office/drawing/2014/main" id="{68A8FB79-1D34-A071-B8D2-F83D8CAF42FA}"/>
              </a:ext>
            </a:extLst>
          </p:cNvPr>
          <p:cNvSpPr>
            <a:spLocks noGrp="1" noChangeArrowheads="1"/>
          </p:cNvSpPr>
          <p:nvPr>
            <p:custDataLst>
              <p:tags r:id="rId36"/>
            </p:custDataLst>
          </p:nvPr>
        </p:nvSpPr>
        <p:spPr bwMode="gray">
          <a:xfrm>
            <a:off x="419100" y="5316538"/>
            <a:ext cx="96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7AAE747-C047-4B82-A62F-ED2A74DEC4E8}" type="datetime'''''''''''''''''''''''''''''''''4'''''''''''''''''''">
              <a:rPr lang="en-US" altLang="en-US" sz="1400" kern="0" smtClean="0">
                <a:latin typeface="+mn-lt"/>
                <a:cs typeface="+mn-cs"/>
              </a:rPr>
              <a:pPr/>
              <a:t>4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8" name="Rectangle 3">
            <a:extLst>
              <a:ext uri="{FF2B5EF4-FFF2-40B4-BE49-F238E27FC236}">
                <a16:creationId xmlns:a16="http://schemas.microsoft.com/office/drawing/2014/main" id="{A4EC8F7B-E0A9-E0D7-387F-38D7F11F6228}"/>
              </a:ext>
            </a:extLst>
          </p:cNvPr>
          <p:cNvSpPr>
            <a:spLocks noGrp="1" noChangeArrowheads="1"/>
          </p:cNvSpPr>
          <p:nvPr>
            <p:custDataLst>
              <p:tags r:id="rId37"/>
            </p:custDataLst>
          </p:nvPr>
        </p:nvSpPr>
        <p:spPr bwMode="gray">
          <a:xfrm>
            <a:off x="419100" y="4838700"/>
            <a:ext cx="968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908A78D2-DD71-41A4-ADF2-2313FD3968FC}" type="datetime'8'''''''''''''''''''''''''''''''''''''''''''''''''''''''''''">
              <a:rPr lang="en-US" altLang="en-US" sz="1400" kern="0" smtClean="0">
                <a:latin typeface="+mn-lt"/>
                <a:cs typeface="+mn-cs"/>
              </a:rPr>
              <a:pPr/>
              <a:t>8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49" name="Rectangle 3">
            <a:extLst>
              <a:ext uri="{FF2B5EF4-FFF2-40B4-BE49-F238E27FC236}">
                <a16:creationId xmlns:a16="http://schemas.microsoft.com/office/drawing/2014/main" id="{2B026467-F525-01EC-2CE3-C640173C0E74}"/>
              </a:ext>
            </a:extLst>
          </p:cNvPr>
          <p:cNvSpPr>
            <a:spLocks noGrp="1" noChangeArrowheads="1"/>
          </p:cNvSpPr>
          <p:nvPr>
            <p:custDataLst>
              <p:tags r:id="rId38"/>
            </p:custDataLst>
          </p:nvPr>
        </p:nvSpPr>
        <p:spPr bwMode="gray">
          <a:xfrm>
            <a:off x="9753600" y="6019800"/>
            <a:ext cx="212725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vert270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47174AFA-43CC-4522-A771-921E2574E66A}" type="datetime'''''''''''''''''''''''''''2''0''''''3''''9'">
              <a:rPr lang="en-US" altLang="en-US" sz="1400" kern="0" smtClean="0">
                <a:latin typeface="+mn-lt"/>
                <a:cs typeface="+mn-cs"/>
              </a:rPr>
              <a:pPr/>
              <a:t>2039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50" name="Rectangle 3">
            <a:extLst>
              <a:ext uri="{FF2B5EF4-FFF2-40B4-BE49-F238E27FC236}">
                <a16:creationId xmlns:a16="http://schemas.microsoft.com/office/drawing/2014/main" id="{A2946568-DF89-BC68-4320-0086FF01E57C}"/>
              </a:ext>
            </a:extLst>
          </p:cNvPr>
          <p:cNvSpPr>
            <a:spLocks noGrp="1" noChangeArrowheads="1"/>
          </p:cNvSpPr>
          <p:nvPr>
            <p:custDataLst>
              <p:tags r:id="rId39"/>
            </p:custDataLst>
          </p:nvPr>
        </p:nvSpPr>
        <p:spPr bwMode="gray">
          <a:xfrm>
            <a:off x="322263" y="3879850"/>
            <a:ext cx="193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4BBFFDCA-A637-419F-ADEF-CECE9FCA13D3}" type="datetime'''''''''''16'''''''''''''''''''''''''''''''''''''''''''''">
              <a:rPr lang="en-US" altLang="en-US" sz="1400" kern="0" smtClean="0">
                <a:latin typeface="+mn-lt"/>
                <a:cs typeface="+mn-cs"/>
              </a:rPr>
              <a:pPr/>
              <a:t>16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51" name="Rectangle 3">
            <a:extLst>
              <a:ext uri="{FF2B5EF4-FFF2-40B4-BE49-F238E27FC236}">
                <a16:creationId xmlns:a16="http://schemas.microsoft.com/office/drawing/2014/main" id="{73BF9F8F-7015-91A4-A7AD-25843AB8814E}"/>
              </a:ext>
            </a:extLst>
          </p:cNvPr>
          <p:cNvSpPr>
            <a:spLocks noGrp="1" noChangeArrowheads="1"/>
          </p:cNvSpPr>
          <p:nvPr>
            <p:custDataLst>
              <p:tags r:id="rId40"/>
            </p:custDataLst>
          </p:nvPr>
        </p:nvSpPr>
        <p:spPr bwMode="gray">
          <a:xfrm>
            <a:off x="322263" y="3400425"/>
            <a:ext cx="193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799A2192-1E8F-473D-A0D6-2E675C970281}" type="datetime'''''''''''''2''''''''''''''''''''''''''''''''''''0'''''''">
              <a:rPr lang="en-US" altLang="en-US" sz="1400" kern="0" smtClean="0">
                <a:latin typeface="+mn-lt"/>
                <a:cs typeface="+mn-cs"/>
              </a:rPr>
              <a:pPr/>
              <a:t>20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52" name="Rectangle 3">
            <a:extLst>
              <a:ext uri="{FF2B5EF4-FFF2-40B4-BE49-F238E27FC236}">
                <a16:creationId xmlns:a16="http://schemas.microsoft.com/office/drawing/2014/main" id="{7D4ABBB2-9B4E-9B83-EA13-20ED377A1E03}"/>
              </a:ext>
            </a:extLst>
          </p:cNvPr>
          <p:cNvSpPr>
            <a:spLocks noGrp="1" noChangeArrowheads="1"/>
          </p:cNvSpPr>
          <p:nvPr>
            <p:custDataLst>
              <p:tags r:id="rId41"/>
            </p:custDataLst>
          </p:nvPr>
        </p:nvSpPr>
        <p:spPr bwMode="gray">
          <a:xfrm>
            <a:off x="322263" y="2922588"/>
            <a:ext cx="193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3ABE040D-CEB3-4046-87B5-31B9C2424D41}" type="datetime'''''''''''2''4'''''''''''''''''''">
              <a:rPr lang="en-US" altLang="en-US" sz="1400" kern="0" smtClean="0">
                <a:latin typeface="+mn-lt"/>
                <a:cs typeface="+mn-cs"/>
              </a:rPr>
              <a:pPr/>
              <a:t>24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53" name="Rectangle 3">
            <a:extLst>
              <a:ext uri="{FF2B5EF4-FFF2-40B4-BE49-F238E27FC236}">
                <a16:creationId xmlns:a16="http://schemas.microsoft.com/office/drawing/2014/main" id="{38C99A02-5590-720C-89C9-7F1881321475}"/>
              </a:ext>
            </a:extLst>
          </p:cNvPr>
          <p:cNvSpPr>
            <a:spLocks noGrp="1" noChangeArrowheads="1"/>
          </p:cNvSpPr>
          <p:nvPr>
            <p:custDataLst>
              <p:tags r:id="rId42"/>
            </p:custDataLst>
          </p:nvPr>
        </p:nvSpPr>
        <p:spPr bwMode="gray">
          <a:xfrm>
            <a:off x="322263" y="2443163"/>
            <a:ext cx="193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F5D43A15-7FCB-40BE-B4E0-BA23AAC75876}" type="datetime'2''8'''''''''''''''''''''''''''''''''''''''''''''''''''''''">
              <a:rPr lang="en-US" altLang="en-US" sz="1400" kern="0" smtClean="0">
                <a:latin typeface="+mn-lt"/>
                <a:cs typeface="+mn-cs"/>
              </a:rPr>
              <a:pPr/>
              <a:t>28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B86ED3DB-ADB2-0818-D0FA-0D1EF09CC0D6}"/>
              </a:ext>
            </a:extLst>
          </p:cNvPr>
          <p:cNvSpPr>
            <a:spLocks noGrp="1" noChangeArrowheads="1"/>
          </p:cNvSpPr>
          <p:nvPr>
            <p:custDataLst>
              <p:tags r:id="rId43"/>
            </p:custDataLst>
          </p:nvPr>
        </p:nvSpPr>
        <p:spPr bwMode="gray">
          <a:xfrm>
            <a:off x="322263" y="4359275"/>
            <a:ext cx="193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41175D10-A2BC-4B8B-8ECE-DD74D7A8E714}" type="datetime'''''''''''''''''''''1''''''''2'''''''''''''''''''''''''">
              <a:rPr lang="en-US" altLang="en-US" sz="1400" kern="0" smtClean="0">
                <a:latin typeface="+mn-lt"/>
                <a:cs typeface="+mn-cs"/>
              </a:rPr>
              <a:pPr/>
              <a:t>12</a:t>
            </a:fld>
            <a:endParaRPr lang="en-US" sz="1400" kern="0" dirty="0">
              <a:latin typeface="+mn-lt"/>
              <a:cs typeface="+mn-cs"/>
            </a:endParaRPr>
          </a:p>
        </p:txBody>
      </p:sp>
      <p:sp>
        <p:nvSpPr>
          <p:cNvPr id="155" name="Dikdörtgen 74">
            <a:extLst>
              <a:ext uri="{FF2B5EF4-FFF2-40B4-BE49-F238E27FC236}">
                <a16:creationId xmlns:a16="http://schemas.microsoft.com/office/drawing/2014/main" id="{313511C0-013F-8AE5-7731-6BD76442A5FD}"/>
              </a:ext>
            </a:extLst>
          </p:cNvPr>
          <p:cNvSpPr/>
          <p:nvPr/>
        </p:nvSpPr>
        <p:spPr bwMode="auto">
          <a:xfrm>
            <a:off x="10196513" y="3152870"/>
            <a:ext cx="1924050" cy="6872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400" b="1" dirty="0">
                <a:solidFill>
                  <a:srgbClr val="49638D"/>
                </a:solidFill>
                <a:cs typeface="Arial" charset="0"/>
              </a:rPr>
              <a:t>PSD </a:t>
            </a:r>
            <a:r>
              <a:rPr lang="tr-TR" sz="1400" b="1" dirty="0" err="1">
                <a:solidFill>
                  <a:srgbClr val="49638D"/>
                </a:solidFill>
                <a:cs typeface="Arial" charset="0"/>
              </a:rPr>
              <a:t>Scenario</a:t>
            </a:r>
            <a:r>
              <a:rPr lang="tr-TR" sz="1400" b="1" dirty="0">
                <a:solidFill>
                  <a:srgbClr val="49638D"/>
                </a:solidFill>
                <a:cs typeface="Arial" charset="0"/>
              </a:rPr>
              <a:t>-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200" b="1" dirty="0">
                <a:solidFill>
                  <a:srgbClr val="49638D"/>
                </a:solidFill>
                <a:cs typeface="Arial" charset="0"/>
              </a:rPr>
              <a:t>40 </a:t>
            </a:r>
            <a:r>
              <a:rPr lang="tr-TR" sz="1200" b="1" dirty="0" err="1">
                <a:solidFill>
                  <a:srgbClr val="49638D"/>
                </a:solidFill>
                <a:cs typeface="Arial" charset="0"/>
              </a:rPr>
              <a:t>Bn</a:t>
            </a:r>
            <a:r>
              <a:rPr lang="tr-TR" sz="1200" b="1" dirty="0">
                <a:solidFill>
                  <a:srgbClr val="49638D"/>
                </a:solidFill>
                <a:cs typeface="Arial" charset="0"/>
              </a:rPr>
              <a:t> USD </a:t>
            </a:r>
            <a:r>
              <a:rPr lang="tr-TR" sz="1200" b="1" dirty="0" err="1">
                <a:solidFill>
                  <a:srgbClr val="49638D"/>
                </a:solidFill>
                <a:cs typeface="Arial" charset="0"/>
              </a:rPr>
              <a:t>Investment</a:t>
            </a:r>
            <a:endParaRPr lang="tr-TR" sz="1200" b="1" dirty="0">
              <a:solidFill>
                <a:srgbClr val="49638D"/>
              </a:solidFill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49638D"/>
                </a:solidFill>
                <a:effectLst/>
                <a:cs typeface="Arial" charset="0"/>
              </a:rPr>
              <a:t>13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49638D"/>
                </a:solidFill>
                <a:effectLst/>
                <a:cs typeface="Arial" charset="0"/>
              </a:rPr>
              <a:t>million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49638D"/>
                </a:solidFill>
                <a:effectLst/>
                <a:cs typeface="Arial" charset="0"/>
              </a:rPr>
              <a:t>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49638D"/>
                </a:solidFill>
                <a:effectLst/>
                <a:cs typeface="Arial" charset="0"/>
              </a:rPr>
              <a:t>new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49638D"/>
                </a:solidFill>
                <a:effectLst/>
                <a:cs typeface="Arial" charset="0"/>
              </a:rPr>
              <a:t> jobs</a:t>
            </a:r>
            <a:endParaRPr kumimoji="0" lang="en-US" sz="1200" i="0" u="none" strike="noStrike" cap="none" normalizeH="0" baseline="0" dirty="0">
              <a:ln>
                <a:noFill/>
              </a:ln>
              <a:solidFill>
                <a:srgbClr val="49638D"/>
              </a:solidFill>
              <a:effectLst/>
              <a:cs typeface="Arial" charset="0"/>
            </a:endParaRPr>
          </a:p>
        </p:txBody>
      </p:sp>
      <p:sp>
        <p:nvSpPr>
          <p:cNvPr id="156" name="Dikdörtgen 78">
            <a:extLst>
              <a:ext uri="{FF2B5EF4-FFF2-40B4-BE49-F238E27FC236}">
                <a16:creationId xmlns:a16="http://schemas.microsoft.com/office/drawing/2014/main" id="{D17C2765-580F-0428-F176-A9C0F1C8E747}"/>
              </a:ext>
            </a:extLst>
          </p:cNvPr>
          <p:cNvSpPr/>
          <p:nvPr/>
        </p:nvSpPr>
        <p:spPr bwMode="auto">
          <a:xfrm>
            <a:off x="10198998" y="3969467"/>
            <a:ext cx="1924050" cy="6872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400" b="1" dirty="0">
                <a:solidFill>
                  <a:srgbClr val="C00000"/>
                </a:solidFill>
                <a:cs typeface="Arial" charset="0"/>
              </a:rPr>
              <a:t>No </a:t>
            </a:r>
            <a:r>
              <a:rPr lang="tr-TR" sz="1400" b="1" dirty="0" err="1">
                <a:solidFill>
                  <a:srgbClr val="C00000"/>
                </a:solidFill>
                <a:cs typeface="Arial" charset="0"/>
              </a:rPr>
              <a:t>Strategy</a:t>
            </a:r>
            <a:r>
              <a:rPr lang="tr-TR" sz="1400" b="1" dirty="0">
                <a:solidFill>
                  <a:srgbClr val="C00000"/>
                </a:solidFill>
                <a:cs typeface="Arial" charset="0"/>
              </a:rPr>
              <a:t> </a:t>
            </a:r>
            <a:r>
              <a:rPr lang="tr-TR" sz="1400" b="1" dirty="0" err="1">
                <a:solidFill>
                  <a:srgbClr val="C00000"/>
                </a:solidFill>
                <a:cs typeface="Arial" charset="0"/>
              </a:rPr>
              <a:t>Scenario</a:t>
            </a:r>
            <a:r>
              <a:rPr lang="tr-TR" sz="1400" b="1" dirty="0">
                <a:solidFill>
                  <a:srgbClr val="C00000"/>
                </a:solidFill>
                <a:cs typeface="Arial" charset="0"/>
              </a:rPr>
              <a:t>: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200" dirty="0">
                <a:solidFill>
                  <a:srgbClr val="C00000"/>
                </a:solidFill>
                <a:cs typeface="Arial" charset="0"/>
              </a:rPr>
              <a:t>5.5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charset="0"/>
              </a:rPr>
              <a:t>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cs typeface="Arial" charset="0"/>
              </a:rPr>
              <a:t>million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charset="0"/>
              </a:rPr>
              <a:t>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cs typeface="Arial" charset="0"/>
              </a:rPr>
              <a:t>new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cs typeface="Arial" charset="0"/>
              </a:rPr>
              <a:t> jobs</a:t>
            </a:r>
            <a:endParaRPr kumimoji="0" lang="en-US" sz="120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cs typeface="Arial" charset="0"/>
            </a:endParaRPr>
          </a:p>
        </p:txBody>
      </p:sp>
      <p:sp>
        <p:nvSpPr>
          <p:cNvPr id="157" name="Dikdörtgen 137">
            <a:extLst>
              <a:ext uri="{FF2B5EF4-FFF2-40B4-BE49-F238E27FC236}">
                <a16:creationId xmlns:a16="http://schemas.microsoft.com/office/drawing/2014/main" id="{700DC312-87FD-FF65-422E-686E31678D06}"/>
              </a:ext>
            </a:extLst>
          </p:cNvPr>
          <p:cNvSpPr/>
          <p:nvPr/>
        </p:nvSpPr>
        <p:spPr bwMode="auto">
          <a:xfrm>
            <a:off x="10196513" y="2336533"/>
            <a:ext cx="1924624" cy="6872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400" b="1" dirty="0">
                <a:solidFill>
                  <a:srgbClr val="429FAC"/>
                </a:solidFill>
                <a:cs typeface="Arial" charset="0"/>
              </a:rPr>
              <a:t>PSD </a:t>
            </a:r>
            <a:r>
              <a:rPr lang="tr-TR" sz="1400" b="1" dirty="0" err="1">
                <a:solidFill>
                  <a:srgbClr val="429FAC"/>
                </a:solidFill>
                <a:cs typeface="Arial" charset="0"/>
              </a:rPr>
              <a:t>Scenario</a:t>
            </a:r>
            <a:r>
              <a:rPr lang="tr-TR" sz="1400" b="1" dirty="0">
                <a:solidFill>
                  <a:srgbClr val="429FAC"/>
                </a:solidFill>
                <a:cs typeface="Arial" charset="0"/>
              </a:rPr>
              <a:t>-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200" b="1" dirty="0">
                <a:solidFill>
                  <a:srgbClr val="429FAC"/>
                </a:solidFill>
                <a:cs typeface="Arial" charset="0"/>
              </a:rPr>
              <a:t>60 </a:t>
            </a:r>
            <a:r>
              <a:rPr lang="tr-TR" sz="1200" b="1" dirty="0" err="1">
                <a:solidFill>
                  <a:srgbClr val="429FAC"/>
                </a:solidFill>
                <a:cs typeface="Arial" charset="0"/>
              </a:rPr>
              <a:t>Bn</a:t>
            </a:r>
            <a:r>
              <a:rPr lang="tr-TR" sz="1200" b="1" dirty="0">
                <a:solidFill>
                  <a:srgbClr val="429FAC"/>
                </a:solidFill>
                <a:cs typeface="Arial" charset="0"/>
              </a:rPr>
              <a:t> USD </a:t>
            </a:r>
            <a:r>
              <a:rPr lang="tr-TR" sz="1200" b="1" dirty="0" err="1">
                <a:solidFill>
                  <a:srgbClr val="429FAC"/>
                </a:solidFill>
                <a:cs typeface="Arial" charset="0"/>
              </a:rPr>
              <a:t>Investment</a:t>
            </a:r>
            <a:endParaRPr lang="tr-TR" sz="1200" b="1" dirty="0">
              <a:solidFill>
                <a:srgbClr val="429FAC"/>
              </a:solidFill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200" dirty="0">
                <a:solidFill>
                  <a:srgbClr val="429FAC"/>
                </a:solidFill>
                <a:cs typeface="Arial" charset="0"/>
              </a:rPr>
              <a:t>20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429FAC"/>
                </a:solidFill>
                <a:effectLst/>
                <a:cs typeface="Arial" charset="0"/>
              </a:rPr>
              <a:t>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429FAC"/>
                </a:solidFill>
                <a:effectLst/>
                <a:cs typeface="Arial" charset="0"/>
              </a:rPr>
              <a:t>million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429FAC"/>
                </a:solidFill>
                <a:effectLst/>
                <a:cs typeface="Arial" charset="0"/>
              </a:rPr>
              <a:t>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429FAC"/>
                </a:solidFill>
                <a:effectLst/>
                <a:cs typeface="Arial" charset="0"/>
              </a:rPr>
              <a:t>new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429FAC"/>
                </a:solidFill>
                <a:effectLst/>
                <a:cs typeface="Arial" charset="0"/>
              </a:rPr>
              <a:t> jobs</a:t>
            </a:r>
            <a:endParaRPr kumimoji="0" lang="en-US" sz="1200" i="0" u="none" strike="noStrike" cap="none" normalizeH="0" baseline="0" dirty="0">
              <a:ln>
                <a:noFill/>
              </a:ln>
              <a:solidFill>
                <a:srgbClr val="429FAC"/>
              </a:solidFill>
              <a:effectLst/>
              <a:cs typeface="Arial" charset="0"/>
            </a:endParaRPr>
          </a:p>
        </p:txBody>
      </p:sp>
      <p:sp>
        <p:nvSpPr>
          <p:cNvPr id="158" name="Dikdörtgen 138">
            <a:extLst>
              <a:ext uri="{FF2B5EF4-FFF2-40B4-BE49-F238E27FC236}">
                <a16:creationId xmlns:a16="http://schemas.microsoft.com/office/drawing/2014/main" id="{5C2FDD70-C459-888E-DC60-15D3BF5FB586}"/>
              </a:ext>
            </a:extLst>
          </p:cNvPr>
          <p:cNvSpPr/>
          <p:nvPr/>
        </p:nvSpPr>
        <p:spPr bwMode="auto">
          <a:xfrm>
            <a:off x="10196513" y="4650783"/>
            <a:ext cx="1924050" cy="6872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400" b="1" dirty="0">
                <a:solidFill>
                  <a:srgbClr val="E7A238"/>
                </a:solidFill>
                <a:cs typeface="Arial" charset="0"/>
              </a:rPr>
              <a:t>No </a:t>
            </a:r>
            <a:r>
              <a:rPr lang="tr-TR" sz="1400" b="1" dirty="0" err="1">
                <a:solidFill>
                  <a:srgbClr val="E7A238"/>
                </a:solidFill>
                <a:cs typeface="Arial" charset="0"/>
              </a:rPr>
              <a:t>War</a:t>
            </a:r>
            <a:endParaRPr lang="tr-TR" sz="1400" b="1" dirty="0">
              <a:solidFill>
                <a:srgbClr val="E7A238"/>
              </a:solidFill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400" b="1" dirty="0" err="1">
                <a:solidFill>
                  <a:srgbClr val="E7A238"/>
                </a:solidFill>
                <a:cs typeface="Arial" charset="0"/>
              </a:rPr>
              <a:t>Scenario</a:t>
            </a:r>
            <a:r>
              <a:rPr lang="tr-TR" sz="1400" b="1" dirty="0">
                <a:solidFill>
                  <a:srgbClr val="E7A238"/>
                </a:solidFill>
                <a:cs typeface="Arial" charset="0"/>
              </a:rPr>
              <a:t>: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sz="1200" dirty="0">
                <a:solidFill>
                  <a:srgbClr val="E7A238"/>
                </a:solidFill>
                <a:cs typeface="Arial" charset="0"/>
              </a:rPr>
              <a:t>3,3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E7A238"/>
                </a:solidFill>
                <a:effectLst/>
                <a:cs typeface="Arial" charset="0"/>
              </a:rPr>
              <a:t>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E7A238"/>
                </a:solidFill>
                <a:effectLst/>
                <a:cs typeface="Arial" charset="0"/>
              </a:rPr>
              <a:t>million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E7A238"/>
                </a:solidFill>
                <a:effectLst/>
                <a:cs typeface="Arial" charset="0"/>
              </a:rPr>
              <a:t> </a:t>
            </a:r>
            <a:r>
              <a:rPr kumimoji="0" lang="tr-TR" sz="1200" i="0" u="none" strike="noStrike" cap="none" normalizeH="0" baseline="0" dirty="0" err="1">
                <a:ln>
                  <a:noFill/>
                </a:ln>
                <a:solidFill>
                  <a:srgbClr val="E7A238"/>
                </a:solidFill>
                <a:effectLst/>
                <a:cs typeface="Arial" charset="0"/>
              </a:rPr>
              <a:t>new</a:t>
            </a:r>
            <a:r>
              <a:rPr kumimoji="0" lang="tr-TR" sz="1200" i="0" u="none" strike="noStrike" cap="none" normalizeH="0" baseline="0" dirty="0">
                <a:ln>
                  <a:noFill/>
                </a:ln>
                <a:solidFill>
                  <a:srgbClr val="E7A238"/>
                </a:solidFill>
                <a:effectLst/>
                <a:cs typeface="Arial" charset="0"/>
              </a:rPr>
              <a:t> jobs</a:t>
            </a:r>
            <a:endParaRPr kumimoji="0" lang="en-US" sz="1200" i="0" u="none" strike="noStrike" cap="none" normalizeH="0" baseline="0" dirty="0">
              <a:ln>
                <a:noFill/>
              </a:ln>
              <a:solidFill>
                <a:srgbClr val="E7A238"/>
              </a:solidFill>
              <a:effectLst/>
              <a:cs typeface="Arial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4A2870A4-AB6A-B26D-9433-F4C79B238C55}"/>
              </a:ext>
            </a:extLst>
          </p:cNvPr>
          <p:cNvSpPr/>
          <p:nvPr/>
        </p:nvSpPr>
        <p:spPr bwMode="auto">
          <a:xfrm>
            <a:off x="5695950" y="2425546"/>
            <a:ext cx="1690688" cy="291054"/>
          </a:xfrm>
          <a:prstGeom prst="rect">
            <a:avLst/>
          </a:prstGeom>
          <a:solidFill>
            <a:schemeClr val="bg1"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600" b="1">
                <a:solidFill>
                  <a:srgbClr val="49638D"/>
                </a:solidFill>
                <a:cs typeface="Arial" charset="0"/>
              </a:rPr>
              <a:t>Forcast Period</a:t>
            </a:r>
            <a:endParaRPr lang="tr-TR" sz="1400" b="1" dirty="0">
              <a:solidFill>
                <a:srgbClr val="49638D"/>
              </a:solidFill>
              <a:cs typeface="Arial" charset="0"/>
            </a:endParaRPr>
          </a:p>
        </p:txBody>
      </p:sp>
      <p:sp>
        <p:nvSpPr>
          <p:cNvPr id="162" name="Metin kutusu 111">
            <a:extLst>
              <a:ext uri="{FF2B5EF4-FFF2-40B4-BE49-F238E27FC236}">
                <a16:creationId xmlns:a16="http://schemas.microsoft.com/office/drawing/2014/main" id="{005AEA98-56B1-EDA3-727D-8D3E6D4FC87D}"/>
              </a:ext>
            </a:extLst>
          </p:cNvPr>
          <p:cNvSpPr txBox="1"/>
          <p:nvPr/>
        </p:nvSpPr>
        <p:spPr>
          <a:xfrm>
            <a:off x="0" y="6601202"/>
            <a:ext cx="84015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ea typeface="Calibri" panose="020F0502020204030204" pitchFamily="34" charset="0"/>
                <a:cs typeface="Arial" panose="020B0604020202020204" pitchFamily="34" charset="0"/>
              </a:rPr>
              <a:t>Source: </a:t>
            </a:r>
            <a:r>
              <a:rPr lang="tr-TR" sz="1100" dirty="0" err="1">
                <a:ea typeface="Calibri" panose="020F0502020204030204" pitchFamily="34" charset="0"/>
                <a:cs typeface="Arial" panose="020B0604020202020204" pitchFamily="34" charset="0"/>
              </a:rPr>
              <a:t>Worldbank</a:t>
            </a:r>
            <a:r>
              <a:rPr lang="tr-TR" sz="1100" dirty="0">
                <a:ea typeface="Calibri" panose="020F0502020204030204" pitchFamily="34" charset="0"/>
                <a:cs typeface="Arial" panose="020B0604020202020204" pitchFamily="34" charset="0"/>
              </a:rPr>
              <a:t>, ILO, TEPAV </a:t>
            </a:r>
            <a:r>
              <a:rPr lang="tr-TR" sz="1100" dirty="0" err="1">
                <a:ea typeface="Calibri" panose="020F0502020204030204" pitchFamily="34" charset="0"/>
                <a:cs typeface="Arial" panose="020B0604020202020204" pitchFamily="34" charset="0"/>
              </a:rPr>
              <a:t>calculations</a:t>
            </a:r>
            <a:endParaRPr lang="tr-TR" sz="11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206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80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5.69532790000000055386E+00&quot;&gt;&lt;m_msothmcolidx val=&quot;0&quot;/&gt;&lt;m_rgb r=&quot;A8&quot; g=&quot;00&quot; b=&quot;00&quot;/&gt;&lt;/elem&gt;&lt;elem m_fUsage=&quot;4.30467210000000155556E-01&quot;&gt;&lt;m_msothmcolidx val=&quot;0&quot;/&gt;&lt;m_rgb r=&quot;FF&quot; g=&quot;AA&quot; b=&quot;00&quot;/&gt;&lt;/elem&gt;&lt;elem m_fUsage=&quot;3.87420489000000145552E-01&quot;&gt;&lt;m_msothmcolidx val=&quot;0&quot;/&gt;&lt;m_rgb r=&quot;D7&quot; g=&quot;30&quot; b=&quot;27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Nb8fbTSsOEICRV1E_0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fWyv45omw6a_wMXvO.l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hObbbi8bHXfcleIsLV0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nPy9zTguVPa7MumnBkY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ZuGJx8hb7Soj_zGcB3o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8VVr1KFPS3_BMfQ_ihC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bn2Dv8XWXh_p30P_qfE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.wcNwpx.V7McqfMkTn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Sq2v6cOlupIJRWRdWVNr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DB7GU4yiRnuXqASCQzw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f.IfT4bmDm3PYgdSUpgA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1GXH0vyur.n38YWc_R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8ZsioQ20uD4wv0HLLMH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xzw9uPXYrsCHCpn_nnW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h1A2MLPpWWKMnmWcSZh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ETDbrz3esBZ20LryIo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EpafokBnB48jfkG3Y6tM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W2_bOdEORXYq0zp3WBj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4R1R7QdNWNrG7ciRoA1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ZXFznbUU7p483IYzbgA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fL5QLgCR6.JkbA0w5cq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pPtyEE.0hqaOxK4FZAS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Xw7PGy7xcZJ4BZCOrgT7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vwby.Wd3zg.q7FAXXA0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R.igAZSt.BxwpR9BKk7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8sFFjBG2aB.rPQJhT4J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jvIFzj62vlm1oy1HnIO3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aH7Dsr.5uopD6k70NG4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3mBh65LkpmbcoK.6x6H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ayBJjkoo4_oSh55Dv4Lx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6IZlxQZac7Ko8SVRgWO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nw3mxJWAZAXfQVsuIZz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KOuJHo1rmCBtk2PFyUb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C9Jb8uOyK2lnJ7_Yv_E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u8TOAb38mfj8R27itsW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PxdEJMFEZg6IRTC6nzL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0lmmpQYKHc_TBpiLIGN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AaGUYHV4Tm0qKwgzOOj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_VWSZrSiAuy3hDljPPe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zKz09bfnmYEKadnrNny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LyuMEQSCJb5dUTFFDJ2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yVTDffkkgcMHjoD9dqm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_xhQVDAEhcSJFZ8zhJ9T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lcca_xeUMZfRDa45MiPQ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Ncs02mhXHmfg8zVCNSQ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.jJgVzdJv4YyiJS5RwEt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lhjqDAjwQqSu07lG6Ar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f28nOo._nP.pdbJm4ju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72xpk6uGYiFrGY8CfxxE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8cntzKsw9cXYtmY4B3Qk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Z7e1.mpSatNUy0oQBFe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X0T86MFXH79zmYbKg3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ahdX0kzn9UOHJhFNkIN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K3pgELQEBdB2_vGEd4a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iBPzxE3cmCFk5QFXGue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90yDcIlueXKpmpeXZ5g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oUq1HHyXmStN5dAKBPN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h72vxW3MswyWJ5TqmPx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NbNcNnKMG01qVO1hpMO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2BKTruz_wCViIvPsYkt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B.ih_0VYjTcQTlRZQnY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70_yzrFfCkxbp3QI3HK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pkKANk4c6fa2pTPoCBL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Fhme1KHaWrwwFeoQgt6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SCSAeEchKibNxBINGvY5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yAx5DoR2PjC5AN3QGZUi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2xEannNZl0FefAh6nHMK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8YnFVjpfi0FhN0KUh35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IerO3fxDxekvtc6rl_W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MRlzBFU222gbRA2m_7u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UlFUsf8NXLVInjkoGU7D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4gHkexxYlCpKoUKVeWg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DrR3S_Rlcu2aW0jKIOv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ngG990u1dwheFOQqDOB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xh9vJqaenGO3aF26yLX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n1jD8IxW0q0U2WRF_MP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oVR9DENxV8Jnnhbx3kfk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9rBwPtQQFTblywV5j.k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k8y.0iHQuT1NM8xzT0p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l7JKQH675aI93KVb28W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VYSO7VobhwXj2UXQaQ1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q0Q4mTZ2tRjTfzBWf17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HD.WVubdaSXq7stvVczO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xHLJBH04LR4htE1MV2H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de59hlhTUe93VgCmJ0x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cuGdmHy605t1yY3KnEV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QfjdJ7xKvFvakPLUCNZ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hNNlOkg422fFo9huvr4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jdhgudTPsLnQKaJLm5M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tdyV84VmjoVbuvavsYw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xxyPkREWwpK7FsdlGmt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bo4yIi6dPjUYLVD1qYY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DifXGh91ZGDGZZpgUBqY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4es.hSD0uKmMrjwfJJt2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BWX4Mp.Ley7MTRhm.vM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zgW.CNHsdTzEBlQ6lN1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b6tK9tzNcwHDMMLG4gQ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v5jseEPCsx0nMs.uLz3W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kRLlVxMdsjc.ZWCMNMY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uri0wxcoXN6w.c5VOT8w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hZgymsPd8.228wOZbpg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QACo0DS1jlniWXwGGvQ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hyAOTQaP5_IH6nIUGRF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l7JKQH675aI93KVb28W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R8RwRY2jHBjiFn2Bsh9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xHLJBH04LR4htE1MV2H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de59hlhTUe93VgCmJ0x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cuGdmHy605t1yY3KnEV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QfjdJ7xKvFvakPLUCNZ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hNNlOkg422fFo9huvr4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jdhgudTPsLnQKaJLm5M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tdyV84VmjoVbuvavsYwA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xxyPkREWwpK7FsdlGmt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bo4yIi6dPjUYLVD1qYY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mRamaCx8GBMblRmf9W.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6aMHclYh2z5vT3b1eEn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H.XN2.O2wpny5ipQpkyO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PiWZgcDw_CoJiNWZVj5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1kloWVkEkFsfhezOll9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yV8Py0qrNLzFbAF5bA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fWrAOfu8WESofiInjGG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ytJWqou1I0OyGXR7NAwp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Gzv4iIx9SelLbf2oLkzQ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LyuMEQSCJb5dUTFFDJ2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6qSIEhQPMS12U1ttFJ3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UcSTqak6KtqxZ3ahfNk9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aZ8Oo376GjY7BQF_w2P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aFLA.tBI34L266I5ubT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UdNlc.Qk_fvDAnvK6aC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yVTDffkkgcMHjoD9dqm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.jJgVzdJv4YyiJS5RwEt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lhjqDAjwQqSu07lG6Ar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f28nOo._nP.pdbJm4ju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72xpk6uGYiFrGY8CfxxE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Z7e1.mpSatNUy0oQBFe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X0T86MFXH79zmYbKg3M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zmNzLqLiEhOlJm5AMrag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6F475ooj0uZWa9gfE_9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kkPJa90ev6Uy75ufp2fK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70_yzrFfCkxbp3QI3HK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pkKANk4c6fa2pTPoCBL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WJB4SFg3FHzAA2Oo7Z8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GxwATox0C5QM88C8iRL0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U1V4W0mgWw5dhshCaZ0Z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oUq1HHyXmStN5dAKBPN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lh72vxW3MswyWJ5TqmPx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NbNcNnKMG01qVO1hpMO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2BKTruz_wCViIvPsYkt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8qdDYiH1eeC7KZmNIy24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NaaIRAcXAZwpsAF3.dH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DqZEoXz94Cfs__tU84h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64fX9R.mV3orDAOvm6FO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Fg_60v_zvpciTilqTG6g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87Px4xLceqft8bUIQ_6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EdddpvPv_C.DPXBUpnb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avgDjmfgN9qXMXADmgnq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7oqMAINnYNHduaTD.TZ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KHho91Mv.AIRDMWjT9W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52c1h9Ln34435pxfEiLb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8nzTl7b0TZ9eNALxiTT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BFuRTxxps1u85YC100P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2Bt97szsIU896NFuKEwJQ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F0V4S3TNVesk7G.H1gm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ulqxlocqW34uceUFTQRw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ZXCHf1qbBcBTVXHjedg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6sbaUgJVFLUBslAa0V6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iBuqgLG7xLB.091gSQUH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q1mQp.ghXZDJnAroYwg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9Yg65o9tceSq0bQ9LiQ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woUDgwzTtEBCpsyHF2c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ZLNOVaKCxd8XMsJxvxi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yOoCnSbU_vlEWk8xhj6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zbdfmTjSgOVQ8j5ZYXn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47vWQl3SdwRamWtXsL2W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bbjF2DJwXbVhRPu_9z_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y1Wm7yfSrlMzSs2CjFLo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lZxD2wBx5ZPDYQGRmTDJQ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.boFvSh39CkqtbKqm2M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LwSKaP2qO7jMylb0JLiy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C26zLkXC8McohY.lRvN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cpexgIpvfHBVQenySAvD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285gwRJIWLH2xjsC8uG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07t0JOvcdG5PvSleqSnw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7YWjGYkQ0xyKxMPgYMzKQ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ERzUhfwjOB9cLePVuYfe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RlHrssPVmjy0dQTTFP2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6ByFhKci5qQDgL0Sv_g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BJNQ6oDqHAYyOAZnFGP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1zN9DTDavVWBwl96Yzq8Q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teEvkzogm516dsYITU4Q"/>
</p:tagLst>
</file>

<file path=ppt/theme/theme1.xml><?xml version="1.0" encoding="utf-8"?>
<a:theme xmlns:a="http://schemas.openxmlformats.org/drawingml/2006/main" name="Tema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1" id="{C423D006-8706-49DA-85E2-0A88BBF08510}" vid="{F05A5665-449A-4008-8493-20358EC9E0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84B367C-31FD-E44B-8E6F-1FB7FDC30EBC}">
  <we:reference id="a3b40b4f-8edf-490e-9df1-7e66f93912bf" version="1.2.0.0" store="EXCatalog" storeType="EXCatalog"/>
  <we:alternateReferences>
    <we:reference id="WA104380526" version="1.2.0.0" store="tr-T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917</Words>
  <Application>Microsoft Office PowerPoint</Application>
  <PresentationFormat>Geniş ekran</PresentationFormat>
  <Paragraphs>279</Paragraphs>
  <Slides>15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Tahoma</vt:lpstr>
      <vt:lpstr>Wingdings</vt:lpstr>
      <vt:lpstr>Tema1</vt:lpstr>
      <vt:lpstr>think-cell Slide</vt:lpstr>
      <vt:lpstr>PowerPoint Sunusu</vt:lpstr>
      <vt:lpstr>Framework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Size of the Turkiye’s earthquake zone and Syria </vt:lpstr>
      <vt:lpstr>Where there are Syrians, there are Syrian firms Syrian owned / partnered companies in Turkiye has a huge potential in the upcoming industrial recovery phase of Syria</vt:lpstr>
      <vt:lpstr>How do we estimate? Four step methodology for estimating Syria’s employment potential</vt:lpstr>
      <vt:lpstr>Syria can generate 20 million new jobs in the next 15 years How should an effective strategic scenario be structured?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Şükrü Demirci</dc:creator>
  <cp:lastModifiedBy>A. İsmet AŞCI</cp:lastModifiedBy>
  <cp:revision>35</cp:revision>
  <dcterms:created xsi:type="dcterms:W3CDTF">2025-05-22T12:53:20Z</dcterms:created>
  <dcterms:modified xsi:type="dcterms:W3CDTF">2025-09-24T22:16:14Z</dcterms:modified>
</cp:coreProperties>
</file>