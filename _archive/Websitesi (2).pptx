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8.xml" ContentType="application/vnd.openxmlformats-officedocument.presentationml.tags+xml"/>
  <Override PartName="/ppt/notesSlides/notesSlide1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charts/chart5.xml" ContentType="application/vnd.openxmlformats-officedocument.drawingml.chart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charts/chart6.xml" ContentType="application/vnd.openxmlformats-officedocument.drawingml.chart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1602" r:id="rId2"/>
    <p:sldId id="2134806493" r:id="rId3"/>
    <p:sldId id="2134806488" r:id="rId4"/>
    <p:sldId id="2134806489" r:id="rId5"/>
    <p:sldId id="2134806492" r:id="rId6"/>
    <p:sldId id="2134806491" r:id="rId7"/>
    <p:sldId id="2134806497" r:id="rId8"/>
    <p:sldId id="2134806495" r:id="rId9"/>
    <p:sldId id="2134806494" r:id="rId10"/>
    <p:sldId id="2134806503" r:id="rId11"/>
    <p:sldId id="2134806502" r:id="rId12"/>
    <p:sldId id="2134806501" r:id="rId13"/>
    <p:sldId id="2134806500" r:id="rId14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83DB620-2E06-4D88-9F4E-A88B10C156D2}">
          <p14:sldIdLst>
            <p14:sldId id="1602"/>
            <p14:sldId id="2134806493"/>
            <p14:sldId id="2134806488"/>
            <p14:sldId id="2134806489"/>
            <p14:sldId id="2134806492"/>
            <p14:sldId id="2134806491"/>
            <p14:sldId id="2134806497"/>
            <p14:sldId id="2134806495"/>
            <p14:sldId id="2134806494"/>
            <p14:sldId id="2134806503"/>
            <p14:sldId id="2134806502"/>
            <p14:sldId id="2134806501"/>
            <p14:sldId id="2134806500"/>
          </p14:sldIdLst>
        </p14:section>
        <p14:section name="Annex" id="{8AA13A2E-077F-4610-BB1C-6833A39D5BB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551"/>
    <a:srgbClr val="1F318D"/>
    <a:srgbClr val="344D6C"/>
    <a:srgbClr val="002060"/>
    <a:srgbClr val="01033F"/>
    <a:srgbClr val="03064A"/>
    <a:srgbClr val="163E64"/>
    <a:srgbClr val="C00000"/>
    <a:srgbClr val="FFD830"/>
    <a:srgbClr val="A6C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2DD42B-5E1B-4B2B-8888-69C007370E98}" v="9975" dt="2026-02-02T09:07:58.2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4" autoAdjust="0"/>
    <p:restoredTop sz="95394" autoAdjust="0"/>
  </p:normalViewPr>
  <p:slideViewPr>
    <p:cSldViewPr snapToGrid="0">
      <p:cViewPr>
        <p:scale>
          <a:sx n="90" d="100"/>
          <a:sy n="90" d="100"/>
        </p:scale>
        <p:origin x="-48" y="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. İsmet AŞCI" userId="a3862314cc6fab8c" providerId="LiveId" clId="{91560560-5DF8-46DB-974C-C4C0FEE9B978}"/>
    <pc:docChg chg="undo custSel addSld delSld modSld sldOrd modSection">
      <pc:chgData name="A. İsmet AŞCI" userId="a3862314cc6fab8c" providerId="LiveId" clId="{91560560-5DF8-46DB-974C-C4C0FEE9B978}" dt="2026-02-02T09:08:25.793" v="47921" actId="14734"/>
      <pc:docMkLst>
        <pc:docMk/>
      </pc:docMkLst>
      <pc:sldChg chg="addSp delSp modSp mod">
        <pc:chgData name="A. İsmet AŞCI" userId="a3862314cc6fab8c" providerId="LiveId" clId="{91560560-5DF8-46DB-974C-C4C0FEE9B978}" dt="2026-01-30T13:07:51.506" v="33593"/>
        <pc:sldMkLst>
          <pc:docMk/>
          <pc:sldMk cId="880300554" sldId="2134806488"/>
        </pc:sldMkLst>
        <pc:spChg chg="mod ord">
          <ac:chgData name="A. İsmet AŞCI" userId="a3862314cc6fab8c" providerId="LiveId" clId="{91560560-5DF8-46DB-974C-C4C0FEE9B978}" dt="2026-01-30T13:04:51.968" v="28690" actId="20577"/>
          <ac:spMkLst>
            <pc:docMk/>
            <pc:sldMk cId="880300554" sldId="2134806488"/>
            <ac:spMk id="2" creationId="{B7A1137C-498A-25D4-B952-F72688A0C6ED}"/>
          </ac:spMkLst>
        </pc:spChg>
        <pc:spChg chg="add mod">
          <ac:chgData name="A. İsmet AŞCI" userId="a3862314cc6fab8c" providerId="LiveId" clId="{91560560-5DF8-46DB-974C-C4C0FEE9B978}" dt="2026-01-30T13:04:44.813" v="28658"/>
          <ac:spMkLst>
            <pc:docMk/>
            <pc:sldMk cId="880300554" sldId="2134806488"/>
            <ac:spMk id="4" creationId="{6BF2E599-C753-9FC6-67B7-C60CCC082856}"/>
          </ac:spMkLst>
        </pc:spChg>
        <pc:spChg chg="add mod">
          <ac:chgData name="A. İsmet AŞCI" userId="a3862314cc6fab8c" providerId="LiveId" clId="{91560560-5DF8-46DB-974C-C4C0FEE9B978}" dt="2026-01-30T13:04:44.813" v="28659"/>
          <ac:spMkLst>
            <pc:docMk/>
            <pc:sldMk cId="880300554" sldId="2134806488"/>
            <ac:spMk id="6" creationId="{5514A25C-E8DF-2953-2BA3-D33E04E7ACF5}"/>
          </ac:spMkLst>
        </pc:spChg>
        <pc:spChg chg="add mod">
          <ac:chgData name="A. İsmet AŞCI" userId="a3862314cc6fab8c" providerId="LiveId" clId="{91560560-5DF8-46DB-974C-C4C0FEE9B978}" dt="2026-01-30T13:04:44.813" v="28660"/>
          <ac:spMkLst>
            <pc:docMk/>
            <pc:sldMk cId="880300554" sldId="2134806488"/>
            <ac:spMk id="7" creationId="{572F3ADF-A55A-2976-62D5-79D8DA33812F}"/>
          </ac:spMkLst>
        </pc:spChg>
        <pc:spChg chg="add mod">
          <ac:chgData name="A. İsmet AŞCI" userId="a3862314cc6fab8c" providerId="LiveId" clId="{91560560-5DF8-46DB-974C-C4C0FEE9B978}" dt="2026-01-30T13:04:44.813" v="28661"/>
          <ac:spMkLst>
            <pc:docMk/>
            <pc:sldMk cId="880300554" sldId="2134806488"/>
            <ac:spMk id="15" creationId="{6739B9CB-1E65-9FDF-344B-56AF5B342D40}"/>
          </ac:spMkLst>
        </pc:spChg>
        <pc:spChg chg="add mod">
          <ac:chgData name="A. İsmet AŞCI" userId="a3862314cc6fab8c" providerId="LiveId" clId="{91560560-5DF8-46DB-974C-C4C0FEE9B978}" dt="2026-01-30T13:04:44.813" v="28662"/>
          <ac:spMkLst>
            <pc:docMk/>
            <pc:sldMk cId="880300554" sldId="2134806488"/>
            <ac:spMk id="16" creationId="{A68BD814-DFAD-5A95-BAF8-E07BA2F43330}"/>
          </ac:spMkLst>
        </pc:spChg>
        <pc:spChg chg="add mod">
          <ac:chgData name="A. İsmet AŞCI" userId="a3862314cc6fab8c" providerId="LiveId" clId="{91560560-5DF8-46DB-974C-C4C0FEE9B978}" dt="2026-01-30T13:04:44.813" v="28663"/>
          <ac:spMkLst>
            <pc:docMk/>
            <pc:sldMk cId="880300554" sldId="2134806488"/>
            <ac:spMk id="17" creationId="{F510BEF4-346C-3F54-E8A7-E815CAF31D7A}"/>
          </ac:spMkLst>
        </pc:spChg>
        <pc:spChg chg="add mod">
          <ac:chgData name="A. İsmet AŞCI" userId="a3862314cc6fab8c" providerId="LiveId" clId="{91560560-5DF8-46DB-974C-C4C0FEE9B978}" dt="2026-01-30T13:04:44.813" v="28664"/>
          <ac:spMkLst>
            <pc:docMk/>
            <pc:sldMk cId="880300554" sldId="2134806488"/>
            <ac:spMk id="18" creationId="{7509F0BA-5C4F-6178-388B-2BDFA6957569}"/>
          </ac:spMkLst>
        </pc:spChg>
        <pc:spChg chg="add mod">
          <ac:chgData name="A. İsmet AŞCI" userId="a3862314cc6fab8c" providerId="LiveId" clId="{91560560-5DF8-46DB-974C-C4C0FEE9B978}" dt="2026-01-30T13:04:44.813" v="28665"/>
          <ac:spMkLst>
            <pc:docMk/>
            <pc:sldMk cId="880300554" sldId="2134806488"/>
            <ac:spMk id="19" creationId="{94DA16ED-4CF2-6C4C-8F55-D92C25F47BAD}"/>
          </ac:spMkLst>
        </pc:spChg>
        <pc:spChg chg="add mod">
          <ac:chgData name="A. İsmet AŞCI" userId="a3862314cc6fab8c" providerId="LiveId" clId="{91560560-5DF8-46DB-974C-C4C0FEE9B978}" dt="2026-01-30T13:04:44.813" v="28666"/>
          <ac:spMkLst>
            <pc:docMk/>
            <pc:sldMk cId="880300554" sldId="2134806488"/>
            <ac:spMk id="21" creationId="{A80B0DD1-32CD-86E9-6190-3F1C5E8FA42B}"/>
          </ac:spMkLst>
        </pc:spChg>
        <pc:spChg chg="add mod">
          <ac:chgData name="A. İsmet AŞCI" userId="a3862314cc6fab8c" providerId="LiveId" clId="{91560560-5DF8-46DB-974C-C4C0FEE9B978}" dt="2026-01-30T13:04:44.813" v="28667"/>
          <ac:spMkLst>
            <pc:docMk/>
            <pc:sldMk cId="880300554" sldId="2134806488"/>
            <ac:spMk id="22" creationId="{E136F3A6-9A0F-1ECE-E89E-4C8491E7671C}"/>
          </ac:spMkLst>
        </pc:spChg>
        <pc:spChg chg="add mod">
          <ac:chgData name="A. İsmet AŞCI" userId="a3862314cc6fab8c" providerId="LiveId" clId="{91560560-5DF8-46DB-974C-C4C0FEE9B978}" dt="2026-01-30T13:04:44.813" v="28668"/>
          <ac:spMkLst>
            <pc:docMk/>
            <pc:sldMk cId="880300554" sldId="2134806488"/>
            <ac:spMk id="23" creationId="{5497C5FC-1F95-29C5-9A78-EFFB7F540684}"/>
          </ac:spMkLst>
        </pc:spChg>
        <pc:spChg chg="add mod">
          <ac:chgData name="A. İsmet AŞCI" userId="a3862314cc6fab8c" providerId="LiveId" clId="{91560560-5DF8-46DB-974C-C4C0FEE9B978}" dt="2026-01-30T13:04:44.813" v="28669"/>
          <ac:spMkLst>
            <pc:docMk/>
            <pc:sldMk cId="880300554" sldId="2134806488"/>
            <ac:spMk id="26" creationId="{927DC91B-3E4A-1587-1C85-AF5D1E8762E9}"/>
          </ac:spMkLst>
        </pc:spChg>
        <pc:spChg chg="add mod">
          <ac:chgData name="A. İsmet AŞCI" userId="a3862314cc6fab8c" providerId="LiveId" clId="{91560560-5DF8-46DB-974C-C4C0FEE9B978}" dt="2026-01-30T13:07:50.999" v="33591" actId="478"/>
          <ac:spMkLst>
            <pc:docMk/>
            <pc:sldMk cId="880300554" sldId="2134806488"/>
            <ac:spMk id="522" creationId="{3EE52564-A9D6-F70F-23AF-0CC921763CB3}"/>
          </ac:spMkLst>
        </pc:spChg>
        <pc:graphicFrameChg chg="mod">
          <ac:chgData name="A. İsmet AŞCI" userId="a3862314cc6fab8c" providerId="LiveId" clId="{91560560-5DF8-46DB-974C-C4C0FEE9B978}" dt="2026-01-30T13:07:51.506" v="33593"/>
          <ac:graphicFrameMkLst>
            <pc:docMk/>
            <pc:sldMk cId="880300554" sldId="2134806488"/>
            <ac:graphicFrameMk id="138" creationId="{00000000-0000-0000-0000-000000000000}"/>
          </ac:graphicFrameMkLst>
        </pc:graphicFrameChg>
        <pc:graphicFrameChg chg="add mod ord">
          <ac:chgData name="A. İsmet AŞCI" userId="a3862314cc6fab8c" providerId="LiveId" clId="{91560560-5DF8-46DB-974C-C4C0FEE9B978}" dt="2026-01-30T13:04:44.809" v="28657"/>
          <ac:graphicFrameMkLst>
            <pc:docMk/>
            <pc:sldMk cId="880300554" sldId="2134806488"/>
            <ac:graphicFrameMk id="520" creationId="{C56128EF-F15E-8F5C-B892-A32290ACBF9F}"/>
          </ac:graphicFrameMkLst>
        </pc:graphicFrameChg>
      </pc:sldChg>
      <pc:sldChg chg="addSp delSp modSp add mod">
        <pc:chgData name="A. İsmet AŞCI" userId="a3862314cc6fab8c" providerId="LiveId" clId="{91560560-5DF8-46DB-974C-C4C0FEE9B978}" dt="2026-01-30T13:07:56.555" v="33596"/>
        <pc:sldMkLst>
          <pc:docMk/>
          <pc:sldMk cId="3602717723" sldId="2134806489"/>
        </pc:sldMkLst>
        <pc:spChg chg="mod ord">
          <ac:chgData name="A. İsmet AŞCI" userId="a3862314cc6fab8c" providerId="LiveId" clId="{91560560-5DF8-46DB-974C-C4C0FEE9B978}" dt="2026-01-30T13:05:08.764" v="28899"/>
          <ac:spMkLst>
            <pc:docMk/>
            <pc:sldMk cId="3602717723" sldId="2134806489"/>
            <ac:spMk id="2" creationId="{6EF72806-E131-5E29-7DA4-74C062128A98}"/>
          </ac:spMkLst>
        </pc:spChg>
        <pc:spChg chg="mod">
          <ac:chgData name="A. İsmet AŞCI" userId="a3862314cc6fab8c" providerId="LiveId" clId="{91560560-5DF8-46DB-974C-C4C0FEE9B978}" dt="2026-01-30T13:05:08.766" v="28902"/>
          <ac:spMkLst>
            <pc:docMk/>
            <pc:sldMk cId="3602717723" sldId="2134806489"/>
            <ac:spMk id="4" creationId="{424550D3-922B-52E6-47BD-10CFC26F9337}"/>
          </ac:spMkLst>
        </pc:spChg>
        <pc:spChg chg="mod">
          <ac:chgData name="A. İsmet AŞCI" userId="a3862314cc6fab8c" providerId="LiveId" clId="{91560560-5DF8-46DB-974C-C4C0FEE9B978}" dt="2026-01-30T13:05:08.766" v="28903"/>
          <ac:spMkLst>
            <pc:docMk/>
            <pc:sldMk cId="3602717723" sldId="2134806489"/>
            <ac:spMk id="6" creationId="{63F1618C-F60B-C055-6111-83B4388C2293}"/>
          </ac:spMkLst>
        </pc:spChg>
        <pc:spChg chg="mod">
          <ac:chgData name="A. İsmet AŞCI" userId="a3862314cc6fab8c" providerId="LiveId" clId="{91560560-5DF8-46DB-974C-C4C0FEE9B978}" dt="2026-01-30T13:05:08.766" v="28904"/>
          <ac:spMkLst>
            <pc:docMk/>
            <pc:sldMk cId="3602717723" sldId="2134806489"/>
            <ac:spMk id="7" creationId="{0D22E52B-FC2F-5F8B-27F8-C627276C8CB5}"/>
          </ac:spMkLst>
        </pc:spChg>
        <pc:spChg chg="add mod">
          <ac:chgData name="A. İsmet AŞCI" userId="a3862314cc6fab8c" providerId="LiveId" clId="{91560560-5DF8-46DB-974C-C4C0FEE9B978}" dt="2026-01-30T13:07:56.055" v="33594" actId="478"/>
          <ac:spMkLst>
            <pc:docMk/>
            <pc:sldMk cId="3602717723" sldId="2134806489"/>
            <ac:spMk id="9" creationId="{AD452D42-1FD0-DB03-A300-4DF155CFCD9E}"/>
          </ac:spMkLst>
        </pc:spChg>
        <pc:spChg chg="mod">
          <ac:chgData name="A. İsmet AŞCI" userId="a3862314cc6fab8c" providerId="LiveId" clId="{91560560-5DF8-46DB-974C-C4C0FEE9B978}" dt="2026-01-30T13:05:08.766" v="28905"/>
          <ac:spMkLst>
            <pc:docMk/>
            <pc:sldMk cId="3602717723" sldId="2134806489"/>
            <ac:spMk id="15" creationId="{9694E0B1-D212-D076-B8F7-96E31679025A}"/>
          </ac:spMkLst>
        </pc:spChg>
        <pc:spChg chg="mod">
          <ac:chgData name="A. İsmet AŞCI" userId="a3862314cc6fab8c" providerId="LiveId" clId="{91560560-5DF8-46DB-974C-C4C0FEE9B978}" dt="2026-01-30T13:05:08.769" v="28906"/>
          <ac:spMkLst>
            <pc:docMk/>
            <pc:sldMk cId="3602717723" sldId="2134806489"/>
            <ac:spMk id="16" creationId="{F3A826DC-A867-3880-3227-2B825624A1C9}"/>
          </ac:spMkLst>
        </pc:spChg>
        <pc:spChg chg="mod">
          <ac:chgData name="A. İsmet AŞCI" userId="a3862314cc6fab8c" providerId="LiveId" clId="{91560560-5DF8-46DB-974C-C4C0FEE9B978}" dt="2026-01-30T13:05:08.769" v="28907"/>
          <ac:spMkLst>
            <pc:docMk/>
            <pc:sldMk cId="3602717723" sldId="2134806489"/>
            <ac:spMk id="17" creationId="{103F5FF8-27F8-3355-3104-7DEFD29DE642}"/>
          </ac:spMkLst>
        </pc:spChg>
        <pc:spChg chg="mod">
          <ac:chgData name="A. İsmet AŞCI" userId="a3862314cc6fab8c" providerId="LiveId" clId="{91560560-5DF8-46DB-974C-C4C0FEE9B978}" dt="2026-01-30T13:05:08.769" v="28908"/>
          <ac:spMkLst>
            <pc:docMk/>
            <pc:sldMk cId="3602717723" sldId="2134806489"/>
            <ac:spMk id="18" creationId="{988F4C00-D339-AEB6-1984-DC203724F965}"/>
          </ac:spMkLst>
        </pc:spChg>
        <pc:spChg chg="mod">
          <ac:chgData name="A. İsmet AŞCI" userId="a3862314cc6fab8c" providerId="LiveId" clId="{91560560-5DF8-46DB-974C-C4C0FEE9B978}" dt="2026-01-30T13:05:08.769" v="28909"/>
          <ac:spMkLst>
            <pc:docMk/>
            <pc:sldMk cId="3602717723" sldId="2134806489"/>
            <ac:spMk id="19" creationId="{48D58492-0C1D-E250-CE0F-0887F7B0FA1E}"/>
          </ac:spMkLst>
        </pc:spChg>
        <pc:spChg chg="mod">
          <ac:chgData name="A. İsmet AŞCI" userId="a3862314cc6fab8c" providerId="LiveId" clId="{91560560-5DF8-46DB-974C-C4C0FEE9B978}" dt="2026-01-30T13:05:08.769" v="28910"/>
          <ac:spMkLst>
            <pc:docMk/>
            <pc:sldMk cId="3602717723" sldId="2134806489"/>
            <ac:spMk id="21" creationId="{D54704EC-1938-07EC-5B99-16A26623C7F6}"/>
          </ac:spMkLst>
        </pc:spChg>
        <pc:spChg chg="mod">
          <ac:chgData name="A. İsmet AŞCI" userId="a3862314cc6fab8c" providerId="LiveId" clId="{91560560-5DF8-46DB-974C-C4C0FEE9B978}" dt="2026-01-30T13:05:08.769" v="28911"/>
          <ac:spMkLst>
            <pc:docMk/>
            <pc:sldMk cId="3602717723" sldId="2134806489"/>
            <ac:spMk id="22" creationId="{6D1DE715-3BEB-BA09-6CD6-9F8A3FE12C67}"/>
          </ac:spMkLst>
        </pc:spChg>
        <pc:spChg chg="mod">
          <ac:chgData name="A. İsmet AŞCI" userId="a3862314cc6fab8c" providerId="LiveId" clId="{91560560-5DF8-46DB-974C-C4C0FEE9B978}" dt="2026-01-30T13:05:08.769" v="28912"/>
          <ac:spMkLst>
            <pc:docMk/>
            <pc:sldMk cId="3602717723" sldId="2134806489"/>
            <ac:spMk id="23" creationId="{0188A8B5-7098-8FAF-FEF7-1445823A8035}"/>
          </ac:spMkLst>
        </pc:spChg>
        <pc:spChg chg="mod">
          <ac:chgData name="A. İsmet AŞCI" userId="a3862314cc6fab8c" providerId="LiveId" clId="{91560560-5DF8-46DB-974C-C4C0FEE9B978}" dt="2026-01-30T13:05:08.769" v="28913"/>
          <ac:spMkLst>
            <pc:docMk/>
            <pc:sldMk cId="3602717723" sldId="2134806489"/>
            <ac:spMk id="26" creationId="{BEE34868-C81E-8879-CACC-CB3980C16CDA}"/>
          </ac:spMkLst>
        </pc:spChg>
        <pc:graphicFrameChg chg="add mod ord">
          <ac:chgData name="A. İsmet AŞCI" userId="a3862314cc6fab8c" providerId="LiveId" clId="{91560560-5DF8-46DB-974C-C4C0FEE9B978}" dt="2026-01-30T13:05:08.764" v="28901"/>
          <ac:graphicFrameMkLst>
            <pc:docMk/>
            <pc:sldMk cId="3602717723" sldId="2134806489"/>
            <ac:graphicFrameMk id="5" creationId="{55246119-EA65-F983-9CA3-6D17561DE0D7}"/>
          </ac:graphicFrameMkLst>
        </pc:graphicFrameChg>
        <pc:graphicFrameChg chg="mod">
          <ac:chgData name="A. İsmet AŞCI" userId="a3862314cc6fab8c" providerId="LiveId" clId="{91560560-5DF8-46DB-974C-C4C0FEE9B978}" dt="2026-01-30T13:07:56.555" v="33596"/>
          <ac:graphicFrameMkLst>
            <pc:docMk/>
            <pc:sldMk cId="3602717723" sldId="2134806489"/>
            <ac:graphicFrameMk id="138" creationId="{0651CB21-B886-2075-F88A-D60006C3652F}"/>
          </ac:graphicFrameMkLst>
        </pc:graphicFrameChg>
      </pc:sldChg>
      <pc:sldChg chg="addSp delSp modSp new del mod ord">
        <pc:chgData name="A. İsmet AŞCI" userId="a3862314cc6fab8c" providerId="LiveId" clId="{91560560-5DF8-46DB-974C-C4C0FEE9B978}" dt="2026-02-01T09:16:16.949" v="36764" actId="47"/>
        <pc:sldMkLst>
          <pc:docMk/>
          <pc:sldMk cId="1119511356" sldId="2134806490"/>
        </pc:sldMkLst>
        <pc:spChg chg="mod ord">
          <ac:chgData name="A. İsmet AŞCI" userId="a3862314cc6fab8c" providerId="LiveId" clId="{91560560-5DF8-46DB-974C-C4C0FEE9B978}" dt="2026-02-01T07:33:37.914" v="36744"/>
          <ac:spMkLst>
            <pc:docMk/>
            <pc:sldMk cId="1119511356" sldId="2134806490"/>
            <ac:spMk id="2" creationId="{DF313333-6716-4128-2230-99E29C2100F3}"/>
          </ac:spMkLst>
        </pc:spChg>
        <pc:spChg chg="del">
          <ac:chgData name="A. İsmet AŞCI" userId="a3862314cc6fab8c" providerId="LiveId" clId="{91560560-5DF8-46DB-974C-C4C0FEE9B978}" dt="2026-02-01T07:32:13.980" v="35569" actId="478"/>
          <ac:spMkLst>
            <pc:docMk/>
            <pc:sldMk cId="1119511356" sldId="2134806490"/>
            <ac:spMk id="3" creationId="{A7A65FC9-76B6-C15C-6B37-5F18E4A4C5AB}"/>
          </ac:spMkLst>
        </pc:spChg>
        <pc:spChg chg="add del mod">
          <ac:chgData name="A. İsmet AŞCI" userId="a3862314cc6fab8c" providerId="LiveId" clId="{91560560-5DF8-46DB-974C-C4C0FEE9B978}" dt="2026-02-01T08:54:21.941" v="36757"/>
          <ac:spMkLst>
            <pc:docMk/>
            <pc:sldMk cId="1119511356" sldId="2134806490"/>
            <ac:spMk id="4" creationId="{590770AB-2BD9-A7EB-9DF7-95E319AB3D11}"/>
          </ac:spMkLst>
        </pc:spChg>
        <pc:spChg chg="add del mod modVis">
          <ac:chgData name="A. İsmet AŞCI" userId="a3862314cc6fab8c" providerId="LiveId" clId="{91560560-5DF8-46DB-974C-C4C0FEE9B978}" dt="2026-02-01T07:32:28.659" v="36167"/>
          <ac:spMkLst>
            <pc:docMk/>
            <pc:sldMk cId="1119511356" sldId="2134806490"/>
            <ac:spMk id="5" creationId="{A9F52AD9-336E-10F7-AC24-E02531172CDC}"/>
          </ac:spMkLst>
        </pc:spChg>
        <pc:spChg chg="add del mod">
          <ac:chgData name="A. İsmet AŞCI" userId="a3862314cc6fab8c" providerId="LiveId" clId="{91560560-5DF8-46DB-974C-C4C0FEE9B978}" dt="2026-02-01T08:54:21.940" v="36756"/>
          <ac:spMkLst>
            <pc:docMk/>
            <pc:sldMk cId="1119511356" sldId="2134806490"/>
            <ac:spMk id="6" creationId="{7989589E-03A9-AD41-9E77-7F594390BE08}"/>
          </ac:spMkLst>
        </pc:spChg>
        <pc:spChg chg="add del mod">
          <ac:chgData name="A. İsmet AŞCI" userId="a3862314cc6fab8c" providerId="LiveId" clId="{91560560-5DF8-46DB-974C-C4C0FEE9B978}" dt="2026-02-01T08:54:21.935" v="36755"/>
          <ac:spMkLst>
            <pc:docMk/>
            <pc:sldMk cId="1119511356" sldId="2134806490"/>
            <ac:spMk id="7" creationId="{2B5FDE80-723A-95A0-B7A4-8676715F4A40}"/>
          </ac:spMkLst>
        </pc:spChg>
        <pc:spChg chg="add del mod">
          <ac:chgData name="A. İsmet AŞCI" userId="a3862314cc6fab8c" providerId="LiveId" clId="{91560560-5DF8-46DB-974C-C4C0FEE9B978}" dt="2026-02-01T07:32:44.482" v="36245"/>
          <ac:spMkLst>
            <pc:docMk/>
            <pc:sldMk cId="1119511356" sldId="2134806490"/>
            <ac:spMk id="8" creationId="{C872B955-DE58-9CF9-EA5A-2FDA3D854CE6}"/>
          </ac:spMkLst>
        </pc:spChg>
        <pc:spChg chg="add del mod">
          <ac:chgData name="A. İsmet AŞCI" userId="a3862314cc6fab8c" providerId="LiveId" clId="{91560560-5DF8-46DB-974C-C4C0FEE9B978}" dt="2026-02-01T07:32:44.483" v="36246"/>
          <ac:spMkLst>
            <pc:docMk/>
            <pc:sldMk cId="1119511356" sldId="2134806490"/>
            <ac:spMk id="9" creationId="{CB384AAB-D719-8D76-1232-4406D4653175}"/>
          </ac:spMkLst>
        </pc:spChg>
        <pc:spChg chg="add del mod">
          <ac:chgData name="A. İsmet AŞCI" userId="a3862314cc6fab8c" providerId="LiveId" clId="{91560560-5DF8-46DB-974C-C4C0FEE9B978}" dt="2026-02-01T08:54:21.942" v="36758"/>
          <ac:spMkLst>
            <pc:docMk/>
            <pc:sldMk cId="1119511356" sldId="2134806490"/>
            <ac:spMk id="10" creationId="{5ADD374F-7F2F-5DE3-C67E-71A32ABEA40D}"/>
          </ac:spMkLst>
        </pc:spChg>
        <pc:spChg chg="add del mod">
          <ac:chgData name="A. İsmet AŞCI" userId="a3862314cc6fab8c" providerId="LiveId" clId="{91560560-5DF8-46DB-974C-C4C0FEE9B978}" dt="2026-02-01T07:32:44.571" v="36308"/>
          <ac:spMkLst>
            <pc:docMk/>
            <pc:sldMk cId="1119511356" sldId="2134806490"/>
            <ac:spMk id="11" creationId="{B8EE85CD-85C7-6D89-7059-044DEF3C7E99}"/>
          </ac:spMkLst>
        </pc:spChg>
        <pc:spChg chg="add del mod">
          <ac:chgData name="A. İsmet AŞCI" userId="a3862314cc6fab8c" providerId="LiveId" clId="{91560560-5DF8-46DB-974C-C4C0FEE9B978}" dt="2026-02-01T07:32:44.572" v="36309"/>
          <ac:spMkLst>
            <pc:docMk/>
            <pc:sldMk cId="1119511356" sldId="2134806490"/>
            <ac:spMk id="12" creationId="{91D49D6B-40EE-8C86-906E-EB13A72ED000}"/>
          </ac:spMkLst>
        </pc:spChg>
        <pc:spChg chg="add del mod">
          <ac:chgData name="A. İsmet AŞCI" userId="a3862314cc6fab8c" providerId="LiveId" clId="{91560560-5DF8-46DB-974C-C4C0FEE9B978}" dt="2026-02-01T07:32:44.572" v="36310"/>
          <ac:spMkLst>
            <pc:docMk/>
            <pc:sldMk cId="1119511356" sldId="2134806490"/>
            <ac:spMk id="13" creationId="{B13B740A-E733-DA4F-C182-E028AF1F3AF6}"/>
          </ac:spMkLst>
        </pc:spChg>
        <pc:spChg chg="add del mod modVis">
          <ac:chgData name="A. İsmet AŞCI" userId="a3862314cc6fab8c" providerId="LiveId" clId="{91560560-5DF8-46DB-974C-C4C0FEE9B978}" dt="2026-02-01T07:32:41.972" v="36240"/>
          <ac:spMkLst>
            <pc:docMk/>
            <pc:sldMk cId="1119511356" sldId="2134806490"/>
            <ac:spMk id="17" creationId="{480CA7FA-7580-64F8-4116-0273487735E1}"/>
          </ac:spMkLst>
        </pc:spChg>
        <pc:spChg chg="add del mod modVis">
          <ac:chgData name="A. İsmet AŞCI" userId="a3862314cc6fab8c" providerId="LiveId" clId="{91560560-5DF8-46DB-974C-C4C0FEE9B978}" dt="2026-02-01T07:32:44.590" v="36329"/>
          <ac:spMkLst>
            <pc:docMk/>
            <pc:sldMk cId="1119511356" sldId="2134806490"/>
            <ac:spMk id="19" creationId="{52358938-1EDB-3F73-487D-94381388248F}"/>
          </ac:spMkLst>
        </pc:spChg>
        <pc:spChg chg="add del mod modVis">
          <ac:chgData name="A. İsmet AŞCI" userId="a3862314cc6fab8c" providerId="LiveId" clId="{91560560-5DF8-46DB-974C-C4C0FEE9B978}" dt="2026-02-01T07:32:53.470" v="36491"/>
          <ac:spMkLst>
            <pc:docMk/>
            <pc:sldMk cId="1119511356" sldId="2134806490"/>
            <ac:spMk id="21" creationId="{C7B5CA4C-04A9-0A19-B9E8-F9E39D07240B}"/>
          </ac:spMkLst>
        </pc:spChg>
        <pc:spChg chg="add del mod">
          <ac:chgData name="A. İsmet AŞCI" userId="a3862314cc6fab8c" providerId="LiveId" clId="{91560560-5DF8-46DB-974C-C4C0FEE9B978}" dt="2026-02-01T07:33:16.439" v="36527"/>
          <ac:spMkLst>
            <pc:docMk/>
            <pc:sldMk cId="1119511356" sldId="2134806490"/>
            <ac:spMk id="22" creationId="{22424E6E-F1FC-1215-A66C-F681CD9ED3E4}"/>
          </ac:spMkLst>
        </pc:spChg>
        <pc:spChg chg="add del mod">
          <ac:chgData name="A. İsmet AŞCI" userId="a3862314cc6fab8c" providerId="LiveId" clId="{91560560-5DF8-46DB-974C-C4C0FEE9B978}" dt="2026-02-01T07:33:35.030" v="36693"/>
          <ac:spMkLst>
            <pc:docMk/>
            <pc:sldMk cId="1119511356" sldId="2134806490"/>
            <ac:spMk id="23" creationId="{050A419A-2238-5073-739C-B3B421F6E76F}"/>
          </ac:spMkLst>
        </pc:spChg>
        <pc:spChg chg="add del mod modVis">
          <ac:chgData name="A. İsmet AŞCI" userId="a3862314cc6fab8c" providerId="LiveId" clId="{91560560-5DF8-46DB-974C-C4C0FEE9B978}" dt="2026-02-01T07:33:16.473" v="36547"/>
          <ac:spMkLst>
            <pc:docMk/>
            <pc:sldMk cId="1119511356" sldId="2134806490"/>
            <ac:spMk id="25" creationId="{8E609EA1-3CB0-308A-94D7-CB07CFB0D86A}"/>
          </ac:spMkLst>
        </pc:spChg>
        <pc:spChg chg="add del mod modVis">
          <ac:chgData name="A. İsmet AŞCI" userId="a3862314cc6fab8c" providerId="LiveId" clId="{91560560-5DF8-46DB-974C-C4C0FEE9B978}" dt="2026-02-01T07:33:19.781" v="36602"/>
          <ac:spMkLst>
            <pc:docMk/>
            <pc:sldMk cId="1119511356" sldId="2134806490"/>
            <ac:spMk id="27" creationId="{8EE33583-A633-D3C6-1E0C-83DC5CE4FE52}"/>
          </ac:spMkLst>
        </pc:spChg>
        <pc:spChg chg="add del mod modVis">
          <ac:chgData name="A. İsmet AŞCI" userId="a3862314cc6fab8c" providerId="LiveId" clId="{91560560-5DF8-46DB-974C-C4C0FEE9B978}" dt="2026-02-01T07:33:24.188" v="36657"/>
          <ac:spMkLst>
            <pc:docMk/>
            <pc:sldMk cId="1119511356" sldId="2134806490"/>
            <ac:spMk id="29" creationId="{CBA7A2FD-6B1E-CCE1-CEF7-9E781CD35F3C}"/>
          </ac:spMkLst>
        </pc:spChg>
        <pc:spChg chg="add del mod modVis">
          <ac:chgData name="A. İsmet AŞCI" userId="a3862314cc6fab8c" providerId="LiveId" clId="{91560560-5DF8-46DB-974C-C4C0FEE9B978}" dt="2026-02-01T07:33:35.059" v="36710"/>
          <ac:spMkLst>
            <pc:docMk/>
            <pc:sldMk cId="1119511356" sldId="2134806490"/>
            <ac:spMk id="31" creationId="{D6CCD70A-0B59-904B-511D-BD8D5A675D94}"/>
          </ac:spMkLst>
        </pc:spChg>
        <pc:spChg chg="add del mod modVis">
          <ac:chgData name="A. İsmet AŞCI" userId="a3862314cc6fab8c" providerId="LiveId" clId="{91560560-5DF8-46DB-974C-C4C0FEE9B978}" dt="2026-02-01T07:33:37.920" v="36752"/>
          <ac:spMkLst>
            <pc:docMk/>
            <pc:sldMk cId="1119511356" sldId="2134806490"/>
            <ac:spMk id="33" creationId="{6F14CFBE-FB31-4DA4-566D-C22A4B61C8AE}"/>
          </ac:spMkLst>
        </pc:spChg>
        <pc:graphicFrameChg chg="add del mod ord">
          <ac:chgData name="A. İsmet AŞCI" userId="a3862314cc6fab8c" providerId="LiveId" clId="{91560560-5DF8-46DB-974C-C4C0FEE9B978}" dt="2026-02-01T07:32:41.939" v="36218"/>
          <ac:graphicFrameMkLst>
            <pc:docMk/>
            <pc:sldMk cId="1119511356" sldId="2134806490"/>
            <ac:graphicFrameMk id="15" creationId="{CC644AD4-D4E1-2276-C708-FCD769991918}"/>
          </ac:graphicFrameMkLst>
        </pc:graphicFrameChg>
        <pc:graphicFrameChg chg="add mod ord modVis">
          <ac:chgData name="A. İsmet AŞCI" userId="a3862314cc6fab8c" providerId="LiveId" clId="{91560560-5DF8-46DB-974C-C4C0FEE9B978}" dt="2026-02-01T08:54:21.955" v="36762"/>
          <ac:graphicFrameMkLst>
            <pc:docMk/>
            <pc:sldMk cId="1119511356" sldId="2134806490"/>
            <ac:graphicFrameMk id="16" creationId="{CD10E3CC-00EB-3840-42E0-680DB736397F}"/>
          </ac:graphicFrameMkLst>
        </pc:graphicFrameChg>
        <pc:graphicFrameChg chg="add del mod ord">
          <ac:chgData name="A. İsmet AŞCI" userId="a3862314cc6fab8c" providerId="LiveId" clId="{91560560-5DF8-46DB-974C-C4C0FEE9B978}" dt="2026-02-01T07:32:44.573" v="36314"/>
          <ac:graphicFrameMkLst>
            <pc:docMk/>
            <pc:sldMk cId="1119511356" sldId="2134806490"/>
            <ac:graphicFrameMk id="18" creationId="{D3CB8B95-181B-E8D0-9623-E3127062214E}"/>
          </ac:graphicFrameMkLst>
        </pc:graphicFrameChg>
        <pc:graphicFrameChg chg="add del mod ord">
          <ac:chgData name="A. İsmet AŞCI" userId="a3862314cc6fab8c" providerId="LiveId" clId="{91560560-5DF8-46DB-974C-C4C0FEE9B978}" dt="2026-02-01T07:32:53.440" v="36474"/>
          <ac:graphicFrameMkLst>
            <pc:docMk/>
            <pc:sldMk cId="1119511356" sldId="2134806490"/>
            <ac:graphicFrameMk id="20" creationId="{FF493091-36BD-AAC0-BBA9-79A798D07697}"/>
          </ac:graphicFrameMkLst>
        </pc:graphicFrameChg>
        <pc:graphicFrameChg chg="add del mod ord">
          <ac:chgData name="A. İsmet AŞCI" userId="a3862314cc6fab8c" providerId="LiveId" clId="{91560560-5DF8-46DB-974C-C4C0FEE9B978}" dt="2026-02-01T07:33:16.442" v="36531"/>
          <ac:graphicFrameMkLst>
            <pc:docMk/>
            <pc:sldMk cId="1119511356" sldId="2134806490"/>
            <ac:graphicFrameMk id="24" creationId="{DBC02F42-DFCB-1995-6F01-543A2D4A69E7}"/>
          </ac:graphicFrameMkLst>
        </pc:graphicFrameChg>
        <pc:graphicFrameChg chg="add del mod ord">
          <ac:chgData name="A. İsmet AŞCI" userId="a3862314cc6fab8c" providerId="LiveId" clId="{91560560-5DF8-46DB-974C-C4C0FEE9B978}" dt="2026-02-01T07:33:19.754" v="36586"/>
          <ac:graphicFrameMkLst>
            <pc:docMk/>
            <pc:sldMk cId="1119511356" sldId="2134806490"/>
            <ac:graphicFrameMk id="26" creationId="{8E916881-C8D1-F401-91D6-60F75FE6EE46}"/>
          </ac:graphicFrameMkLst>
        </pc:graphicFrameChg>
        <pc:graphicFrameChg chg="add del mod ord">
          <ac:chgData name="A. İsmet AŞCI" userId="a3862314cc6fab8c" providerId="LiveId" clId="{91560560-5DF8-46DB-974C-C4C0FEE9B978}" dt="2026-02-01T07:33:24.163" v="36641"/>
          <ac:graphicFrameMkLst>
            <pc:docMk/>
            <pc:sldMk cId="1119511356" sldId="2134806490"/>
            <ac:graphicFrameMk id="28" creationId="{E8966139-B66D-73DD-A0CF-B2E0BACFEB1B}"/>
          </ac:graphicFrameMkLst>
        </pc:graphicFrameChg>
        <pc:graphicFrameChg chg="add del mod ord">
          <ac:chgData name="A. İsmet AŞCI" userId="a3862314cc6fab8c" providerId="LiveId" clId="{91560560-5DF8-46DB-974C-C4C0FEE9B978}" dt="2026-02-01T07:33:35.032" v="36695"/>
          <ac:graphicFrameMkLst>
            <pc:docMk/>
            <pc:sldMk cId="1119511356" sldId="2134806490"/>
            <ac:graphicFrameMk id="30" creationId="{1E34B907-E4E1-F88E-2C65-CEA4F91A81C9}"/>
          </ac:graphicFrameMkLst>
        </pc:graphicFrameChg>
        <pc:graphicFrameChg chg="add del mod ord">
          <ac:chgData name="A. İsmet AŞCI" userId="a3862314cc6fab8c" providerId="LiveId" clId="{91560560-5DF8-46DB-974C-C4C0FEE9B978}" dt="2026-02-01T07:33:37.889" v="36737"/>
          <ac:graphicFrameMkLst>
            <pc:docMk/>
            <pc:sldMk cId="1119511356" sldId="2134806490"/>
            <ac:graphicFrameMk id="32" creationId="{3BE729FD-9B2A-3E45-64DB-70586D75D683}"/>
          </ac:graphicFrameMkLst>
        </pc:graphicFrameChg>
        <pc:graphicFrameChg chg="add del mod ord">
          <ac:chgData name="A. İsmet AŞCI" userId="a3862314cc6fab8c" providerId="LiveId" clId="{91560560-5DF8-46DB-974C-C4C0FEE9B978}" dt="2026-02-01T08:54:21.946" v="36760"/>
          <ac:graphicFrameMkLst>
            <pc:docMk/>
            <pc:sldMk cId="1119511356" sldId="2134806490"/>
            <ac:graphicFrameMk id="34" creationId="{E42B2268-3746-A074-F892-F70116D6FFC7}"/>
          </ac:graphicFrameMkLst>
        </pc:graphicFrameChg>
        <pc:cxnChg chg="add del mod ord">
          <ac:chgData name="A. İsmet AŞCI" userId="a3862314cc6fab8c" providerId="LiveId" clId="{91560560-5DF8-46DB-974C-C4C0FEE9B978}" dt="2026-02-01T07:32:44.481" v="36244"/>
          <ac:cxnSpMkLst>
            <pc:docMk/>
            <pc:sldMk cId="1119511356" sldId="2134806490"/>
            <ac:cxnSpMk id="14" creationId="{6CB5F467-6D15-A713-3FBC-1A8438F0018D}"/>
          </ac:cxnSpMkLst>
        </pc:cxnChg>
      </pc:sldChg>
      <pc:sldChg chg="addSp delSp modSp add mod">
        <pc:chgData name="A. İsmet AŞCI" userId="a3862314cc6fab8c" providerId="LiveId" clId="{91560560-5DF8-46DB-974C-C4C0FEE9B978}" dt="2026-02-01T06:58:47.226" v="35566"/>
        <pc:sldMkLst>
          <pc:docMk/>
          <pc:sldMk cId="1152524765" sldId="2134806491"/>
        </pc:sldMkLst>
        <pc:spChg chg="mod ord">
          <ac:chgData name="A. İsmet AŞCI" userId="a3862314cc6fab8c" providerId="LiveId" clId="{91560560-5DF8-46DB-974C-C4C0FEE9B978}" dt="2026-02-01T06:58:47.207" v="35513"/>
          <ac:spMkLst>
            <pc:docMk/>
            <pc:sldMk cId="1152524765" sldId="2134806491"/>
            <ac:spMk id="2" creationId="{4E7DE0D9-0A39-C191-030A-4D67DA4938A3}"/>
          </ac:spMkLst>
        </pc:spChg>
        <pc:spChg chg="add del mod modVis">
          <ac:chgData name="A. İsmet AŞCI" userId="a3862314cc6fab8c" providerId="LiveId" clId="{91560560-5DF8-46DB-974C-C4C0FEE9B978}" dt="2026-02-01T06:58:24.567" v="35092"/>
          <ac:spMkLst>
            <pc:docMk/>
            <pc:sldMk cId="1152524765" sldId="2134806491"/>
            <ac:spMk id="3" creationId="{B2891B92-000E-7DFC-7E7B-9265638C7FF1}"/>
          </ac:spMkLst>
        </pc:spChg>
        <pc:spChg chg="add del mod modVis">
          <ac:chgData name="A. İsmet AŞCI" userId="a3862314cc6fab8c" providerId="LiveId" clId="{91560560-5DF8-46DB-974C-C4C0FEE9B978}" dt="2026-02-01T06:58:28.660" v="35199"/>
          <ac:spMkLst>
            <pc:docMk/>
            <pc:sldMk cId="1152524765" sldId="2134806491"/>
            <ac:spMk id="5" creationId="{6157C70A-9C81-0CE4-A902-9E7ACD55B1F8}"/>
          </ac:spMkLst>
        </pc:spChg>
        <pc:spChg chg="add del mod modVis">
          <ac:chgData name="A. İsmet AŞCI" userId="a3862314cc6fab8c" providerId="LiveId" clId="{91560560-5DF8-46DB-974C-C4C0FEE9B978}" dt="2026-02-01T06:58:31.746" v="35304"/>
          <ac:spMkLst>
            <pc:docMk/>
            <pc:sldMk cId="1152524765" sldId="2134806491"/>
            <ac:spMk id="7" creationId="{2EDFE4FA-D5C6-773B-9466-FE258F741058}"/>
          </ac:spMkLst>
        </pc:spChg>
        <pc:spChg chg="add mod">
          <ac:chgData name="A. İsmet AŞCI" userId="a3862314cc6fab8c" providerId="LiveId" clId="{91560560-5DF8-46DB-974C-C4C0FEE9B978}" dt="2026-02-01T06:58:47.222" v="35559"/>
          <ac:spMkLst>
            <pc:docMk/>
            <pc:sldMk cId="1152524765" sldId="2134806491"/>
            <ac:spMk id="9" creationId="{B03F8E53-9228-EC68-D40E-3A2784D8C1CC}"/>
          </ac:spMkLst>
        </pc:spChg>
        <pc:spChg chg="add mod">
          <ac:chgData name="A. İsmet AŞCI" userId="a3862314cc6fab8c" providerId="LiveId" clId="{91560560-5DF8-46DB-974C-C4C0FEE9B978}" dt="2026-02-01T06:58:47.222" v="35560"/>
          <ac:spMkLst>
            <pc:docMk/>
            <pc:sldMk cId="1152524765" sldId="2134806491"/>
            <ac:spMk id="10" creationId="{5627A8A3-1D6C-91A3-EC26-FB8048E4060E}"/>
          </ac:spMkLst>
        </pc:spChg>
        <pc:spChg chg="add del mod modVis">
          <ac:chgData name="A. İsmet AŞCI" userId="a3862314cc6fab8c" providerId="LiveId" clId="{91560560-5DF8-46DB-974C-C4C0FEE9B978}" dt="2026-02-01T06:58:40.810" v="35455"/>
          <ac:spMkLst>
            <pc:docMk/>
            <pc:sldMk cId="1152524765" sldId="2134806491"/>
            <ac:spMk id="11" creationId="{643E3F10-A9D3-BF13-7B54-73CB213E5BC5}"/>
          </ac:spMkLst>
        </pc:spChg>
        <pc:spChg chg="add del mod modVis">
          <ac:chgData name="A. İsmet AŞCI" userId="a3862314cc6fab8c" providerId="LiveId" clId="{91560560-5DF8-46DB-974C-C4C0FEE9B978}" dt="2026-02-01T06:58:47.223" v="35564"/>
          <ac:spMkLst>
            <pc:docMk/>
            <pc:sldMk cId="1152524765" sldId="2134806491"/>
            <ac:spMk id="13" creationId="{398A7F0B-70B4-3135-CE13-46D459C91D42}"/>
          </ac:spMkLst>
        </pc:spChg>
        <pc:spChg chg="add mod">
          <ac:chgData name="A. İsmet AŞCI" userId="a3862314cc6fab8c" providerId="LiveId" clId="{91560560-5DF8-46DB-974C-C4C0FEE9B978}" dt="2026-02-01T06:58:47.215" v="35542"/>
          <ac:spMkLst>
            <pc:docMk/>
            <pc:sldMk cId="1152524765" sldId="2134806491"/>
            <ac:spMk id="34" creationId="{02224612-2361-F550-66EB-B244C8E28954}"/>
          </ac:spMkLst>
        </pc:spChg>
        <pc:spChg chg="add mod">
          <ac:chgData name="A. İsmet AŞCI" userId="a3862314cc6fab8c" providerId="LiveId" clId="{91560560-5DF8-46DB-974C-C4C0FEE9B978}" dt="2026-02-01T06:58:47.220" v="35554"/>
          <ac:spMkLst>
            <pc:docMk/>
            <pc:sldMk cId="1152524765" sldId="2134806491"/>
            <ac:spMk id="35" creationId="{5A2383D2-5F34-1A83-62F9-0126DBBD1C72}"/>
          </ac:spMkLst>
        </pc:spChg>
        <pc:spChg chg="add mod">
          <ac:chgData name="A. İsmet AŞCI" userId="a3862314cc6fab8c" providerId="LiveId" clId="{91560560-5DF8-46DB-974C-C4C0FEE9B978}" dt="2026-02-01T06:58:47.218" v="35548"/>
          <ac:spMkLst>
            <pc:docMk/>
            <pc:sldMk cId="1152524765" sldId="2134806491"/>
            <ac:spMk id="41" creationId="{C57B9525-CA19-41AC-8E64-E0A4AD11D8BD}"/>
          </ac:spMkLst>
        </pc:spChg>
        <pc:spChg chg="add mod">
          <ac:chgData name="A. İsmet AŞCI" userId="a3862314cc6fab8c" providerId="LiveId" clId="{91560560-5DF8-46DB-974C-C4C0FEE9B978}" dt="2026-02-01T06:58:47.217" v="35544"/>
          <ac:spMkLst>
            <pc:docMk/>
            <pc:sldMk cId="1152524765" sldId="2134806491"/>
            <ac:spMk id="48" creationId="{FFF352F5-8D75-4274-8F9A-CEF026B329DA}"/>
          </ac:spMkLst>
        </pc:spChg>
        <pc:spChg chg="add mod">
          <ac:chgData name="A. İsmet AŞCI" userId="a3862314cc6fab8c" providerId="LiveId" clId="{91560560-5DF8-46DB-974C-C4C0FEE9B978}" dt="2026-02-01T06:58:47.217" v="35546"/>
          <ac:spMkLst>
            <pc:docMk/>
            <pc:sldMk cId="1152524765" sldId="2134806491"/>
            <ac:spMk id="49" creationId="{075E4889-C569-8862-1B96-F9EECA434CDC}"/>
          </ac:spMkLst>
        </pc:spChg>
        <pc:spChg chg="add mod">
          <ac:chgData name="A. İsmet AŞCI" userId="a3862314cc6fab8c" providerId="LiveId" clId="{91560560-5DF8-46DB-974C-C4C0FEE9B978}" dt="2026-02-01T06:58:47.218" v="35550"/>
          <ac:spMkLst>
            <pc:docMk/>
            <pc:sldMk cId="1152524765" sldId="2134806491"/>
            <ac:spMk id="50" creationId="{B01965BD-B62D-0CF5-D202-91FBCCC71215}"/>
          </ac:spMkLst>
        </pc:spChg>
        <pc:spChg chg="add mod">
          <ac:chgData name="A. İsmet AŞCI" userId="a3862314cc6fab8c" providerId="LiveId" clId="{91560560-5DF8-46DB-974C-C4C0FEE9B978}" dt="2026-02-01T06:58:47.219" v="35552"/>
          <ac:spMkLst>
            <pc:docMk/>
            <pc:sldMk cId="1152524765" sldId="2134806491"/>
            <ac:spMk id="51" creationId="{EC94A051-B476-7F2B-57A4-9ACED35C40D5}"/>
          </ac:spMkLst>
        </pc:spChg>
        <pc:spChg chg="add mod">
          <ac:chgData name="A. İsmet AŞCI" userId="a3862314cc6fab8c" providerId="LiveId" clId="{91560560-5DF8-46DB-974C-C4C0FEE9B978}" dt="2026-02-01T06:58:47.215" v="35543"/>
          <ac:spMkLst>
            <pc:docMk/>
            <pc:sldMk cId="1152524765" sldId="2134806491"/>
            <ac:spMk id="128" creationId="{637583AB-F389-DC41-DE18-A830AA7FB02D}"/>
          </ac:spMkLst>
        </pc:spChg>
        <pc:spChg chg="add mod">
          <ac:chgData name="A. İsmet AŞCI" userId="a3862314cc6fab8c" providerId="LiveId" clId="{91560560-5DF8-46DB-974C-C4C0FEE9B978}" dt="2026-02-01T06:58:47.217" v="35545"/>
          <ac:spMkLst>
            <pc:docMk/>
            <pc:sldMk cId="1152524765" sldId="2134806491"/>
            <ac:spMk id="129" creationId="{CBD5C68F-F23F-7DF8-567B-5D94BC9BE0C1}"/>
          </ac:spMkLst>
        </pc:spChg>
        <pc:spChg chg="add mod">
          <ac:chgData name="A. İsmet AŞCI" userId="a3862314cc6fab8c" providerId="LiveId" clId="{91560560-5DF8-46DB-974C-C4C0FEE9B978}" dt="2026-02-01T06:58:47.217" v="35547"/>
          <ac:spMkLst>
            <pc:docMk/>
            <pc:sldMk cId="1152524765" sldId="2134806491"/>
            <ac:spMk id="130" creationId="{A71D163B-4B9B-2191-5668-2660ACF284A2}"/>
          </ac:spMkLst>
        </pc:spChg>
        <pc:spChg chg="add mod">
          <ac:chgData name="A. İsmet AŞCI" userId="a3862314cc6fab8c" providerId="LiveId" clId="{91560560-5DF8-46DB-974C-C4C0FEE9B978}" dt="2026-02-01T06:58:47.218" v="35549"/>
          <ac:spMkLst>
            <pc:docMk/>
            <pc:sldMk cId="1152524765" sldId="2134806491"/>
            <ac:spMk id="131" creationId="{C6040ECE-A27C-0072-9116-22041B3C17BF}"/>
          </ac:spMkLst>
        </pc:spChg>
        <pc:spChg chg="add mod">
          <ac:chgData name="A. İsmet AŞCI" userId="a3862314cc6fab8c" providerId="LiveId" clId="{91560560-5DF8-46DB-974C-C4C0FEE9B978}" dt="2026-02-01T06:58:47.219" v="35551"/>
          <ac:spMkLst>
            <pc:docMk/>
            <pc:sldMk cId="1152524765" sldId="2134806491"/>
            <ac:spMk id="132" creationId="{1CB80633-0E08-0136-478E-F16192E1D73D}"/>
          </ac:spMkLst>
        </pc:spChg>
        <pc:spChg chg="add mod">
          <ac:chgData name="A. İsmet AŞCI" userId="a3862314cc6fab8c" providerId="LiveId" clId="{91560560-5DF8-46DB-974C-C4C0FEE9B978}" dt="2026-02-01T06:58:47.220" v="35553"/>
          <ac:spMkLst>
            <pc:docMk/>
            <pc:sldMk cId="1152524765" sldId="2134806491"/>
            <ac:spMk id="133" creationId="{E40271C2-4821-34A8-95E2-243FFEA13A80}"/>
          </ac:spMkLst>
        </pc:spChg>
        <pc:spChg chg="add mod ord">
          <ac:chgData name="A. İsmet AŞCI" userId="a3862314cc6fab8c" providerId="LiveId" clId="{91560560-5DF8-46DB-974C-C4C0FEE9B978}" dt="2026-02-01T06:58:47.222" v="35562"/>
          <ac:spMkLst>
            <pc:docMk/>
            <pc:sldMk cId="1152524765" sldId="2134806491"/>
            <ac:spMk id="163" creationId="{329F4A3A-5CB8-271A-36E8-46703953ECE0}"/>
          </ac:spMkLst>
        </pc:spChg>
        <pc:graphicFrameChg chg="add del mod ord">
          <ac:chgData name="A. İsmet AŞCI" userId="a3862314cc6fab8c" providerId="LiveId" clId="{91560560-5DF8-46DB-974C-C4C0FEE9B978}" dt="2026-02-01T06:58:28.620" v="35141"/>
          <ac:graphicFrameMkLst>
            <pc:docMk/>
            <pc:sldMk cId="1152524765" sldId="2134806491"/>
            <ac:graphicFrameMk id="4" creationId="{576F6EBA-04C2-8443-141F-3FC04C084BFE}"/>
          </ac:graphicFrameMkLst>
        </pc:graphicFrameChg>
        <pc:graphicFrameChg chg="add del mod ord">
          <ac:chgData name="A. İsmet AŞCI" userId="a3862314cc6fab8c" providerId="LiveId" clId="{91560560-5DF8-46DB-974C-C4C0FEE9B978}" dt="2026-02-01T06:58:31.687" v="35246"/>
          <ac:graphicFrameMkLst>
            <pc:docMk/>
            <pc:sldMk cId="1152524765" sldId="2134806491"/>
            <ac:graphicFrameMk id="6" creationId="{2BA39485-521C-0A0F-BFB8-B1E69FB3B4D3}"/>
          </ac:graphicFrameMkLst>
        </pc:graphicFrameChg>
        <pc:graphicFrameChg chg="add del mod ord">
          <ac:chgData name="A. İsmet AŞCI" userId="a3862314cc6fab8c" providerId="LiveId" clId="{91560560-5DF8-46DB-974C-C4C0FEE9B978}" dt="2026-02-01T06:58:40.704" v="35367"/>
          <ac:graphicFrameMkLst>
            <pc:docMk/>
            <pc:sldMk cId="1152524765" sldId="2134806491"/>
            <ac:graphicFrameMk id="8" creationId="{8B0C3444-50E3-81E5-33A3-9870CA622967}"/>
          </ac:graphicFrameMkLst>
        </pc:graphicFrameChg>
        <pc:graphicFrameChg chg="add del mod ord">
          <ac:chgData name="A. İsmet AŞCI" userId="a3862314cc6fab8c" providerId="LiveId" clId="{91560560-5DF8-46DB-974C-C4C0FEE9B978}" dt="2026-02-01T06:58:47.185" v="35506"/>
          <ac:graphicFrameMkLst>
            <pc:docMk/>
            <pc:sldMk cId="1152524765" sldId="2134806491"/>
            <ac:graphicFrameMk id="12" creationId="{45CA2590-19D1-1F43-FC53-BE2CE932FB75}"/>
          </ac:graphicFrameMkLst>
        </pc:graphicFrameChg>
        <pc:graphicFrameChg chg="add mod ord">
          <ac:chgData name="A. İsmet AŞCI" userId="a3862314cc6fab8c" providerId="LiveId" clId="{91560560-5DF8-46DB-974C-C4C0FEE9B978}" dt="2026-02-01T06:58:47.215" v="35541"/>
          <ac:graphicFrameMkLst>
            <pc:docMk/>
            <pc:sldMk cId="1152524765" sldId="2134806491"/>
            <ac:graphicFrameMk id="14" creationId="{962BAF7C-6228-3399-DC17-2D1A1FBE224B}"/>
          </ac:graphicFrameMkLst>
        </pc:graphicFrameChg>
        <pc:graphicFrameChg chg="mod">
          <ac:chgData name="A. İsmet AŞCI" userId="a3862314cc6fab8c" providerId="LiveId" clId="{91560560-5DF8-46DB-974C-C4C0FEE9B978}" dt="2026-02-01T06:58:47.226" v="35566"/>
          <ac:graphicFrameMkLst>
            <pc:docMk/>
            <pc:sldMk cId="1152524765" sldId="2134806491"/>
            <ac:graphicFrameMk id="138" creationId="{2F953ED2-9736-BEF8-412A-01B469B8A229}"/>
          </ac:graphicFrameMkLst>
        </pc:graphicFrameChg>
        <pc:graphicFrameChg chg="add del mod ord">
          <ac:chgData name="A. İsmet AŞCI" userId="a3862314cc6fab8c" providerId="LiveId" clId="{91560560-5DF8-46DB-974C-C4C0FEE9B978}" dt="2026-02-01T06:58:24.501" v="35028"/>
          <ac:graphicFrameMkLst>
            <pc:docMk/>
            <pc:sldMk cId="1152524765" sldId="2134806491"/>
            <ac:graphicFrameMk id="167" creationId="{7B3A4D2F-1736-473B-899C-51C56A2A941F}"/>
          </ac:graphicFrameMkLst>
        </pc:graphicFrameChg>
        <pc:cxnChg chg="add mod ord">
          <ac:chgData name="A. İsmet AŞCI" userId="a3862314cc6fab8c" providerId="LiveId" clId="{91560560-5DF8-46DB-974C-C4C0FEE9B978}" dt="2026-02-01T06:58:47.208" v="35515"/>
          <ac:cxnSpMkLst>
            <pc:docMk/>
            <pc:sldMk cId="1152524765" sldId="2134806491"/>
            <ac:cxnSpMk id="36" creationId="{3397C097-4241-3FF7-ECE4-3E69B8DE6B01}"/>
          </ac:cxnSpMkLst>
        </pc:cxnChg>
        <pc:cxnChg chg="add mod ord">
          <ac:chgData name="A. İsmet AŞCI" userId="a3862314cc6fab8c" providerId="LiveId" clId="{91560560-5DF8-46DB-974C-C4C0FEE9B978}" dt="2026-02-01T06:58:47.215" v="35539"/>
          <ac:cxnSpMkLst>
            <pc:docMk/>
            <pc:sldMk cId="1152524765" sldId="2134806491"/>
            <ac:cxnSpMk id="37" creationId="{0E6139A6-AFAE-D526-B758-00D4EDA95C53}"/>
          </ac:cxnSpMkLst>
        </pc:cxnChg>
        <pc:cxnChg chg="add mod ord">
          <ac:chgData name="A. İsmet AŞCI" userId="a3862314cc6fab8c" providerId="LiveId" clId="{91560560-5DF8-46DB-974C-C4C0FEE9B978}" dt="2026-02-01T06:58:47.212" v="35527"/>
          <ac:cxnSpMkLst>
            <pc:docMk/>
            <pc:sldMk cId="1152524765" sldId="2134806491"/>
            <ac:cxnSpMk id="44" creationId="{5D24CCE7-FCAF-5019-B9DB-7DDD52F52AB1}"/>
          </ac:cxnSpMkLst>
        </pc:cxnChg>
        <pc:cxnChg chg="add mod ord">
          <ac:chgData name="A. İsmet AŞCI" userId="a3862314cc6fab8c" providerId="LiveId" clId="{91560560-5DF8-46DB-974C-C4C0FEE9B978}" dt="2026-02-01T06:58:47.210" v="35519"/>
          <ac:cxnSpMkLst>
            <pc:docMk/>
            <pc:sldMk cId="1152524765" sldId="2134806491"/>
            <ac:cxnSpMk id="52" creationId="{D3271125-5E0E-14A1-2644-9E100A117803}"/>
          </ac:cxnSpMkLst>
        </pc:cxnChg>
        <pc:cxnChg chg="add mod ord">
          <ac:chgData name="A. İsmet AŞCI" userId="a3862314cc6fab8c" providerId="LiveId" clId="{91560560-5DF8-46DB-974C-C4C0FEE9B978}" dt="2026-02-01T06:58:47.212" v="35523"/>
          <ac:cxnSpMkLst>
            <pc:docMk/>
            <pc:sldMk cId="1152524765" sldId="2134806491"/>
            <ac:cxnSpMk id="53" creationId="{1981C221-C827-CC16-34A8-F1A5FAC69CC4}"/>
          </ac:cxnSpMkLst>
        </pc:cxnChg>
        <pc:cxnChg chg="add mod ord">
          <ac:chgData name="A. İsmet AŞCI" userId="a3862314cc6fab8c" providerId="LiveId" clId="{91560560-5DF8-46DB-974C-C4C0FEE9B978}" dt="2026-02-01T06:58:47.213" v="35531"/>
          <ac:cxnSpMkLst>
            <pc:docMk/>
            <pc:sldMk cId="1152524765" sldId="2134806491"/>
            <ac:cxnSpMk id="54" creationId="{B4F6CEC4-6B61-5707-7515-A5840376A00E}"/>
          </ac:cxnSpMkLst>
        </pc:cxnChg>
        <pc:cxnChg chg="add mod ord">
          <ac:chgData name="A. İsmet AŞCI" userId="a3862314cc6fab8c" providerId="LiveId" clId="{91560560-5DF8-46DB-974C-C4C0FEE9B978}" dt="2026-02-01T06:58:47.214" v="35535"/>
          <ac:cxnSpMkLst>
            <pc:docMk/>
            <pc:sldMk cId="1152524765" sldId="2134806491"/>
            <ac:cxnSpMk id="55" creationId="{3A0FC1F9-9B6F-384D-CFF4-0DAFF1C4222B}"/>
          </ac:cxnSpMkLst>
        </pc:cxnChg>
        <pc:cxnChg chg="add mod ord">
          <ac:chgData name="A. İsmet AŞCI" userId="a3862314cc6fab8c" providerId="LiveId" clId="{91560560-5DF8-46DB-974C-C4C0FEE9B978}" dt="2026-02-01T06:58:47.209" v="35517"/>
          <ac:cxnSpMkLst>
            <pc:docMk/>
            <pc:sldMk cId="1152524765" sldId="2134806491"/>
            <ac:cxnSpMk id="134" creationId="{73B3F5BB-E207-02FD-FCC3-64C317D9B092}"/>
          </ac:cxnSpMkLst>
        </pc:cxnChg>
        <pc:cxnChg chg="add mod ord">
          <ac:chgData name="A. İsmet AŞCI" userId="a3862314cc6fab8c" providerId="LiveId" clId="{91560560-5DF8-46DB-974C-C4C0FEE9B978}" dt="2026-02-01T06:58:47.211" v="35521"/>
          <ac:cxnSpMkLst>
            <pc:docMk/>
            <pc:sldMk cId="1152524765" sldId="2134806491"/>
            <ac:cxnSpMk id="135" creationId="{86E2FB6A-0A3B-B031-DB2E-61A3B503729E}"/>
          </ac:cxnSpMkLst>
        </pc:cxnChg>
        <pc:cxnChg chg="add mod ord">
          <ac:chgData name="A. İsmet AŞCI" userId="a3862314cc6fab8c" providerId="LiveId" clId="{91560560-5DF8-46DB-974C-C4C0FEE9B978}" dt="2026-02-01T06:58:47.212" v="35525"/>
          <ac:cxnSpMkLst>
            <pc:docMk/>
            <pc:sldMk cId="1152524765" sldId="2134806491"/>
            <ac:cxnSpMk id="136" creationId="{C75FE991-F092-846C-59D0-4E9FB31E0C56}"/>
          </ac:cxnSpMkLst>
        </pc:cxnChg>
        <pc:cxnChg chg="add mod ord">
          <ac:chgData name="A. İsmet AŞCI" userId="a3862314cc6fab8c" providerId="LiveId" clId="{91560560-5DF8-46DB-974C-C4C0FEE9B978}" dt="2026-02-01T06:58:47.213" v="35529"/>
          <ac:cxnSpMkLst>
            <pc:docMk/>
            <pc:sldMk cId="1152524765" sldId="2134806491"/>
            <ac:cxnSpMk id="137" creationId="{0C2C89F2-7FB9-E247-F460-7C97F2D564D0}"/>
          </ac:cxnSpMkLst>
        </pc:cxnChg>
        <pc:cxnChg chg="add mod ord">
          <ac:chgData name="A. İsmet AŞCI" userId="a3862314cc6fab8c" providerId="LiveId" clId="{91560560-5DF8-46DB-974C-C4C0FEE9B978}" dt="2026-02-01T06:58:47.214" v="35533"/>
          <ac:cxnSpMkLst>
            <pc:docMk/>
            <pc:sldMk cId="1152524765" sldId="2134806491"/>
            <ac:cxnSpMk id="139" creationId="{E369C218-AD22-C81F-6E9D-4B22E9ECC670}"/>
          </ac:cxnSpMkLst>
        </pc:cxnChg>
        <pc:cxnChg chg="add mod ord">
          <ac:chgData name="A. İsmet AŞCI" userId="a3862314cc6fab8c" providerId="LiveId" clId="{91560560-5DF8-46DB-974C-C4C0FEE9B978}" dt="2026-02-01T06:58:47.215" v="35537"/>
          <ac:cxnSpMkLst>
            <pc:docMk/>
            <pc:sldMk cId="1152524765" sldId="2134806491"/>
            <ac:cxnSpMk id="140" creationId="{E50F9149-F38C-F62A-5804-22A05D64F209}"/>
          </ac:cxnSpMkLst>
        </pc:cxnChg>
        <pc:cxnChg chg="add mod ord">
          <ac:chgData name="A. İsmet AŞCI" userId="a3862314cc6fab8c" providerId="LiveId" clId="{91560560-5DF8-46DB-974C-C4C0FEE9B978}" dt="2026-02-01T06:58:47.221" v="35556"/>
          <ac:cxnSpMkLst>
            <pc:docMk/>
            <pc:sldMk cId="1152524765" sldId="2134806491"/>
            <ac:cxnSpMk id="154" creationId="{FA2FF4A5-3785-F82A-4487-4578E2459C3C}"/>
          </ac:cxnSpMkLst>
        </pc:cxnChg>
        <pc:cxnChg chg="add mod ord">
          <ac:chgData name="A. İsmet AŞCI" userId="a3862314cc6fab8c" providerId="LiveId" clId="{91560560-5DF8-46DB-974C-C4C0FEE9B978}" dt="2026-02-01T06:58:47.222" v="35558"/>
          <ac:cxnSpMkLst>
            <pc:docMk/>
            <pc:sldMk cId="1152524765" sldId="2134806491"/>
            <ac:cxnSpMk id="155" creationId="{09A8B309-98B9-2896-7B8F-DD49CBC53E69}"/>
          </ac:cxnSpMkLst>
        </pc:cxnChg>
      </pc:sldChg>
      <pc:sldChg chg="addSp delSp modSp add mod ord">
        <pc:chgData name="A. İsmet AŞCI" userId="a3862314cc6fab8c" providerId="LiveId" clId="{91560560-5DF8-46DB-974C-C4C0FEE9B978}" dt="2026-01-30T13:16:09.183" v="34625" actId="20577"/>
        <pc:sldMkLst>
          <pc:docMk/>
          <pc:sldMk cId="2244315792" sldId="2134806492"/>
        </pc:sldMkLst>
        <pc:spChg chg="mod ord">
          <ac:chgData name="A. İsmet AŞCI" userId="a3862314cc6fab8c" providerId="LiveId" clId="{91560560-5DF8-46DB-974C-C4C0FEE9B978}" dt="2026-01-30T13:16:09.183" v="34625" actId="20577"/>
          <ac:spMkLst>
            <pc:docMk/>
            <pc:sldMk cId="2244315792" sldId="2134806492"/>
            <ac:spMk id="2" creationId="{1F9BB5F8-C254-4ACA-AF21-B17EE5F08C2C}"/>
          </ac:spMkLst>
        </pc:spChg>
        <pc:spChg chg="mod">
          <ac:chgData name="A. İsmet AŞCI" userId="a3862314cc6fab8c" providerId="LiveId" clId="{91560560-5DF8-46DB-974C-C4C0FEE9B978}" dt="2026-01-30T13:08:55.339" v="34356"/>
          <ac:spMkLst>
            <pc:docMk/>
            <pc:sldMk cId="2244315792" sldId="2134806492"/>
            <ac:spMk id="9" creationId="{E2ACB155-9495-5CE9-33F7-9B14A0A692BE}"/>
          </ac:spMkLst>
        </pc:spChg>
        <pc:spChg chg="mod">
          <ac:chgData name="A. İsmet AŞCI" userId="a3862314cc6fab8c" providerId="LiveId" clId="{91560560-5DF8-46DB-974C-C4C0FEE9B978}" dt="2026-01-30T13:08:55.339" v="34357"/>
          <ac:spMkLst>
            <pc:docMk/>
            <pc:sldMk cId="2244315792" sldId="2134806492"/>
            <ac:spMk id="10" creationId="{12F7C895-0E06-0B0F-DCC5-4C430307F33E}"/>
          </ac:spMkLst>
        </pc:spChg>
        <pc:spChg chg="mod">
          <ac:chgData name="A. İsmet AŞCI" userId="a3862314cc6fab8c" providerId="LiveId" clId="{91560560-5DF8-46DB-974C-C4C0FEE9B978}" dt="2026-01-30T13:08:55.321" v="34339"/>
          <ac:spMkLst>
            <pc:docMk/>
            <pc:sldMk cId="2244315792" sldId="2134806492"/>
            <ac:spMk id="34" creationId="{0C5E5E3C-057E-3CBB-ABC7-F092EEF38924}"/>
          </ac:spMkLst>
        </pc:spChg>
        <pc:spChg chg="mod">
          <ac:chgData name="A. İsmet AŞCI" userId="a3862314cc6fab8c" providerId="LiveId" clId="{91560560-5DF8-46DB-974C-C4C0FEE9B978}" dt="2026-01-30T13:08:55.329" v="34351"/>
          <ac:spMkLst>
            <pc:docMk/>
            <pc:sldMk cId="2244315792" sldId="2134806492"/>
            <ac:spMk id="35" creationId="{BDE0834F-E11C-9A5D-A700-D5D6104D9FE0}"/>
          </ac:spMkLst>
        </pc:spChg>
        <pc:spChg chg="mod">
          <ac:chgData name="A. İsmet AŞCI" userId="a3862314cc6fab8c" providerId="LiveId" clId="{91560560-5DF8-46DB-974C-C4C0FEE9B978}" dt="2026-01-30T13:08:55.329" v="34345"/>
          <ac:spMkLst>
            <pc:docMk/>
            <pc:sldMk cId="2244315792" sldId="2134806492"/>
            <ac:spMk id="41" creationId="{1AD6A6DE-2B4A-4FC9-DC23-C35E0766441E}"/>
          </ac:spMkLst>
        </pc:spChg>
        <pc:spChg chg="mod">
          <ac:chgData name="A. İsmet AŞCI" userId="a3862314cc6fab8c" providerId="LiveId" clId="{91560560-5DF8-46DB-974C-C4C0FEE9B978}" dt="2026-01-30T13:08:55.329" v="34341"/>
          <ac:spMkLst>
            <pc:docMk/>
            <pc:sldMk cId="2244315792" sldId="2134806492"/>
            <ac:spMk id="48" creationId="{12083127-4538-8D34-8DBE-44D3011403E0}"/>
          </ac:spMkLst>
        </pc:spChg>
        <pc:spChg chg="mod">
          <ac:chgData name="A. İsmet AŞCI" userId="a3862314cc6fab8c" providerId="LiveId" clId="{91560560-5DF8-46DB-974C-C4C0FEE9B978}" dt="2026-01-30T13:08:55.329" v="34343"/>
          <ac:spMkLst>
            <pc:docMk/>
            <pc:sldMk cId="2244315792" sldId="2134806492"/>
            <ac:spMk id="49" creationId="{62395E4A-1896-2D33-B12B-D1499FBFC094}"/>
          </ac:spMkLst>
        </pc:spChg>
        <pc:spChg chg="mod">
          <ac:chgData name="A. İsmet AŞCI" userId="a3862314cc6fab8c" providerId="LiveId" clId="{91560560-5DF8-46DB-974C-C4C0FEE9B978}" dt="2026-01-30T13:08:55.329" v="34347"/>
          <ac:spMkLst>
            <pc:docMk/>
            <pc:sldMk cId="2244315792" sldId="2134806492"/>
            <ac:spMk id="50" creationId="{DCA17563-34D3-7E56-18A7-111A646DA17E}"/>
          </ac:spMkLst>
        </pc:spChg>
        <pc:spChg chg="mod">
          <ac:chgData name="A. İsmet AŞCI" userId="a3862314cc6fab8c" providerId="LiveId" clId="{91560560-5DF8-46DB-974C-C4C0FEE9B978}" dt="2026-01-30T13:08:55.329" v="34349"/>
          <ac:spMkLst>
            <pc:docMk/>
            <pc:sldMk cId="2244315792" sldId="2134806492"/>
            <ac:spMk id="51" creationId="{4E52BBF5-4BF4-0EA9-5635-3405C8B27FC0}"/>
          </ac:spMkLst>
        </pc:spChg>
        <pc:spChg chg="mod">
          <ac:chgData name="A. İsmet AŞCI" userId="a3862314cc6fab8c" providerId="LiveId" clId="{91560560-5DF8-46DB-974C-C4C0FEE9B978}" dt="2026-01-30T13:08:55.321" v="34340"/>
          <ac:spMkLst>
            <pc:docMk/>
            <pc:sldMk cId="2244315792" sldId="2134806492"/>
            <ac:spMk id="128" creationId="{B41EFD0A-CC09-4F06-E007-ECD33357E286}"/>
          </ac:spMkLst>
        </pc:spChg>
        <pc:spChg chg="mod">
          <ac:chgData name="A. İsmet AŞCI" userId="a3862314cc6fab8c" providerId="LiveId" clId="{91560560-5DF8-46DB-974C-C4C0FEE9B978}" dt="2026-01-30T13:08:55.329" v="34342"/>
          <ac:spMkLst>
            <pc:docMk/>
            <pc:sldMk cId="2244315792" sldId="2134806492"/>
            <ac:spMk id="129" creationId="{1A98AC34-FFC7-C3DA-4186-0E9F9D2178F4}"/>
          </ac:spMkLst>
        </pc:spChg>
        <pc:spChg chg="mod">
          <ac:chgData name="A. İsmet AŞCI" userId="a3862314cc6fab8c" providerId="LiveId" clId="{91560560-5DF8-46DB-974C-C4C0FEE9B978}" dt="2026-01-30T13:08:55.329" v="34344"/>
          <ac:spMkLst>
            <pc:docMk/>
            <pc:sldMk cId="2244315792" sldId="2134806492"/>
            <ac:spMk id="130" creationId="{1B744230-4A5C-F168-A1C5-EE3FDA67325A}"/>
          </ac:spMkLst>
        </pc:spChg>
        <pc:spChg chg="mod">
          <ac:chgData name="A. İsmet AŞCI" userId="a3862314cc6fab8c" providerId="LiveId" clId="{91560560-5DF8-46DB-974C-C4C0FEE9B978}" dt="2026-01-30T13:08:55.329" v="34346"/>
          <ac:spMkLst>
            <pc:docMk/>
            <pc:sldMk cId="2244315792" sldId="2134806492"/>
            <ac:spMk id="131" creationId="{B5086A14-EA73-CDEB-FD19-EE93895F0F8A}"/>
          </ac:spMkLst>
        </pc:spChg>
        <pc:spChg chg="mod">
          <ac:chgData name="A. İsmet AŞCI" userId="a3862314cc6fab8c" providerId="LiveId" clId="{91560560-5DF8-46DB-974C-C4C0FEE9B978}" dt="2026-01-30T13:08:55.329" v="34348"/>
          <ac:spMkLst>
            <pc:docMk/>
            <pc:sldMk cId="2244315792" sldId="2134806492"/>
            <ac:spMk id="132" creationId="{F2182DFE-80D5-FC1C-3DEB-10415269BBCC}"/>
          </ac:spMkLst>
        </pc:spChg>
        <pc:spChg chg="mod">
          <ac:chgData name="A. İsmet AŞCI" userId="a3862314cc6fab8c" providerId="LiveId" clId="{91560560-5DF8-46DB-974C-C4C0FEE9B978}" dt="2026-01-30T13:08:55.329" v="34350"/>
          <ac:spMkLst>
            <pc:docMk/>
            <pc:sldMk cId="2244315792" sldId="2134806492"/>
            <ac:spMk id="133" creationId="{D712F83A-0624-E49A-2FD5-212854454B54}"/>
          </ac:spMkLst>
        </pc:spChg>
        <pc:spChg chg="mod ord">
          <ac:chgData name="A. İsmet AŞCI" userId="a3862314cc6fab8c" providerId="LiveId" clId="{91560560-5DF8-46DB-974C-C4C0FEE9B978}" dt="2026-01-30T13:08:55.339" v="34359"/>
          <ac:spMkLst>
            <pc:docMk/>
            <pc:sldMk cId="2244315792" sldId="2134806492"/>
            <ac:spMk id="163" creationId="{015AC5DF-F1D5-E98E-573A-D19746664AC8}"/>
          </ac:spMkLst>
        </pc:spChg>
        <pc:graphicFrameChg chg="add mod ord">
          <ac:chgData name="A. İsmet AŞCI" userId="a3862314cc6fab8c" providerId="LiveId" clId="{91560560-5DF8-46DB-974C-C4C0FEE9B978}" dt="2026-01-30T13:08:55.321" v="34338"/>
          <ac:graphicFrameMkLst>
            <pc:docMk/>
            <pc:sldMk cId="2244315792" sldId="2134806492"/>
            <ac:graphicFrameMk id="12" creationId="{2FA09998-E673-FC92-C820-2AF5E5739904}"/>
          </ac:graphicFrameMkLst>
        </pc:graphicFrameChg>
        <pc:graphicFrameChg chg="mod">
          <ac:chgData name="A. İsmet AŞCI" userId="a3862314cc6fab8c" providerId="LiveId" clId="{91560560-5DF8-46DB-974C-C4C0FEE9B978}" dt="2026-01-30T13:08:55.339" v="34363"/>
          <ac:graphicFrameMkLst>
            <pc:docMk/>
            <pc:sldMk cId="2244315792" sldId="2134806492"/>
            <ac:graphicFrameMk id="138" creationId="{262329DC-285C-CC9B-0867-607B44C3E0A9}"/>
          </ac:graphicFrameMkLst>
        </pc:graphicFrameChg>
        <pc:cxnChg chg="mod ord">
          <ac:chgData name="A. İsmet AŞCI" userId="a3862314cc6fab8c" providerId="LiveId" clId="{91560560-5DF8-46DB-974C-C4C0FEE9B978}" dt="2026-01-30T13:08:55.309" v="34312"/>
          <ac:cxnSpMkLst>
            <pc:docMk/>
            <pc:sldMk cId="2244315792" sldId="2134806492"/>
            <ac:cxnSpMk id="36" creationId="{6F2845FE-67D7-49F1-007C-2A6C5AEBC18A}"/>
          </ac:cxnSpMkLst>
        </pc:cxnChg>
        <pc:cxnChg chg="mod ord">
          <ac:chgData name="A. İsmet AŞCI" userId="a3862314cc6fab8c" providerId="LiveId" clId="{91560560-5DF8-46DB-974C-C4C0FEE9B978}" dt="2026-01-30T13:08:55.321" v="34336"/>
          <ac:cxnSpMkLst>
            <pc:docMk/>
            <pc:sldMk cId="2244315792" sldId="2134806492"/>
            <ac:cxnSpMk id="37" creationId="{8D31E842-3EF9-F9F1-2575-A2B55C18B4D8}"/>
          </ac:cxnSpMkLst>
        </pc:cxnChg>
        <pc:cxnChg chg="mod ord">
          <ac:chgData name="A. İsmet AŞCI" userId="a3862314cc6fab8c" providerId="LiveId" clId="{91560560-5DF8-46DB-974C-C4C0FEE9B978}" dt="2026-01-30T13:08:55.321" v="34324"/>
          <ac:cxnSpMkLst>
            <pc:docMk/>
            <pc:sldMk cId="2244315792" sldId="2134806492"/>
            <ac:cxnSpMk id="44" creationId="{3856E639-4711-019C-8317-5CC2FB619914}"/>
          </ac:cxnSpMkLst>
        </pc:cxnChg>
        <pc:cxnChg chg="mod ord">
          <ac:chgData name="A. İsmet AŞCI" userId="a3862314cc6fab8c" providerId="LiveId" clId="{91560560-5DF8-46DB-974C-C4C0FEE9B978}" dt="2026-01-30T13:08:55.309" v="34316"/>
          <ac:cxnSpMkLst>
            <pc:docMk/>
            <pc:sldMk cId="2244315792" sldId="2134806492"/>
            <ac:cxnSpMk id="52" creationId="{B3F19001-E72B-9C18-C55A-3F626C597819}"/>
          </ac:cxnSpMkLst>
        </pc:cxnChg>
        <pc:cxnChg chg="mod ord">
          <ac:chgData name="A. İsmet AŞCI" userId="a3862314cc6fab8c" providerId="LiveId" clId="{91560560-5DF8-46DB-974C-C4C0FEE9B978}" dt="2026-01-30T13:08:55.309" v="34320"/>
          <ac:cxnSpMkLst>
            <pc:docMk/>
            <pc:sldMk cId="2244315792" sldId="2134806492"/>
            <ac:cxnSpMk id="53" creationId="{407FFB1D-83FC-915C-E271-CAA369026CE4}"/>
          </ac:cxnSpMkLst>
        </pc:cxnChg>
        <pc:cxnChg chg="mod ord">
          <ac:chgData name="A. İsmet AŞCI" userId="a3862314cc6fab8c" providerId="LiveId" clId="{91560560-5DF8-46DB-974C-C4C0FEE9B978}" dt="2026-01-30T13:08:55.321" v="34328"/>
          <ac:cxnSpMkLst>
            <pc:docMk/>
            <pc:sldMk cId="2244315792" sldId="2134806492"/>
            <ac:cxnSpMk id="54" creationId="{C1E5B5E2-8091-B756-314A-9C64164D83BF}"/>
          </ac:cxnSpMkLst>
        </pc:cxnChg>
        <pc:cxnChg chg="mod ord">
          <ac:chgData name="A. İsmet AŞCI" userId="a3862314cc6fab8c" providerId="LiveId" clId="{91560560-5DF8-46DB-974C-C4C0FEE9B978}" dt="2026-01-30T13:08:55.321" v="34332"/>
          <ac:cxnSpMkLst>
            <pc:docMk/>
            <pc:sldMk cId="2244315792" sldId="2134806492"/>
            <ac:cxnSpMk id="55" creationId="{906111AA-819B-1A8B-8A5B-F426BE6AEA13}"/>
          </ac:cxnSpMkLst>
        </pc:cxnChg>
        <pc:cxnChg chg="mod ord">
          <ac:chgData name="A. İsmet AŞCI" userId="a3862314cc6fab8c" providerId="LiveId" clId="{91560560-5DF8-46DB-974C-C4C0FEE9B978}" dt="2026-01-30T13:08:55.309" v="34314"/>
          <ac:cxnSpMkLst>
            <pc:docMk/>
            <pc:sldMk cId="2244315792" sldId="2134806492"/>
            <ac:cxnSpMk id="134" creationId="{632C2960-4F35-C0F8-6858-431A3A0A0A49}"/>
          </ac:cxnSpMkLst>
        </pc:cxnChg>
        <pc:cxnChg chg="mod ord">
          <ac:chgData name="A. İsmet AŞCI" userId="a3862314cc6fab8c" providerId="LiveId" clId="{91560560-5DF8-46DB-974C-C4C0FEE9B978}" dt="2026-01-30T13:08:55.309" v="34318"/>
          <ac:cxnSpMkLst>
            <pc:docMk/>
            <pc:sldMk cId="2244315792" sldId="2134806492"/>
            <ac:cxnSpMk id="135" creationId="{34FFF7F2-6190-963C-0CB0-A77CA71D691E}"/>
          </ac:cxnSpMkLst>
        </pc:cxnChg>
        <pc:cxnChg chg="mod ord">
          <ac:chgData name="A. İsmet AŞCI" userId="a3862314cc6fab8c" providerId="LiveId" clId="{91560560-5DF8-46DB-974C-C4C0FEE9B978}" dt="2026-01-30T13:08:55.309" v="34322"/>
          <ac:cxnSpMkLst>
            <pc:docMk/>
            <pc:sldMk cId="2244315792" sldId="2134806492"/>
            <ac:cxnSpMk id="136" creationId="{3E8B4729-45B2-32FE-B000-222276CB0DD5}"/>
          </ac:cxnSpMkLst>
        </pc:cxnChg>
        <pc:cxnChg chg="mod ord">
          <ac:chgData name="A. İsmet AŞCI" userId="a3862314cc6fab8c" providerId="LiveId" clId="{91560560-5DF8-46DB-974C-C4C0FEE9B978}" dt="2026-01-30T13:08:55.321" v="34326"/>
          <ac:cxnSpMkLst>
            <pc:docMk/>
            <pc:sldMk cId="2244315792" sldId="2134806492"/>
            <ac:cxnSpMk id="137" creationId="{F36DC551-C601-E3E7-5D40-2C05E2F0BB9B}"/>
          </ac:cxnSpMkLst>
        </pc:cxnChg>
        <pc:cxnChg chg="mod ord">
          <ac:chgData name="A. İsmet AŞCI" userId="a3862314cc6fab8c" providerId="LiveId" clId="{91560560-5DF8-46DB-974C-C4C0FEE9B978}" dt="2026-01-30T13:08:55.321" v="34330"/>
          <ac:cxnSpMkLst>
            <pc:docMk/>
            <pc:sldMk cId="2244315792" sldId="2134806492"/>
            <ac:cxnSpMk id="139" creationId="{9534B829-4417-3F6F-4782-228A4230E484}"/>
          </ac:cxnSpMkLst>
        </pc:cxnChg>
        <pc:cxnChg chg="mod ord">
          <ac:chgData name="A. İsmet AŞCI" userId="a3862314cc6fab8c" providerId="LiveId" clId="{91560560-5DF8-46DB-974C-C4C0FEE9B978}" dt="2026-01-30T13:08:55.321" v="34334"/>
          <ac:cxnSpMkLst>
            <pc:docMk/>
            <pc:sldMk cId="2244315792" sldId="2134806492"/>
            <ac:cxnSpMk id="140" creationId="{7ED9A4B2-696B-33DB-F5D8-922BF54CA132}"/>
          </ac:cxnSpMkLst>
        </pc:cxnChg>
        <pc:cxnChg chg="mod ord">
          <ac:chgData name="A. İsmet AŞCI" userId="a3862314cc6fab8c" providerId="LiveId" clId="{91560560-5DF8-46DB-974C-C4C0FEE9B978}" dt="2026-01-30T13:08:55.337" v="34353"/>
          <ac:cxnSpMkLst>
            <pc:docMk/>
            <pc:sldMk cId="2244315792" sldId="2134806492"/>
            <ac:cxnSpMk id="154" creationId="{49CD9004-0554-1145-930E-DC6C4211369C}"/>
          </ac:cxnSpMkLst>
        </pc:cxnChg>
        <pc:cxnChg chg="mod ord">
          <ac:chgData name="A. İsmet AŞCI" userId="a3862314cc6fab8c" providerId="LiveId" clId="{91560560-5DF8-46DB-974C-C4C0FEE9B978}" dt="2026-01-30T13:08:55.339" v="34355"/>
          <ac:cxnSpMkLst>
            <pc:docMk/>
            <pc:sldMk cId="2244315792" sldId="2134806492"/>
            <ac:cxnSpMk id="155" creationId="{3282484B-88A5-3F3F-9A7E-8E91035DFA77}"/>
          </ac:cxnSpMkLst>
        </pc:cxnChg>
      </pc:sldChg>
      <pc:sldChg chg="addSp delSp modSp new mod">
        <pc:chgData name="A. İsmet AŞCI" userId="a3862314cc6fab8c" providerId="LiveId" clId="{91560560-5DF8-46DB-974C-C4C0FEE9B978}" dt="2026-02-01T06:57:50.963" v="34844" actId="20577"/>
        <pc:sldMkLst>
          <pc:docMk/>
          <pc:sldMk cId="2656797327" sldId="2134806493"/>
        </pc:sldMkLst>
        <pc:spChg chg="add mod">
          <ac:chgData name="A. İsmet AŞCI" userId="a3862314cc6fab8c" providerId="LiveId" clId="{91560560-5DF8-46DB-974C-C4C0FEE9B978}" dt="2026-02-01T06:44:35.292" v="34726" actId="1076"/>
          <ac:spMkLst>
            <pc:docMk/>
            <pc:sldMk cId="2656797327" sldId="2134806493"/>
            <ac:spMk id="2" creationId="{8A5EF169-6BCD-E019-991D-90A31F28087F}"/>
          </ac:spMkLst>
        </pc:spChg>
        <pc:spChg chg="add mod">
          <ac:chgData name="A. İsmet AŞCI" userId="a3862314cc6fab8c" providerId="LiveId" clId="{91560560-5DF8-46DB-974C-C4C0FEE9B978}" dt="2026-02-01T06:45:01.879" v="34762" actId="1076"/>
          <ac:spMkLst>
            <pc:docMk/>
            <pc:sldMk cId="2656797327" sldId="2134806493"/>
            <ac:spMk id="3" creationId="{6853E956-49CB-FA28-44EC-AE6B70E6B51C}"/>
          </ac:spMkLst>
        </pc:spChg>
        <pc:spChg chg="add mod">
          <ac:chgData name="A. İsmet AŞCI" userId="a3862314cc6fab8c" providerId="LiveId" clId="{91560560-5DF8-46DB-974C-C4C0FEE9B978}" dt="2026-01-30T13:17:47.137" v="34681" actId="207"/>
          <ac:spMkLst>
            <pc:docMk/>
            <pc:sldMk cId="2656797327" sldId="2134806493"/>
            <ac:spMk id="5" creationId="{9D7AB8A3-5E07-8641-2D3A-6A493FD2FD39}"/>
          </ac:spMkLst>
        </pc:spChg>
        <pc:spChg chg="add mod">
          <ac:chgData name="A. İsmet AŞCI" userId="a3862314cc6fab8c" providerId="LiveId" clId="{91560560-5DF8-46DB-974C-C4C0FEE9B978}" dt="2026-02-01T06:50:17.748" v="34800" actId="20577"/>
          <ac:spMkLst>
            <pc:docMk/>
            <pc:sldMk cId="2656797327" sldId="2134806493"/>
            <ac:spMk id="12" creationId="{4659067D-9498-58E3-76CC-091E28E1608B}"/>
          </ac:spMkLst>
        </pc:spChg>
        <pc:spChg chg="add mod">
          <ac:chgData name="A. İsmet AŞCI" userId="a3862314cc6fab8c" providerId="LiveId" clId="{91560560-5DF8-46DB-974C-C4C0FEE9B978}" dt="2026-02-01T06:57:50.963" v="34844" actId="20577"/>
          <ac:spMkLst>
            <pc:docMk/>
            <pc:sldMk cId="2656797327" sldId="2134806493"/>
            <ac:spMk id="13" creationId="{5C673381-54D5-96BB-269C-C0E4EAB9666F}"/>
          </ac:spMkLst>
        </pc:spChg>
        <pc:graphicFrameChg chg="add mod ord modVis">
          <ac:chgData name="A. İsmet AŞCI" userId="a3862314cc6fab8c" providerId="LiveId" clId="{91560560-5DF8-46DB-974C-C4C0FEE9B978}" dt="2026-01-30T13:16:37.883" v="34643"/>
          <ac:graphicFrameMkLst>
            <pc:docMk/>
            <pc:sldMk cId="2656797327" sldId="2134806493"/>
            <ac:graphicFrameMk id="4" creationId="{11923A54-7FD8-86FB-7643-B44C35941930}"/>
          </ac:graphicFrameMkLst>
        </pc:graphicFrameChg>
        <pc:picChg chg="add del mod modCrop">
          <ac:chgData name="A. İsmet AŞCI" userId="a3862314cc6fab8c" providerId="LiveId" clId="{91560560-5DF8-46DB-974C-C4C0FEE9B978}" dt="2026-02-01T06:49:59.118" v="34787" actId="478"/>
          <ac:picMkLst>
            <pc:docMk/>
            <pc:sldMk cId="2656797327" sldId="2134806493"/>
            <ac:picMk id="6" creationId="{FF41B159-F052-8675-1E5F-22F12A3E79DD}"/>
          </ac:picMkLst>
        </pc:picChg>
        <pc:picChg chg="add mod">
          <ac:chgData name="A. İsmet AŞCI" userId="a3862314cc6fab8c" providerId="LiveId" clId="{91560560-5DF8-46DB-974C-C4C0FEE9B978}" dt="2026-01-30T13:16:36.985" v="34629" actId="26606"/>
          <ac:picMkLst>
            <pc:docMk/>
            <pc:sldMk cId="2656797327" sldId="2134806493"/>
            <ac:picMk id="7" creationId="{3F5D8746-709B-BD50-F8D0-CE4541C78799}"/>
          </ac:picMkLst>
        </pc:picChg>
        <pc:picChg chg="add mod modCrop">
          <ac:chgData name="A. İsmet AŞCI" userId="a3862314cc6fab8c" providerId="LiveId" clId="{91560560-5DF8-46DB-974C-C4C0FEE9B978}" dt="2026-02-01T06:39:18.417" v="34704" actId="1035"/>
          <ac:picMkLst>
            <pc:docMk/>
            <pc:sldMk cId="2656797327" sldId="2134806493"/>
            <ac:picMk id="8" creationId="{CF93A604-C8B2-344C-F98F-147FB44F6AED}"/>
          </ac:picMkLst>
        </pc:picChg>
        <pc:picChg chg="add mod modCrop">
          <ac:chgData name="A. İsmet AŞCI" userId="a3862314cc6fab8c" providerId="LiveId" clId="{91560560-5DF8-46DB-974C-C4C0FEE9B978}" dt="2026-01-30T13:19:17.773" v="34696" actId="1076"/>
          <ac:picMkLst>
            <pc:docMk/>
            <pc:sldMk cId="2656797327" sldId="2134806493"/>
            <ac:picMk id="9" creationId="{6171772C-DD5E-0752-843B-6C4B3CCE59E3}"/>
          </ac:picMkLst>
        </pc:picChg>
        <pc:picChg chg="add del mod modCrop">
          <ac:chgData name="A. İsmet AŞCI" userId="a3862314cc6fab8c" providerId="LiveId" clId="{91560560-5DF8-46DB-974C-C4C0FEE9B978}" dt="2026-02-01T06:49:59.118" v="34787" actId="478"/>
          <ac:picMkLst>
            <pc:docMk/>
            <pc:sldMk cId="2656797327" sldId="2134806493"/>
            <ac:picMk id="10" creationId="{F9D1B839-89D6-320D-E808-547C03878FB4}"/>
          </ac:picMkLst>
        </pc:picChg>
        <pc:picChg chg="add del mod">
          <ac:chgData name="A. İsmet AŞCI" userId="a3862314cc6fab8c" providerId="LiveId" clId="{91560560-5DF8-46DB-974C-C4C0FEE9B978}" dt="2026-02-01T06:50:01.218" v="34788" actId="478"/>
          <ac:picMkLst>
            <pc:docMk/>
            <pc:sldMk cId="2656797327" sldId="2134806493"/>
            <ac:picMk id="11" creationId="{034404FD-126A-CC2F-292A-7F57AE16B66F}"/>
          </ac:picMkLst>
        </pc:picChg>
      </pc:sldChg>
      <pc:sldChg chg="addSp delSp modSp new mod">
        <pc:chgData name="A. İsmet AŞCI" userId="a3862314cc6fab8c" providerId="LiveId" clId="{91560560-5DF8-46DB-974C-C4C0FEE9B978}" dt="2026-02-02T09:07:58.219" v="47920"/>
        <pc:sldMkLst>
          <pc:docMk/>
          <pc:sldMk cId="2238164615" sldId="2134806494"/>
        </pc:sldMkLst>
        <pc:spChg chg="mod">
          <ac:chgData name="A. İsmet AŞCI" userId="a3862314cc6fab8c" providerId="LiveId" clId="{91560560-5DF8-46DB-974C-C4C0FEE9B978}" dt="2026-02-02T09:07:58.203" v="47896" actId="948"/>
          <ac:spMkLst>
            <pc:docMk/>
            <pc:sldMk cId="2238164615" sldId="2134806494"/>
            <ac:spMk id="2" creationId="{CAAD0FE8-1F25-69B6-5353-5B710F5ADED7}"/>
          </ac:spMkLst>
        </pc:spChg>
        <pc:spChg chg="del">
          <ac:chgData name="A. İsmet AŞCI" userId="a3862314cc6fab8c" providerId="LiveId" clId="{91560560-5DF8-46DB-974C-C4C0FEE9B978}" dt="2026-02-01T10:08:05.082" v="39247"/>
          <ac:spMkLst>
            <pc:docMk/>
            <pc:sldMk cId="2238164615" sldId="2134806494"/>
            <ac:spMk id="3" creationId="{276499C1-391D-DD85-01C0-7E6B87DCF70D}"/>
          </ac:spMkLst>
        </pc:spChg>
        <pc:spChg chg="add del mod modVis">
          <ac:chgData name="A. İsmet AŞCI" userId="a3862314cc6fab8c" providerId="LiveId" clId="{91560560-5DF8-46DB-974C-C4C0FEE9B978}" dt="2026-02-02T09:07:48.012" v="47793"/>
          <ac:spMkLst>
            <pc:docMk/>
            <pc:sldMk cId="2238164615" sldId="2134806494"/>
            <ac:spMk id="3" creationId="{FF94CB08-5752-E728-6D5B-E14971EE863A}"/>
          </ac:spMkLst>
        </pc:spChg>
        <pc:spChg chg="add del mod modVis">
          <ac:chgData name="A. İsmet AŞCI" userId="a3862314cc6fab8c" providerId="LiveId" clId="{91560560-5DF8-46DB-974C-C4C0FEE9B978}" dt="2026-02-02T09:07:50.941" v="47830"/>
          <ac:spMkLst>
            <pc:docMk/>
            <pc:sldMk cId="2238164615" sldId="2134806494"/>
            <ac:spMk id="4" creationId="{2B832657-8E52-5580-4350-2944D80B6C63}"/>
          </ac:spMkLst>
        </pc:spChg>
        <pc:spChg chg="add del mod modVis">
          <ac:chgData name="A. İsmet AŞCI" userId="a3862314cc6fab8c" providerId="LiveId" clId="{91560560-5DF8-46DB-974C-C4C0FEE9B978}" dt="2026-02-01T10:08:13.473" v="39287"/>
          <ac:spMkLst>
            <pc:docMk/>
            <pc:sldMk cId="2238164615" sldId="2134806494"/>
            <ac:spMk id="6" creationId="{54ACFB09-3E3B-66C5-D31C-D63BDF1C0B32}"/>
          </ac:spMkLst>
        </pc:spChg>
        <pc:spChg chg="add del mod modVis">
          <ac:chgData name="A. İsmet AŞCI" userId="a3862314cc6fab8c" providerId="LiveId" clId="{91560560-5DF8-46DB-974C-C4C0FEE9B978}" dt="2026-02-02T09:07:54.502" v="47856"/>
          <ac:spMkLst>
            <pc:docMk/>
            <pc:sldMk cId="2238164615" sldId="2134806494"/>
            <ac:spMk id="6" creationId="{E2B800C7-6E59-C63B-4FAA-CE5AF83970C3}"/>
          </ac:spMkLst>
        </pc:spChg>
        <pc:spChg chg="add del mod modVis">
          <ac:chgData name="A. İsmet AŞCI" userId="a3862314cc6fab8c" providerId="LiveId" clId="{91560560-5DF8-46DB-974C-C4C0FEE9B978}" dt="2026-02-02T09:07:55.765" v="47886"/>
          <ac:spMkLst>
            <pc:docMk/>
            <pc:sldMk cId="2238164615" sldId="2134806494"/>
            <ac:spMk id="8" creationId="{FCDBEA7D-3C81-42FE-B817-C29C1158403A}"/>
          </ac:spMkLst>
        </pc:spChg>
        <pc:spChg chg="add del mod modVis">
          <ac:chgData name="A. İsmet AŞCI" userId="a3862314cc6fab8c" providerId="LiveId" clId="{91560560-5DF8-46DB-974C-C4C0FEE9B978}" dt="2026-02-02T09:07:58.218" v="47918"/>
          <ac:spMkLst>
            <pc:docMk/>
            <pc:sldMk cId="2238164615" sldId="2134806494"/>
            <ac:spMk id="9" creationId="{2A6C1722-5060-6EC2-DFFB-08BB696892DC}"/>
          </ac:spMkLst>
        </pc:spChg>
        <pc:graphicFrameChg chg="add mod ord modVis">
          <ac:chgData name="A. İsmet AŞCI" userId="a3862314cc6fab8c" providerId="LiveId" clId="{91560560-5DF8-46DB-974C-C4C0FEE9B978}" dt="2026-02-02T09:07:58.219" v="47920"/>
          <ac:graphicFrameMkLst>
            <pc:docMk/>
            <pc:sldMk cId="2238164615" sldId="2134806494"/>
            <ac:graphicFrameMk id="7" creationId="{369688A9-8ED0-64C1-625E-4CF291163FF5}"/>
          </ac:graphicFrameMkLst>
        </pc:graphicFrameChg>
        <pc:picChg chg="add mod">
          <ac:chgData name="A. İsmet AŞCI" userId="a3862314cc6fab8c" providerId="LiveId" clId="{91560560-5DF8-46DB-974C-C4C0FEE9B978}" dt="2026-02-01T10:08:06.051" v="39249" actId="962"/>
          <ac:picMkLst>
            <pc:docMk/>
            <pc:sldMk cId="2238164615" sldId="2134806494"/>
            <ac:picMk id="5" creationId="{D8D80BCF-240C-4168-AC62-A2CCB7699279}"/>
          </ac:picMkLst>
        </pc:picChg>
      </pc:sldChg>
      <pc:sldChg chg="addSp modSp new del mod">
        <pc:chgData name="A. İsmet AŞCI" userId="a3862314cc6fab8c" providerId="LiveId" clId="{91560560-5DF8-46DB-974C-C4C0FEE9B978}" dt="2026-02-01T10:06:59.386" v="39245" actId="47"/>
        <pc:sldMkLst>
          <pc:docMk/>
          <pc:sldMk cId="3933521571" sldId="2134806494"/>
        </pc:sldMkLst>
        <pc:spChg chg="mod">
          <ac:chgData name="A. İsmet AŞCI" userId="a3862314cc6fab8c" providerId="LiveId" clId="{91560560-5DF8-46DB-974C-C4C0FEE9B978}" dt="2026-02-01T09:28:44.947" v="38061" actId="14100"/>
          <ac:spMkLst>
            <pc:docMk/>
            <pc:sldMk cId="3933521571" sldId="2134806494"/>
            <ac:spMk id="3" creationId="{C55A9F3C-80C8-FDC6-23F6-77455EF0402A}"/>
          </ac:spMkLst>
        </pc:spChg>
        <pc:spChg chg="add mod">
          <ac:chgData name="A. İsmet AŞCI" userId="a3862314cc6fab8c" providerId="LiveId" clId="{91560560-5DF8-46DB-974C-C4C0FEE9B978}" dt="2026-02-01T09:28:41.760" v="38060"/>
          <ac:spMkLst>
            <pc:docMk/>
            <pc:sldMk cId="3933521571" sldId="2134806494"/>
            <ac:spMk id="4" creationId="{B5347F50-5CC2-3507-DCB4-6F9C4A6E2715}"/>
          </ac:spMkLst>
        </pc:spChg>
      </pc:sldChg>
      <pc:sldChg chg="modSp add del mod">
        <pc:chgData name="A. İsmet AŞCI" userId="a3862314cc6fab8c" providerId="LiveId" clId="{91560560-5DF8-46DB-974C-C4C0FEE9B978}" dt="2026-02-01T10:06:59.386" v="39245" actId="47"/>
        <pc:sldMkLst>
          <pc:docMk/>
          <pc:sldMk cId="1525453742" sldId="2134806495"/>
        </pc:sldMkLst>
        <pc:spChg chg="mod">
          <ac:chgData name="A. İsmet AŞCI" userId="a3862314cc6fab8c" providerId="LiveId" clId="{91560560-5DF8-46DB-974C-C4C0FEE9B978}" dt="2026-02-01T09:35:55.186" v="39244" actId="20577"/>
          <ac:spMkLst>
            <pc:docMk/>
            <pc:sldMk cId="1525453742" sldId="2134806495"/>
            <ac:spMk id="3" creationId="{8BFD8B46-3030-3B02-CC5E-C95C3D317BE8}"/>
          </ac:spMkLst>
        </pc:spChg>
      </pc:sldChg>
      <pc:sldChg chg="addSp delSp modSp add mod ord">
        <pc:chgData name="A. İsmet AŞCI" userId="a3862314cc6fab8c" providerId="LiveId" clId="{91560560-5DF8-46DB-974C-C4C0FEE9B978}" dt="2026-02-01T10:12:07.658" v="42399"/>
        <pc:sldMkLst>
          <pc:docMk/>
          <pc:sldMk cId="4004872160" sldId="2134806495"/>
        </pc:sldMkLst>
        <pc:spChg chg="mod ord">
          <ac:chgData name="A. İsmet AŞCI" userId="a3862314cc6fab8c" providerId="LiveId" clId="{91560560-5DF8-46DB-974C-C4C0FEE9B978}" dt="2026-02-01T10:11:24.330" v="42369" actId="948"/>
          <ac:spMkLst>
            <pc:docMk/>
            <pc:sldMk cId="4004872160" sldId="2134806495"/>
            <ac:spMk id="2" creationId="{EE931054-3B2B-50FC-FF7D-B4DFABD3A619}"/>
          </ac:spMkLst>
        </pc:spChg>
        <pc:spChg chg="add del mod ord">
          <ac:chgData name="A. İsmet AŞCI" userId="a3862314cc6fab8c" providerId="LiveId" clId="{91560560-5DF8-46DB-974C-C4C0FEE9B978}" dt="2026-02-01T10:10:35.106" v="41650" actId="478"/>
          <ac:spMkLst>
            <pc:docMk/>
            <pc:sldMk cId="4004872160" sldId="2134806495"/>
            <ac:spMk id="4" creationId="{94DC8499-DAE9-41A0-AC50-6CFF44A1FECF}"/>
          </ac:spMkLst>
        </pc:spChg>
        <pc:spChg chg="add del mod modVis">
          <ac:chgData name="A. İsmet AŞCI" userId="a3862314cc6fab8c" providerId="LiveId" clId="{91560560-5DF8-46DB-974C-C4C0FEE9B978}" dt="2026-02-01T10:10:14.585" v="39910"/>
          <ac:spMkLst>
            <pc:docMk/>
            <pc:sldMk cId="4004872160" sldId="2134806495"/>
            <ac:spMk id="6" creationId="{EB78450E-3EBD-E5D0-DC41-B21DC06DD6C1}"/>
          </ac:spMkLst>
        </pc:spChg>
        <pc:spChg chg="add mod">
          <ac:chgData name="A. İsmet AŞCI" userId="a3862314cc6fab8c" providerId="LiveId" clId="{91560560-5DF8-46DB-974C-C4C0FEE9B978}" dt="2026-02-01T10:11:06.029" v="42265"/>
          <ac:spMkLst>
            <pc:docMk/>
            <pc:sldMk cId="4004872160" sldId="2134806495"/>
            <ac:spMk id="8" creationId="{C7B0688A-FADB-9C55-55AE-E5E13EA25371}"/>
          </ac:spMkLst>
        </pc:spChg>
        <pc:spChg chg="add mod">
          <ac:chgData name="A. İsmet AŞCI" userId="a3862314cc6fab8c" providerId="LiveId" clId="{91560560-5DF8-46DB-974C-C4C0FEE9B978}" dt="2026-02-01T10:11:06.030" v="42266"/>
          <ac:spMkLst>
            <pc:docMk/>
            <pc:sldMk cId="4004872160" sldId="2134806495"/>
            <ac:spMk id="9" creationId="{103C04E4-6B8F-B7F5-24B1-8C45558F8913}"/>
          </ac:spMkLst>
        </pc:spChg>
        <pc:spChg chg="add mod">
          <ac:chgData name="A. İsmet AŞCI" userId="a3862314cc6fab8c" providerId="LiveId" clId="{91560560-5DF8-46DB-974C-C4C0FEE9B978}" dt="2026-02-01T10:11:06.030" v="42267"/>
          <ac:spMkLst>
            <pc:docMk/>
            <pc:sldMk cId="4004872160" sldId="2134806495"/>
            <ac:spMk id="10" creationId="{8AC84901-4303-851B-0D24-DDAF11E4937A}"/>
          </ac:spMkLst>
        </pc:spChg>
        <pc:spChg chg="add del mod">
          <ac:chgData name="A. İsmet AŞCI" userId="a3862314cc6fab8c" providerId="LiveId" clId="{91560560-5DF8-46DB-974C-C4C0FEE9B978}" dt="2026-02-01T10:10:31.589" v="41375"/>
          <ac:spMkLst>
            <pc:docMk/>
            <pc:sldMk cId="4004872160" sldId="2134806495"/>
            <ac:spMk id="11" creationId="{392D7A6C-A344-7D1A-89BE-E7E5AC664836}"/>
          </ac:spMkLst>
        </pc:spChg>
        <pc:spChg chg="add del mod">
          <ac:chgData name="A. İsmet AŞCI" userId="a3862314cc6fab8c" providerId="LiveId" clId="{91560560-5DF8-46DB-974C-C4C0FEE9B978}" dt="2026-02-01T10:10:31.593" v="41378"/>
          <ac:spMkLst>
            <pc:docMk/>
            <pc:sldMk cId="4004872160" sldId="2134806495"/>
            <ac:spMk id="12" creationId="{199EF69A-FBC5-5C52-B4F2-FFFE59AF8C69}"/>
          </ac:spMkLst>
        </pc:spChg>
        <pc:spChg chg="add del mod">
          <ac:chgData name="A. İsmet AŞCI" userId="a3862314cc6fab8c" providerId="LiveId" clId="{91560560-5DF8-46DB-974C-C4C0FEE9B978}" dt="2026-02-01T10:10:43.415" v="41742"/>
          <ac:spMkLst>
            <pc:docMk/>
            <pc:sldMk cId="4004872160" sldId="2134806495"/>
            <ac:spMk id="13" creationId="{88E9399E-374D-6656-88DF-F5246E534AFC}"/>
          </ac:spMkLst>
        </pc:spChg>
        <pc:spChg chg="add del mod">
          <ac:chgData name="A. İsmet AŞCI" userId="a3862314cc6fab8c" providerId="LiveId" clId="{91560560-5DF8-46DB-974C-C4C0FEE9B978}" dt="2026-02-01T10:10:19.098" v="40024"/>
          <ac:spMkLst>
            <pc:docMk/>
            <pc:sldMk cId="4004872160" sldId="2134806495"/>
            <ac:spMk id="14" creationId="{486D5012-1557-22E0-F487-0F7FBEC2AA03}"/>
          </ac:spMkLst>
        </pc:spChg>
        <pc:spChg chg="add del mod">
          <ac:chgData name="A. İsmet AŞCI" userId="a3862314cc6fab8c" providerId="LiveId" clId="{91560560-5DF8-46DB-974C-C4C0FEE9B978}" dt="2026-02-01T10:10:32.267" v="41598"/>
          <ac:spMkLst>
            <pc:docMk/>
            <pc:sldMk cId="4004872160" sldId="2134806495"/>
            <ac:spMk id="15" creationId="{1E4EE94B-B98D-BAAB-D063-F8D130DFFC7F}"/>
          </ac:spMkLst>
        </pc:spChg>
        <pc:spChg chg="add del mod">
          <ac:chgData name="A. İsmet AŞCI" userId="a3862314cc6fab8c" providerId="LiveId" clId="{91560560-5DF8-46DB-974C-C4C0FEE9B978}" dt="2026-02-01T10:10:32.272" v="41603"/>
          <ac:spMkLst>
            <pc:docMk/>
            <pc:sldMk cId="4004872160" sldId="2134806495"/>
            <ac:spMk id="16" creationId="{F9DA8BA5-8E31-0C63-CDA1-04DA85CBFBDE}"/>
          </ac:spMkLst>
        </pc:spChg>
        <pc:spChg chg="add del mod">
          <ac:chgData name="A. İsmet AŞCI" userId="a3862314cc6fab8c" providerId="LiveId" clId="{91560560-5DF8-46DB-974C-C4C0FEE9B978}" dt="2026-02-01T10:10:31.581" v="41363"/>
          <ac:spMkLst>
            <pc:docMk/>
            <pc:sldMk cId="4004872160" sldId="2134806495"/>
            <ac:spMk id="19" creationId="{EACAA393-5F44-7326-5B60-1098BF76DA47}"/>
          </ac:spMkLst>
        </pc:spChg>
        <pc:spChg chg="add del mod">
          <ac:chgData name="A. İsmet AŞCI" userId="a3862314cc6fab8c" providerId="LiveId" clId="{91560560-5DF8-46DB-974C-C4C0FEE9B978}" dt="2026-02-01T10:10:31.584" v="41366"/>
          <ac:spMkLst>
            <pc:docMk/>
            <pc:sldMk cId="4004872160" sldId="2134806495"/>
            <ac:spMk id="20" creationId="{F40DCDBE-5210-A247-8CD7-78048310D2B7}"/>
          </ac:spMkLst>
        </pc:spChg>
        <pc:spChg chg="add del mod">
          <ac:chgData name="A. İsmet AŞCI" userId="a3862314cc6fab8c" providerId="LiveId" clId="{91560560-5DF8-46DB-974C-C4C0FEE9B978}" dt="2026-02-01T10:10:31.585" v="41369"/>
          <ac:spMkLst>
            <pc:docMk/>
            <pc:sldMk cId="4004872160" sldId="2134806495"/>
            <ac:spMk id="21" creationId="{CAFACB16-F93A-3C3C-DC29-B28190E09C73}"/>
          </ac:spMkLst>
        </pc:spChg>
        <pc:spChg chg="add del mod">
          <ac:chgData name="A. İsmet AŞCI" userId="a3862314cc6fab8c" providerId="LiveId" clId="{91560560-5DF8-46DB-974C-C4C0FEE9B978}" dt="2026-02-01T10:10:31.588" v="41372"/>
          <ac:spMkLst>
            <pc:docMk/>
            <pc:sldMk cId="4004872160" sldId="2134806495"/>
            <ac:spMk id="22" creationId="{F5C0638B-8497-BCBC-702D-6B0BE1E90A99}"/>
          </ac:spMkLst>
        </pc:spChg>
        <pc:spChg chg="add del mod modVis">
          <ac:chgData name="A. İsmet AŞCI" userId="a3862314cc6fab8c" providerId="LiveId" clId="{91560560-5DF8-46DB-974C-C4C0FEE9B978}" dt="2026-02-01T10:10:20.641" v="40637"/>
          <ac:spMkLst>
            <pc:docMk/>
            <pc:sldMk cId="4004872160" sldId="2134806495"/>
            <ac:spMk id="23" creationId="{E56283CF-1FFA-082C-B199-F0F25B8C62FD}"/>
          </ac:spMkLst>
        </pc:spChg>
        <pc:spChg chg="add del mod">
          <ac:chgData name="A. İsmet AŞCI" userId="a3862314cc6fab8c" providerId="LiveId" clId="{91560560-5DF8-46DB-974C-C4C0FEE9B978}" dt="2026-02-01T10:10:31.561" v="41336"/>
          <ac:spMkLst>
            <pc:docMk/>
            <pc:sldMk cId="4004872160" sldId="2134806495"/>
            <ac:spMk id="24" creationId="{66433ED2-B8AB-063B-2504-978E88E373F3}"/>
          </ac:spMkLst>
        </pc:spChg>
        <pc:spChg chg="add del mod ord">
          <ac:chgData name="A. İsmet AŞCI" userId="a3862314cc6fab8c" providerId="LiveId" clId="{91560560-5DF8-46DB-974C-C4C0FEE9B978}" dt="2026-02-01T10:10:28.440" v="40916"/>
          <ac:spMkLst>
            <pc:docMk/>
            <pc:sldMk cId="4004872160" sldId="2134806495"/>
            <ac:spMk id="25" creationId="{E8063448-257B-490D-0691-9FDAC5A997B2}"/>
          </ac:spMkLst>
        </pc:spChg>
        <pc:spChg chg="add del mod ord">
          <ac:chgData name="A. İsmet AŞCI" userId="a3862314cc6fab8c" providerId="LiveId" clId="{91560560-5DF8-46DB-974C-C4C0FEE9B978}" dt="2026-02-01T10:10:31.575" v="41355"/>
          <ac:spMkLst>
            <pc:docMk/>
            <pc:sldMk cId="4004872160" sldId="2134806495"/>
            <ac:spMk id="26" creationId="{244E7751-77D3-EB33-B9BF-9E5624E948B9}"/>
          </ac:spMkLst>
        </pc:spChg>
        <pc:spChg chg="add del mod">
          <ac:chgData name="A. İsmet AŞCI" userId="a3862314cc6fab8c" providerId="LiveId" clId="{91560560-5DF8-46DB-974C-C4C0FEE9B978}" dt="2026-02-01T10:10:31.579" v="41360"/>
          <ac:spMkLst>
            <pc:docMk/>
            <pc:sldMk cId="4004872160" sldId="2134806495"/>
            <ac:spMk id="27" creationId="{335A5F72-E7CB-C822-AA55-C5628B35ED08}"/>
          </ac:spMkLst>
        </pc:spChg>
        <pc:spChg chg="add del mod">
          <ac:chgData name="A. İsmet AŞCI" userId="a3862314cc6fab8c" providerId="LiveId" clId="{91560560-5DF8-46DB-974C-C4C0FEE9B978}" dt="2026-02-01T10:10:31.988" v="41514"/>
          <ac:spMkLst>
            <pc:docMk/>
            <pc:sldMk cId="4004872160" sldId="2134806495"/>
            <ac:spMk id="28" creationId="{E6C82774-D6B5-0082-F25A-AD9935A1F442}"/>
          </ac:spMkLst>
        </pc:spChg>
        <pc:spChg chg="add mod">
          <ac:chgData name="A. İsmet AŞCI" userId="a3862314cc6fab8c" providerId="LiveId" clId="{91560560-5DF8-46DB-974C-C4C0FEE9B978}" dt="2026-02-01T10:11:06.030" v="42268"/>
          <ac:spMkLst>
            <pc:docMk/>
            <pc:sldMk cId="4004872160" sldId="2134806495"/>
            <ac:spMk id="42" creationId="{519E1E58-FF1F-3F42-BE7E-3DD933B4B79D}"/>
          </ac:spMkLst>
        </pc:spChg>
        <pc:spChg chg="add mod">
          <ac:chgData name="A. İsmet AŞCI" userId="a3862314cc6fab8c" providerId="LiveId" clId="{91560560-5DF8-46DB-974C-C4C0FEE9B978}" dt="2026-02-01T10:11:06.031" v="42269"/>
          <ac:spMkLst>
            <pc:docMk/>
            <pc:sldMk cId="4004872160" sldId="2134806495"/>
            <ac:spMk id="43" creationId="{D45496C6-AEF3-96DB-5C2B-A9C719159298}"/>
          </ac:spMkLst>
        </pc:spChg>
        <pc:spChg chg="add mod">
          <ac:chgData name="A. İsmet AŞCI" userId="a3862314cc6fab8c" providerId="LiveId" clId="{91560560-5DF8-46DB-974C-C4C0FEE9B978}" dt="2026-02-01T10:11:06.031" v="42270"/>
          <ac:spMkLst>
            <pc:docMk/>
            <pc:sldMk cId="4004872160" sldId="2134806495"/>
            <ac:spMk id="44" creationId="{01BDD656-68F6-B72E-BD1F-1AF8756CE033}"/>
          </ac:spMkLst>
        </pc:spChg>
        <pc:spChg chg="add del mod">
          <ac:chgData name="A. İsmet AŞCI" userId="a3862314cc6fab8c" providerId="LiveId" clId="{91560560-5DF8-46DB-974C-C4C0FEE9B978}" dt="2026-02-01T10:10:31.594" v="41379"/>
          <ac:spMkLst>
            <pc:docMk/>
            <pc:sldMk cId="4004872160" sldId="2134806495"/>
            <ac:spMk id="45" creationId="{E6FE7EFD-8C5F-C920-6BA6-9EE6CF110B45}"/>
          </ac:spMkLst>
        </pc:spChg>
        <pc:spChg chg="add del mod">
          <ac:chgData name="A. İsmet AŞCI" userId="a3862314cc6fab8c" providerId="LiveId" clId="{91560560-5DF8-46DB-974C-C4C0FEE9B978}" dt="2026-02-01T10:10:31.594" v="41380"/>
          <ac:spMkLst>
            <pc:docMk/>
            <pc:sldMk cId="4004872160" sldId="2134806495"/>
            <ac:spMk id="46" creationId="{1668E769-3D5E-56A1-7801-7DC54C627879}"/>
          </ac:spMkLst>
        </pc:spChg>
        <pc:spChg chg="add del mod">
          <ac:chgData name="A. İsmet AŞCI" userId="a3862314cc6fab8c" providerId="LiveId" clId="{91560560-5DF8-46DB-974C-C4C0FEE9B978}" dt="2026-02-01T10:10:31.595" v="41381"/>
          <ac:spMkLst>
            <pc:docMk/>
            <pc:sldMk cId="4004872160" sldId="2134806495"/>
            <ac:spMk id="47" creationId="{E0D59491-63A0-9C8B-E56F-5BDAE5641A07}"/>
          </ac:spMkLst>
        </pc:spChg>
        <pc:spChg chg="add del mod">
          <ac:chgData name="A. İsmet AŞCI" userId="a3862314cc6fab8c" providerId="LiveId" clId="{91560560-5DF8-46DB-974C-C4C0FEE9B978}" dt="2026-02-01T10:10:31.596" v="41383"/>
          <ac:spMkLst>
            <pc:docMk/>
            <pc:sldMk cId="4004872160" sldId="2134806495"/>
            <ac:spMk id="48" creationId="{B6D74074-5D48-98F7-016C-20A614872B52}"/>
          </ac:spMkLst>
        </pc:spChg>
        <pc:spChg chg="add del mod">
          <ac:chgData name="A. İsmet AŞCI" userId="a3862314cc6fab8c" providerId="LiveId" clId="{91560560-5DF8-46DB-974C-C4C0FEE9B978}" dt="2026-02-01T10:10:28.742" v="41169"/>
          <ac:spMkLst>
            <pc:docMk/>
            <pc:sldMk cId="4004872160" sldId="2134806495"/>
            <ac:spMk id="49" creationId="{B30CF4CB-182C-385E-ADC1-2FAA45FFA782}"/>
          </ac:spMkLst>
        </pc:spChg>
        <pc:spChg chg="add del mod">
          <ac:chgData name="A. İsmet AŞCI" userId="a3862314cc6fab8c" providerId="LiveId" clId="{91560560-5DF8-46DB-974C-C4C0FEE9B978}" dt="2026-02-01T10:10:28.747" v="41174"/>
          <ac:spMkLst>
            <pc:docMk/>
            <pc:sldMk cId="4004872160" sldId="2134806495"/>
            <ac:spMk id="50" creationId="{1025F114-F0EC-9FBE-3CCC-A16090F4126A}"/>
          </ac:spMkLst>
        </pc:spChg>
        <pc:spChg chg="add del mod">
          <ac:chgData name="A. İsmet AŞCI" userId="a3862314cc6fab8c" providerId="LiveId" clId="{91560560-5DF8-46DB-974C-C4C0FEE9B978}" dt="2026-02-01T10:10:28.753" v="41179"/>
          <ac:spMkLst>
            <pc:docMk/>
            <pc:sldMk cId="4004872160" sldId="2134806495"/>
            <ac:spMk id="51" creationId="{764A5BFE-1BA7-7135-5958-FEDD4867288A}"/>
          </ac:spMkLst>
        </pc:spChg>
        <pc:spChg chg="add del mod">
          <ac:chgData name="A. İsmet AŞCI" userId="a3862314cc6fab8c" providerId="LiveId" clId="{91560560-5DF8-46DB-974C-C4C0FEE9B978}" dt="2026-02-01T10:10:28.759" v="41184"/>
          <ac:spMkLst>
            <pc:docMk/>
            <pc:sldMk cId="4004872160" sldId="2134806495"/>
            <ac:spMk id="52" creationId="{C9B5D99A-5643-66A5-2AA4-65AEF3EAB485}"/>
          </ac:spMkLst>
        </pc:spChg>
        <pc:spChg chg="add del mod">
          <ac:chgData name="A. İsmet AŞCI" userId="a3862314cc6fab8c" providerId="LiveId" clId="{91560560-5DF8-46DB-974C-C4C0FEE9B978}" dt="2026-02-01T10:10:28.764" v="41189"/>
          <ac:spMkLst>
            <pc:docMk/>
            <pc:sldMk cId="4004872160" sldId="2134806495"/>
            <ac:spMk id="53" creationId="{16467779-EC08-60FD-7C1F-11C337631FBD}"/>
          </ac:spMkLst>
        </pc:spChg>
        <pc:spChg chg="add del mod">
          <ac:chgData name="A. İsmet AŞCI" userId="a3862314cc6fab8c" providerId="LiveId" clId="{91560560-5DF8-46DB-974C-C4C0FEE9B978}" dt="2026-02-01T10:10:28.770" v="41194"/>
          <ac:spMkLst>
            <pc:docMk/>
            <pc:sldMk cId="4004872160" sldId="2134806495"/>
            <ac:spMk id="54" creationId="{24D744FA-E95A-916A-4659-854819FD0524}"/>
          </ac:spMkLst>
        </pc:spChg>
        <pc:spChg chg="add del mod">
          <ac:chgData name="A. İsmet AŞCI" userId="a3862314cc6fab8c" providerId="LiveId" clId="{91560560-5DF8-46DB-974C-C4C0FEE9B978}" dt="2026-02-01T10:10:31.596" v="41382"/>
          <ac:spMkLst>
            <pc:docMk/>
            <pc:sldMk cId="4004872160" sldId="2134806495"/>
            <ac:spMk id="55" creationId="{00FD9B2F-E0E6-A30F-1692-C75352AE98B7}"/>
          </ac:spMkLst>
        </pc:spChg>
        <pc:spChg chg="add del mod modVis">
          <ac:chgData name="A. İsmet AŞCI" userId="a3862314cc6fab8c" providerId="LiveId" clId="{91560560-5DF8-46DB-974C-C4C0FEE9B978}" dt="2026-02-01T10:10:28.928" v="41329"/>
          <ac:spMkLst>
            <pc:docMk/>
            <pc:sldMk cId="4004872160" sldId="2134806495"/>
            <ac:spMk id="56" creationId="{37EB372F-D588-B545-4EB1-4CD1BC091066}"/>
          </ac:spMkLst>
        </pc:spChg>
        <pc:spChg chg="add del mod">
          <ac:chgData name="A. İsmet AŞCI" userId="a3862314cc6fab8c" providerId="LiveId" clId="{91560560-5DF8-46DB-974C-C4C0FEE9B978}" dt="2026-02-01T10:10:32.260" v="41593"/>
          <ac:spMkLst>
            <pc:docMk/>
            <pc:sldMk cId="4004872160" sldId="2134806495"/>
            <ac:spMk id="66" creationId="{0E4511DC-EFA8-F91C-04E8-BCF2996E2215}"/>
          </ac:spMkLst>
        </pc:spChg>
        <pc:spChg chg="add del mod modVis">
          <ac:chgData name="A. İsmet AŞCI" userId="a3862314cc6fab8c" providerId="LiveId" clId="{91560560-5DF8-46DB-974C-C4C0FEE9B978}" dt="2026-02-01T10:10:32.339" v="41647"/>
          <ac:spMkLst>
            <pc:docMk/>
            <pc:sldMk cId="4004872160" sldId="2134806495"/>
            <ac:spMk id="67" creationId="{C122CFBB-16C5-A84A-D1F9-DEC63AC3523A}"/>
          </ac:spMkLst>
        </pc:spChg>
        <pc:spChg chg="add mod">
          <ac:chgData name="A. İsmet AŞCI" userId="a3862314cc6fab8c" providerId="LiveId" clId="{91560560-5DF8-46DB-974C-C4C0FEE9B978}" dt="2026-02-01T10:11:06.032" v="42271"/>
          <ac:spMkLst>
            <pc:docMk/>
            <pc:sldMk cId="4004872160" sldId="2134806495"/>
            <ac:spMk id="70" creationId="{781BD6DD-E37F-7A2C-412D-0DC15D40D9CC}"/>
          </ac:spMkLst>
        </pc:spChg>
        <pc:spChg chg="add del mod modVis">
          <ac:chgData name="A. İsmet AŞCI" userId="a3862314cc6fab8c" providerId="LiveId" clId="{91560560-5DF8-46DB-974C-C4C0FEE9B978}" dt="2026-02-01T10:10:43.467" v="41778"/>
          <ac:spMkLst>
            <pc:docMk/>
            <pc:sldMk cId="4004872160" sldId="2134806495"/>
            <ac:spMk id="71" creationId="{52FA345F-C7FF-3789-F256-E0789C4C7B26}"/>
          </ac:spMkLst>
        </pc:spChg>
        <pc:spChg chg="add del mod">
          <ac:chgData name="A. İsmet AŞCI" userId="a3862314cc6fab8c" providerId="LiveId" clId="{91560560-5DF8-46DB-974C-C4C0FEE9B978}" dt="2026-02-01T10:10:54.755" v="41900"/>
          <ac:spMkLst>
            <pc:docMk/>
            <pc:sldMk cId="4004872160" sldId="2134806495"/>
            <ac:spMk id="74" creationId="{8883DA03-EEA9-3779-D517-BFC05697947D}"/>
          </ac:spMkLst>
        </pc:spChg>
        <pc:spChg chg="add del mod modVis">
          <ac:chgData name="A. İsmet AŞCI" userId="a3862314cc6fab8c" providerId="LiveId" clId="{91560560-5DF8-46DB-974C-C4C0FEE9B978}" dt="2026-02-01T10:10:52.510" v="41897"/>
          <ac:spMkLst>
            <pc:docMk/>
            <pc:sldMk cId="4004872160" sldId="2134806495"/>
            <ac:spMk id="75" creationId="{AAE7BE11-FF13-E05C-0BD7-D40711E8E708}"/>
          </ac:spMkLst>
        </pc:spChg>
        <pc:spChg chg="add del mod modVis">
          <ac:chgData name="A. İsmet AŞCI" userId="a3862314cc6fab8c" providerId="LiveId" clId="{91560560-5DF8-46DB-974C-C4C0FEE9B978}" dt="2026-02-01T10:10:59.204" v="42143"/>
          <ac:spMkLst>
            <pc:docMk/>
            <pc:sldMk cId="4004872160" sldId="2134806495"/>
            <ac:spMk id="78" creationId="{297138E9-5F91-268F-90CA-B2D4FF5F6F35}"/>
          </ac:spMkLst>
        </pc:spChg>
        <pc:spChg chg="add del mod">
          <ac:chgData name="A. İsmet AŞCI" userId="a3862314cc6fab8c" providerId="LiveId" clId="{91560560-5DF8-46DB-974C-C4C0FEE9B978}" dt="2026-02-01T10:11:01.150" v="42171"/>
          <ac:spMkLst>
            <pc:docMk/>
            <pc:sldMk cId="4004872160" sldId="2134806495"/>
            <ac:spMk id="79" creationId="{E164C5E4-77A6-DF9C-271E-A15A9C0A8EA5}"/>
          </ac:spMkLst>
        </pc:spChg>
        <pc:spChg chg="add del mod">
          <ac:chgData name="A. İsmet AŞCI" userId="a3862314cc6fab8c" providerId="LiveId" clId="{91560560-5DF8-46DB-974C-C4C0FEE9B978}" dt="2026-02-01T10:11:01.149" v="42169"/>
          <ac:spMkLst>
            <pc:docMk/>
            <pc:sldMk cId="4004872160" sldId="2134806495"/>
            <ac:spMk id="80" creationId="{C97EC702-62D6-94C2-C398-F6E47C997980}"/>
          </ac:spMkLst>
        </pc:spChg>
        <pc:spChg chg="add del mod">
          <ac:chgData name="A. İsmet AŞCI" userId="a3862314cc6fab8c" providerId="LiveId" clId="{91560560-5DF8-46DB-974C-C4C0FEE9B978}" dt="2026-02-01T10:11:01.150" v="42170"/>
          <ac:spMkLst>
            <pc:docMk/>
            <pc:sldMk cId="4004872160" sldId="2134806495"/>
            <ac:spMk id="81" creationId="{4AFC16AD-6186-F50E-DC2F-6F9E06D2E1FB}"/>
          </ac:spMkLst>
        </pc:spChg>
        <pc:spChg chg="add del mod modVis">
          <ac:chgData name="A. İsmet AŞCI" userId="a3862314cc6fab8c" providerId="LiveId" clId="{91560560-5DF8-46DB-974C-C4C0FEE9B978}" dt="2026-02-01T10:11:13.610" v="42310"/>
          <ac:spMkLst>
            <pc:docMk/>
            <pc:sldMk cId="4004872160" sldId="2134806495"/>
            <ac:spMk id="87" creationId="{84814DBD-F0EB-5D35-B613-907DCAD02F0A}"/>
          </ac:spMkLst>
        </pc:spChg>
        <pc:spChg chg="add del mod modVis">
          <ac:chgData name="A. İsmet AŞCI" userId="a3862314cc6fab8c" providerId="LiveId" clId="{91560560-5DF8-46DB-974C-C4C0FEE9B978}" dt="2026-02-01T10:11:24.361" v="42391"/>
          <ac:spMkLst>
            <pc:docMk/>
            <pc:sldMk cId="4004872160" sldId="2134806495"/>
            <ac:spMk id="88" creationId="{EE87B583-6D5E-6EED-7CC9-F32BA5A4EE2F}"/>
          </ac:spMkLst>
        </pc:spChg>
        <pc:graphicFrameChg chg="mod">
          <ac:chgData name="A. İsmet AŞCI" userId="a3862314cc6fab8c" providerId="LiveId" clId="{91560560-5DF8-46DB-974C-C4C0FEE9B978}" dt="2026-02-01T10:11:24.364" v="42393"/>
          <ac:graphicFrameMkLst>
            <pc:docMk/>
            <pc:sldMk cId="4004872160" sldId="2134806495"/>
            <ac:graphicFrameMk id="7" creationId="{26412449-84BE-9896-F00F-50F8D7A075C2}"/>
          </ac:graphicFrameMkLst>
        </pc:graphicFrameChg>
        <pc:graphicFrameChg chg="add del mod ord">
          <ac:chgData name="A. İsmet AŞCI" userId="a3862314cc6fab8c" providerId="LiveId" clId="{91560560-5DF8-46DB-974C-C4C0FEE9B978}" dt="2026-02-01T10:10:20.572" v="40579"/>
          <ac:graphicFrameMkLst>
            <pc:docMk/>
            <pc:sldMk cId="4004872160" sldId="2134806495"/>
            <ac:graphicFrameMk id="18" creationId="{E76AE696-8CB7-CE9D-EDA1-28DDA79AFE30}"/>
          </ac:graphicFrameMkLst>
        </pc:graphicFrameChg>
        <pc:graphicFrameChg chg="add del mod ord">
          <ac:chgData name="A. İsmet AŞCI" userId="a3862314cc6fab8c" providerId="LiveId" clId="{91560560-5DF8-46DB-974C-C4C0FEE9B978}" dt="2026-02-01T10:10:28.830" v="41250"/>
          <ac:graphicFrameMkLst>
            <pc:docMk/>
            <pc:sldMk cId="4004872160" sldId="2134806495"/>
            <ac:graphicFrameMk id="41" creationId="{4628E12E-9FC0-9646-AC60-6099EDFF89F4}"/>
          </ac:graphicFrameMkLst>
        </pc:graphicFrameChg>
        <pc:graphicFrameChg chg="add del mod ord">
          <ac:chgData name="A. İsmet AŞCI" userId="a3862314cc6fab8c" providerId="LiveId" clId="{91560560-5DF8-46DB-974C-C4C0FEE9B978}" dt="2026-02-01T10:10:32.296" v="41627"/>
          <ac:graphicFrameMkLst>
            <pc:docMk/>
            <pc:sldMk cId="4004872160" sldId="2134806495"/>
            <ac:graphicFrameMk id="65" creationId="{9ED4A070-F88E-8456-C895-EB9A241D445D}"/>
          </ac:graphicFrameMkLst>
        </pc:graphicFrameChg>
        <pc:graphicFrameChg chg="add del mod ord">
          <ac:chgData name="A. İsmet AŞCI" userId="a3862314cc6fab8c" providerId="LiveId" clId="{91560560-5DF8-46DB-974C-C4C0FEE9B978}" dt="2026-02-01T10:10:36.904" v="41680"/>
          <ac:graphicFrameMkLst>
            <pc:docMk/>
            <pc:sldMk cId="4004872160" sldId="2134806495"/>
            <ac:graphicFrameMk id="68" creationId="{FD6FE29A-CE9E-EEC8-6266-49444CC53E81}"/>
          </ac:graphicFrameMkLst>
        </pc:graphicFrameChg>
        <pc:graphicFrameChg chg="add del mod ord">
          <ac:chgData name="A. İsmet AŞCI" userId="a3862314cc6fab8c" providerId="LiveId" clId="{91560560-5DF8-46DB-974C-C4C0FEE9B978}" dt="2026-02-01T10:10:43.431" v="41760"/>
          <ac:graphicFrameMkLst>
            <pc:docMk/>
            <pc:sldMk cId="4004872160" sldId="2134806495"/>
            <ac:graphicFrameMk id="69" creationId="{4B1F1289-1AE0-F02B-6A66-16AC9123D8F2}"/>
          </ac:graphicFrameMkLst>
        </pc:graphicFrameChg>
        <pc:graphicFrameChg chg="add del mod ord">
          <ac:chgData name="A. İsmet AŞCI" userId="a3862314cc6fab8c" providerId="LiveId" clId="{91560560-5DF8-46DB-974C-C4C0FEE9B978}" dt="2026-02-01T10:10:49.755" v="41782"/>
          <ac:graphicFrameMkLst>
            <pc:docMk/>
            <pc:sldMk cId="4004872160" sldId="2134806495"/>
            <ac:graphicFrameMk id="72" creationId="{E2F7022B-22AC-30C1-5724-7C710DE8DE82}"/>
          </ac:graphicFrameMkLst>
        </pc:graphicFrameChg>
        <pc:graphicFrameChg chg="add del mod ord">
          <ac:chgData name="A. İsmet AŞCI" userId="a3862314cc6fab8c" providerId="LiveId" clId="{91560560-5DF8-46DB-974C-C4C0FEE9B978}" dt="2026-02-01T10:10:52.485" v="41878"/>
          <ac:graphicFrameMkLst>
            <pc:docMk/>
            <pc:sldMk cId="4004872160" sldId="2134806495"/>
            <ac:graphicFrameMk id="73" creationId="{DD85CF7C-A14B-330E-8B9A-0D3923FC02A4}"/>
          </ac:graphicFrameMkLst>
        </pc:graphicFrameChg>
        <pc:graphicFrameChg chg="add del mod ord">
          <ac:chgData name="A. İsmet AŞCI" userId="a3862314cc6fab8c" providerId="LiveId" clId="{91560560-5DF8-46DB-974C-C4C0FEE9B978}" dt="2026-02-01T10:10:54.770" v="41902"/>
          <ac:graphicFrameMkLst>
            <pc:docMk/>
            <pc:sldMk cId="4004872160" sldId="2134806495"/>
            <ac:graphicFrameMk id="76" creationId="{2A707AF4-CD14-E23D-CD01-F9121FC5636D}"/>
          </ac:graphicFrameMkLst>
        </pc:graphicFrameChg>
        <pc:graphicFrameChg chg="add del mod ord">
          <ac:chgData name="A. İsmet AŞCI" userId="a3862314cc6fab8c" providerId="LiveId" clId="{91560560-5DF8-46DB-974C-C4C0FEE9B978}" dt="2026-02-01T10:10:59.167" v="42122"/>
          <ac:graphicFrameMkLst>
            <pc:docMk/>
            <pc:sldMk cId="4004872160" sldId="2134806495"/>
            <ac:graphicFrameMk id="77" creationId="{96E58EE8-B3B8-8F46-A165-4EA9804E5B61}"/>
          </ac:graphicFrameMkLst>
        </pc:graphicFrameChg>
        <pc:graphicFrameChg chg="add del mod ord">
          <ac:chgData name="A. İsmet AŞCI" userId="a3862314cc6fab8c" providerId="LiveId" clId="{91560560-5DF8-46DB-974C-C4C0FEE9B978}" dt="2026-02-01T10:11:01.090" v="42147"/>
          <ac:graphicFrameMkLst>
            <pc:docMk/>
            <pc:sldMk cId="4004872160" sldId="2134806495"/>
            <ac:graphicFrameMk id="82" creationId="{564A4FCE-1CBF-78A5-F5C0-4D286EB3C0D1}"/>
          </ac:graphicFrameMkLst>
        </pc:graphicFrameChg>
        <pc:graphicFrameChg chg="add del mod ord">
          <ac:chgData name="A. İsmet AŞCI" userId="a3862314cc6fab8c" providerId="LiveId" clId="{91560560-5DF8-46DB-974C-C4C0FEE9B978}" dt="2026-02-01T10:11:01.162" v="42173"/>
          <ac:graphicFrameMkLst>
            <pc:docMk/>
            <pc:sldMk cId="4004872160" sldId="2134806495"/>
            <ac:graphicFrameMk id="83" creationId="{A6943FAF-1A6C-BA6E-58BE-AACB704BE192}"/>
          </ac:graphicFrameMkLst>
        </pc:graphicFrameChg>
        <pc:graphicFrameChg chg="add del mod ord">
          <ac:chgData name="A. İsmet AŞCI" userId="a3862314cc6fab8c" providerId="LiveId" clId="{91560560-5DF8-46DB-974C-C4C0FEE9B978}" dt="2026-02-01T10:11:04.750" v="42207"/>
          <ac:graphicFrameMkLst>
            <pc:docMk/>
            <pc:sldMk cId="4004872160" sldId="2134806495"/>
            <ac:graphicFrameMk id="84" creationId="{A9041BC8-81F2-87E1-FFA2-047FF0EAB3A7}"/>
          </ac:graphicFrameMkLst>
        </pc:graphicFrameChg>
        <pc:graphicFrameChg chg="add del mod ord">
          <ac:chgData name="A. İsmet AŞCI" userId="a3862314cc6fab8c" providerId="LiveId" clId="{91560560-5DF8-46DB-974C-C4C0FEE9B978}" dt="2026-02-01T10:11:06.004" v="42255"/>
          <ac:graphicFrameMkLst>
            <pc:docMk/>
            <pc:sldMk cId="4004872160" sldId="2134806495"/>
            <ac:graphicFrameMk id="85" creationId="{C55A6E60-6A26-9804-A97A-83101435A656}"/>
          </ac:graphicFrameMkLst>
        </pc:graphicFrameChg>
        <pc:graphicFrameChg chg="add mod ord">
          <ac:chgData name="A. İsmet AŞCI" userId="a3862314cc6fab8c" providerId="LiveId" clId="{91560560-5DF8-46DB-974C-C4C0FEE9B978}" dt="2026-02-01T10:11:06.029" v="42264"/>
          <ac:graphicFrameMkLst>
            <pc:docMk/>
            <pc:sldMk cId="4004872160" sldId="2134806495"/>
            <ac:graphicFrameMk id="86" creationId="{134195D3-A722-6183-F413-DF9E71FBFB4A}"/>
          </ac:graphicFrameMkLst>
        </pc:graphicFrameChg>
        <pc:picChg chg="del">
          <ac:chgData name="A. İsmet AŞCI" userId="a3862314cc6fab8c" providerId="LiveId" clId="{91560560-5DF8-46DB-974C-C4C0FEE9B978}" dt="2026-02-01T10:08:17.874" v="39303" actId="478"/>
          <ac:picMkLst>
            <pc:docMk/>
            <pc:sldMk cId="4004872160" sldId="2134806495"/>
            <ac:picMk id="5" creationId="{EFE4DB57-A673-C6D5-EE0D-178786CA06D2}"/>
          </ac:picMkLst>
        </pc:picChg>
        <pc:cxnChg chg="add del mod ord">
          <ac:chgData name="A. İsmet AŞCI" userId="a3862314cc6fab8c" providerId="LiveId" clId="{91560560-5DF8-46DB-974C-C4C0FEE9B978}" dt="2026-02-01T10:10:31.589" v="41374"/>
          <ac:cxnSpMkLst>
            <pc:docMk/>
            <pc:sldMk cId="4004872160" sldId="2134806495"/>
            <ac:cxnSpMk id="17" creationId="{30057568-156F-6ACC-60D8-EF98451221BD}"/>
          </ac:cxnSpMkLst>
        </pc:cxnChg>
        <pc:cxnChg chg="add del mod ord">
          <ac:chgData name="A. İsmet AŞCI" userId="a3862314cc6fab8c" providerId="LiveId" clId="{91560560-5DF8-46DB-974C-C4C0FEE9B978}" dt="2026-02-01T10:10:31.570" v="41348"/>
          <ac:cxnSpMkLst>
            <pc:docMk/>
            <pc:sldMk cId="4004872160" sldId="2134806495"/>
            <ac:cxnSpMk id="29" creationId="{4620DD78-D63C-7E96-895B-0440AD4B1D1D}"/>
          </ac:cxnSpMkLst>
        </pc:cxnChg>
        <pc:cxnChg chg="add del mod ord">
          <ac:chgData name="A. İsmet AŞCI" userId="a3862314cc6fab8c" providerId="LiveId" clId="{91560560-5DF8-46DB-974C-C4C0FEE9B978}" dt="2026-02-01T10:10:31.567" v="41344"/>
          <ac:cxnSpMkLst>
            <pc:docMk/>
            <pc:sldMk cId="4004872160" sldId="2134806495"/>
            <ac:cxnSpMk id="30" creationId="{84E19C51-15D7-9AED-8A04-2A870D793B42}"/>
          </ac:cxnSpMkLst>
        </pc:cxnChg>
        <pc:cxnChg chg="add del mod ord">
          <ac:chgData name="A. İsmet AŞCI" userId="a3862314cc6fab8c" providerId="LiveId" clId="{91560560-5DF8-46DB-974C-C4C0FEE9B978}" dt="2026-02-01T10:10:31.564" v="41340"/>
          <ac:cxnSpMkLst>
            <pc:docMk/>
            <pc:sldMk cId="4004872160" sldId="2134806495"/>
            <ac:cxnSpMk id="31" creationId="{2DC7D2CE-2997-EC9E-1E2A-47ED2C1AF76A}"/>
          </ac:cxnSpMkLst>
        </pc:cxnChg>
        <pc:cxnChg chg="add del mod ord">
          <ac:chgData name="A. İsmet AŞCI" userId="a3862314cc6fab8c" providerId="LiveId" clId="{91560560-5DF8-46DB-974C-C4C0FEE9B978}" dt="2026-02-01T10:10:31.560" v="41335"/>
          <ac:cxnSpMkLst>
            <pc:docMk/>
            <pc:sldMk cId="4004872160" sldId="2134806495"/>
            <ac:cxnSpMk id="32" creationId="{D55F5F35-8608-EDB2-E2E7-9064D9C32923}"/>
          </ac:cxnSpMkLst>
        </pc:cxnChg>
        <pc:cxnChg chg="add del mod ord">
          <ac:chgData name="A. İsmet AŞCI" userId="a3862314cc6fab8c" providerId="LiveId" clId="{91560560-5DF8-46DB-974C-C4C0FEE9B978}" dt="2026-02-01T10:10:31.987" v="41513"/>
          <ac:cxnSpMkLst>
            <pc:docMk/>
            <pc:sldMk cId="4004872160" sldId="2134806495"/>
            <ac:cxnSpMk id="33" creationId="{573D0570-9E1A-A06A-CD65-2B20DFDD44E7}"/>
          </ac:cxnSpMkLst>
        </pc:cxnChg>
        <pc:cxnChg chg="add del mod ord">
          <ac:chgData name="A. İsmet AŞCI" userId="a3862314cc6fab8c" providerId="LiveId" clId="{91560560-5DF8-46DB-974C-C4C0FEE9B978}" dt="2026-02-01T10:10:31.579" v="41359"/>
          <ac:cxnSpMkLst>
            <pc:docMk/>
            <pc:sldMk cId="4004872160" sldId="2134806495"/>
            <ac:cxnSpMk id="34" creationId="{BC4B183A-3633-DD63-2A98-5BBE1CAAC5C6}"/>
          </ac:cxnSpMkLst>
        </pc:cxnChg>
        <pc:cxnChg chg="add del mod ord">
          <ac:chgData name="A. İsmet AŞCI" userId="a3862314cc6fab8c" providerId="LiveId" clId="{91560560-5DF8-46DB-974C-C4C0FEE9B978}" dt="2026-02-01T10:10:31.581" v="41362"/>
          <ac:cxnSpMkLst>
            <pc:docMk/>
            <pc:sldMk cId="4004872160" sldId="2134806495"/>
            <ac:cxnSpMk id="35" creationId="{E9CC0089-CBE0-44D6-B82F-14A964604744}"/>
          </ac:cxnSpMkLst>
        </pc:cxnChg>
        <pc:cxnChg chg="add del mod ord">
          <ac:chgData name="A. İsmet AŞCI" userId="a3862314cc6fab8c" providerId="LiveId" clId="{91560560-5DF8-46DB-974C-C4C0FEE9B978}" dt="2026-02-01T10:10:31.582" v="41365"/>
          <ac:cxnSpMkLst>
            <pc:docMk/>
            <pc:sldMk cId="4004872160" sldId="2134806495"/>
            <ac:cxnSpMk id="36" creationId="{D3C8B4D3-C60A-4143-E9E0-2F48BF9EEA8A}"/>
          </ac:cxnSpMkLst>
        </pc:cxnChg>
        <pc:cxnChg chg="add del mod ord">
          <ac:chgData name="A. İsmet AŞCI" userId="a3862314cc6fab8c" providerId="LiveId" clId="{91560560-5DF8-46DB-974C-C4C0FEE9B978}" dt="2026-02-01T10:10:31.585" v="41368"/>
          <ac:cxnSpMkLst>
            <pc:docMk/>
            <pc:sldMk cId="4004872160" sldId="2134806495"/>
            <ac:cxnSpMk id="37" creationId="{D81DFA49-A7D9-21F6-9105-9E85C9E1D03F}"/>
          </ac:cxnSpMkLst>
        </pc:cxnChg>
        <pc:cxnChg chg="add del mod ord">
          <ac:chgData name="A. İsmet AŞCI" userId="a3862314cc6fab8c" providerId="LiveId" clId="{91560560-5DF8-46DB-974C-C4C0FEE9B978}" dt="2026-02-01T10:10:31.587" v="41371"/>
          <ac:cxnSpMkLst>
            <pc:docMk/>
            <pc:sldMk cId="4004872160" sldId="2134806495"/>
            <ac:cxnSpMk id="38" creationId="{63C09C30-5122-7265-A6CA-C6C824BC8AF0}"/>
          </ac:cxnSpMkLst>
        </pc:cxnChg>
        <pc:cxnChg chg="add del mod ord">
          <ac:chgData name="A. İsmet AŞCI" userId="a3862314cc6fab8c" providerId="LiveId" clId="{91560560-5DF8-46DB-974C-C4C0FEE9B978}" dt="2026-02-01T10:10:31.591" v="41377"/>
          <ac:cxnSpMkLst>
            <pc:docMk/>
            <pc:sldMk cId="4004872160" sldId="2134806495"/>
            <ac:cxnSpMk id="39" creationId="{5E8F29DF-2A56-C42B-E9DE-97ECDA408BCA}"/>
          </ac:cxnSpMkLst>
        </pc:cxnChg>
        <pc:cxnChg chg="add del mod ord">
          <ac:chgData name="A. İsmet AŞCI" userId="a3862314cc6fab8c" providerId="LiveId" clId="{91560560-5DF8-46DB-974C-C4C0FEE9B978}" dt="2026-02-01T10:10:32.295" v="41625"/>
          <ac:cxnSpMkLst>
            <pc:docMk/>
            <pc:sldMk cId="4004872160" sldId="2134806495"/>
            <ac:cxnSpMk id="40" creationId="{3EA13ADD-F22E-81C6-77F3-21A8815A05F5}"/>
          </ac:cxnSpMkLst>
        </pc:cxnChg>
        <pc:cxnChg chg="add del mod ord">
          <ac:chgData name="A. İsmet AŞCI" userId="a3862314cc6fab8c" providerId="LiveId" clId="{91560560-5DF8-46DB-974C-C4C0FEE9B978}" dt="2026-02-01T10:10:31.572" v="41350"/>
          <ac:cxnSpMkLst>
            <pc:docMk/>
            <pc:sldMk cId="4004872160" sldId="2134806495"/>
            <ac:cxnSpMk id="57" creationId="{724F14F6-1E25-1F5B-17C0-C942F578899B}"/>
          </ac:cxnSpMkLst>
        </pc:cxnChg>
        <pc:cxnChg chg="add del mod ord">
          <ac:chgData name="A. İsmet AŞCI" userId="a3862314cc6fab8c" providerId="LiveId" clId="{91560560-5DF8-46DB-974C-C4C0FEE9B978}" dt="2026-02-01T10:10:31.569" v="41346"/>
          <ac:cxnSpMkLst>
            <pc:docMk/>
            <pc:sldMk cId="4004872160" sldId="2134806495"/>
            <ac:cxnSpMk id="58" creationId="{9495E7C5-C7AF-32E1-74D1-10AD7453D71A}"/>
          </ac:cxnSpMkLst>
        </pc:cxnChg>
        <pc:cxnChg chg="add del mod ord">
          <ac:chgData name="A. İsmet AŞCI" userId="a3862314cc6fab8c" providerId="LiveId" clId="{91560560-5DF8-46DB-974C-C4C0FEE9B978}" dt="2026-02-01T10:10:31.566" v="41342"/>
          <ac:cxnSpMkLst>
            <pc:docMk/>
            <pc:sldMk cId="4004872160" sldId="2134806495"/>
            <ac:cxnSpMk id="59" creationId="{D8B7FC29-7161-DC91-B607-95405D10D37D}"/>
          </ac:cxnSpMkLst>
        </pc:cxnChg>
        <pc:cxnChg chg="add del mod ord">
          <ac:chgData name="A. İsmet AŞCI" userId="a3862314cc6fab8c" providerId="LiveId" clId="{91560560-5DF8-46DB-974C-C4C0FEE9B978}" dt="2026-02-01T10:10:31.562" v="41338"/>
          <ac:cxnSpMkLst>
            <pc:docMk/>
            <pc:sldMk cId="4004872160" sldId="2134806495"/>
            <ac:cxnSpMk id="60" creationId="{BF717A9C-9F70-8D90-F1DF-3F6532DEB94B}"/>
          </ac:cxnSpMkLst>
        </pc:cxnChg>
        <pc:cxnChg chg="add del mod ord">
          <ac:chgData name="A. İsmet AŞCI" userId="a3862314cc6fab8c" providerId="LiveId" clId="{91560560-5DF8-46DB-974C-C4C0FEE9B978}" dt="2026-02-01T10:10:31.558" v="41333"/>
          <ac:cxnSpMkLst>
            <pc:docMk/>
            <pc:sldMk cId="4004872160" sldId="2134806495"/>
            <ac:cxnSpMk id="61" creationId="{E69CA36A-60B7-EC53-1A90-1EE8C25A53D6}"/>
          </ac:cxnSpMkLst>
        </pc:cxnChg>
        <pc:cxnChg chg="add del mod ord">
          <ac:chgData name="A. İsmet AŞCI" userId="a3862314cc6fab8c" providerId="LiveId" clId="{91560560-5DF8-46DB-974C-C4C0FEE9B978}" dt="2026-02-01T10:10:31.577" v="41357"/>
          <ac:cxnSpMkLst>
            <pc:docMk/>
            <pc:sldMk cId="4004872160" sldId="2134806495"/>
            <ac:cxnSpMk id="62" creationId="{B88BBEAB-C7E0-7ACB-F48F-E031DF107DD6}"/>
          </ac:cxnSpMkLst>
        </pc:cxnChg>
        <pc:cxnChg chg="add del mod ord">
          <ac:chgData name="A. İsmet AŞCI" userId="a3862314cc6fab8c" providerId="LiveId" clId="{91560560-5DF8-46DB-974C-C4C0FEE9B978}" dt="2026-02-01T10:10:31.574" v="41354"/>
          <ac:cxnSpMkLst>
            <pc:docMk/>
            <pc:sldMk cId="4004872160" sldId="2134806495"/>
            <ac:cxnSpMk id="63" creationId="{F6809655-FF99-FAF9-30EA-A6606E01A40F}"/>
          </ac:cxnSpMkLst>
        </pc:cxnChg>
        <pc:cxnChg chg="add del mod ord">
          <ac:chgData name="A. İsmet AŞCI" userId="a3862314cc6fab8c" providerId="LiveId" clId="{91560560-5DF8-46DB-974C-C4C0FEE9B978}" dt="2026-02-01T10:10:31.573" v="41352"/>
          <ac:cxnSpMkLst>
            <pc:docMk/>
            <pc:sldMk cId="4004872160" sldId="2134806495"/>
            <ac:cxnSpMk id="64" creationId="{61199F8E-2FA7-24A5-1A82-6FCCDC29FA4D}"/>
          </ac:cxnSpMkLst>
        </pc:cxnChg>
      </pc:sldChg>
      <pc:sldChg chg="addSp delSp modSp new del mod">
        <pc:chgData name="A. İsmet AŞCI" userId="a3862314cc6fab8c" providerId="LiveId" clId="{91560560-5DF8-46DB-974C-C4C0FEE9B978}" dt="2026-02-01T10:41:45.743" v="46815" actId="47"/>
        <pc:sldMkLst>
          <pc:docMk/>
          <pc:sldMk cId="1338903597" sldId="2134806496"/>
        </pc:sldMkLst>
        <pc:spChg chg="mod">
          <ac:chgData name="A. İsmet AŞCI" userId="a3862314cc6fab8c" providerId="LiveId" clId="{91560560-5DF8-46DB-974C-C4C0FEE9B978}" dt="2026-02-01T10:24:22.336" v="46506" actId="948"/>
          <ac:spMkLst>
            <pc:docMk/>
            <pc:sldMk cId="1338903597" sldId="2134806496"/>
            <ac:spMk id="2" creationId="{B65027BC-ADA6-BE23-D70B-7538D215E872}"/>
          </ac:spMkLst>
        </pc:spChg>
        <pc:spChg chg="del">
          <ac:chgData name="A. İsmet AŞCI" userId="a3862314cc6fab8c" providerId="LiveId" clId="{91560560-5DF8-46DB-974C-C4C0FEE9B978}" dt="2026-02-01T10:24:24.538" v="46531" actId="478"/>
          <ac:spMkLst>
            <pc:docMk/>
            <pc:sldMk cId="1338903597" sldId="2134806496"/>
            <ac:spMk id="3" creationId="{8237713F-F691-2FCD-2A94-B08469727DFD}"/>
          </ac:spMkLst>
        </pc:spChg>
        <pc:spChg chg="add del mod modVis">
          <ac:chgData name="A. İsmet AŞCI" userId="a3862314cc6fab8c" providerId="LiveId" clId="{91560560-5DF8-46DB-974C-C4C0FEE9B978}" dt="2026-02-01T10:24:14.470" v="46377"/>
          <ac:spMkLst>
            <pc:docMk/>
            <pc:sldMk cId="1338903597" sldId="2134806496"/>
            <ac:spMk id="4" creationId="{1910B041-E7CC-91F6-EAF4-40FF22D691DE}"/>
          </ac:spMkLst>
        </pc:spChg>
        <pc:spChg chg="add del mod modVis">
          <ac:chgData name="A. İsmet AŞCI" userId="a3862314cc6fab8c" providerId="LiveId" clId="{91560560-5DF8-46DB-974C-C4C0FEE9B978}" dt="2026-02-01T10:24:17.321" v="46428"/>
          <ac:spMkLst>
            <pc:docMk/>
            <pc:sldMk cId="1338903597" sldId="2134806496"/>
            <ac:spMk id="6" creationId="{0FFA7F83-161E-1376-BB18-7FA20F418FD1}"/>
          </ac:spMkLst>
        </pc:spChg>
        <pc:spChg chg="add del mod modVis">
          <ac:chgData name="A. İsmet AŞCI" userId="a3862314cc6fab8c" providerId="LiveId" clId="{91560560-5DF8-46DB-974C-C4C0FEE9B978}" dt="2026-02-01T10:24:17.961" v="46454"/>
          <ac:spMkLst>
            <pc:docMk/>
            <pc:sldMk cId="1338903597" sldId="2134806496"/>
            <ac:spMk id="7" creationId="{0287B76C-F4A3-6581-6964-B31249D5D50C}"/>
          </ac:spMkLst>
        </pc:spChg>
        <pc:spChg chg="add del mod modVis">
          <ac:chgData name="A. İsmet AŞCI" userId="a3862314cc6fab8c" providerId="LiveId" clId="{91560560-5DF8-46DB-974C-C4C0FEE9B978}" dt="2026-02-01T10:24:20.360" v="46493"/>
          <ac:spMkLst>
            <pc:docMk/>
            <pc:sldMk cId="1338903597" sldId="2134806496"/>
            <ac:spMk id="8" creationId="{E4869118-C79D-6B21-3C1E-9D9D3B5F9BEB}"/>
          </ac:spMkLst>
        </pc:spChg>
        <pc:spChg chg="add del mod modVis">
          <ac:chgData name="A. İsmet AŞCI" userId="a3862314cc6fab8c" providerId="LiveId" clId="{91560560-5DF8-46DB-974C-C4C0FEE9B978}" dt="2026-02-01T10:24:22.365" v="46528"/>
          <ac:spMkLst>
            <pc:docMk/>
            <pc:sldMk cId="1338903597" sldId="2134806496"/>
            <ac:spMk id="9" creationId="{861E94B2-1EA1-3157-5927-224E9D5A8D58}"/>
          </ac:spMkLst>
        </pc:spChg>
        <pc:graphicFrameChg chg="add mod ord modVis">
          <ac:chgData name="A. İsmet AŞCI" userId="a3862314cc6fab8c" providerId="LiveId" clId="{91560560-5DF8-46DB-974C-C4C0FEE9B978}" dt="2026-02-01T10:24:22.365" v="46530"/>
          <ac:graphicFrameMkLst>
            <pc:docMk/>
            <pc:sldMk cId="1338903597" sldId="2134806496"/>
            <ac:graphicFrameMk id="5" creationId="{109C37CD-5343-41B8-F793-0BA9888CC247}"/>
          </ac:graphicFrameMkLst>
        </pc:graphicFrameChg>
        <pc:graphicFrameChg chg="add mod">
          <ac:chgData name="A. İsmet AŞCI" userId="a3862314cc6fab8c" providerId="LiveId" clId="{91560560-5DF8-46DB-974C-C4C0FEE9B978}" dt="2026-02-01T10:24:39.027" v="46537" actId="1076"/>
          <ac:graphicFrameMkLst>
            <pc:docMk/>
            <pc:sldMk cId="1338903597" sldId="2134806496"/>
            <ac:graphicFrameMk id="10" creationId="{239554EB-7635-0817-B05B-37832E48564A}"/>
          </ac:graphicFrameMkLst>
        </pc:graphicFrameChg>
      </pc:sldChg>
      <pc:sldChg chg="addSp delSp modSp add mod">
        <pc:chgData name="A. İsmet AŞCI" userId="a3862314cc6fab8c" providerId="LiveId" clId="{91560560-5DF8-46DB-974C-C4C0FEE9B978}" dt="2026-02-01T10:18:40.945" v="46351"/>
        <pc:sldMkLst>
          <pc:docMk/>
          <pc:sldMk cId="660509321" sldId="2134806497"/>
        </pc:sldMkLst>
        <pc:spChg chg="mod ord">
          <ac:chgData name="A. İsmet AŞCI" userId="a3862314cc6fab8c" providerId="LiveId" clId="{91560560-5DF8-46DB-974C-C4C0FEE9B978}" dt="2026-02-01T10:18:40.892" v="46327" actId="948"/>
          <ac:spMkLst>
            <pc:docMk/>
            <pc:sldMk cId="660509321" sldId="2134806497"/>
            <ac:spMk id="2" creationId="{40C94093-3DBF-C2CF-E3AF-8FCCDA958F8E}"/>
          </ac:spMkLst>
        </pc:spChg>
        <pc:spChg chg="add mod">
          <ac:chgData name="A. İsmet AŞCI" userId="a3862314cc6fab8c" providerId="LiveId" clId="{91560560-5DF8-46DB-974C-C4C0FEE9B978}" dt="2026-02-01T10:18:35.688" v="46309"/>
          <ac:spMkLst>
            <pc:docMk/>
            <pc:sldMk cId="660509321" sldId="2134806497"/>
            <ac:spMk id="3" creationId="{65B6CAEA-2328-BFB9-92E1-1E1BD8896223}"/>
          </ac:spMkLst>
        </pc:spChg>
        <pc:spChg chg="add del mod">
          <ac:chgData name="A. İsmet AŞCI" userId="a3862314cc6fab8c" providerId="LiveId" clId="{91560560-5DF8-46DB-974C-C4C0FEE9B978}" dt="2026-02-01T10:12:22.016" v="43064"/>
          <ac:spMkLst>
            <pc:docMk/>
            <pc:sldMk cId="660509321" sldId="2134806497"/>
            <ac:spMk id="4" creationId="{BA446734-2F38-0725-5908-C63140AA8527}"/>
          </ac:spMkLst>
        </pc:spChg>
        <pc:spChg chg="add del mod modVis">
          <ac:chgData name="A. İsmet AŞCI" userId="a3862314cc6fab8c" providerId="LiveId" clId="{91560560-5DF8-46DB-974C-C4C0FEE9B978}" dt="2026-02-01T10:12:16.900" v="42683"/>
          <ac:spMkLst>
            <pc:docMk/>
            <pc:sldMk cId="660509321" sldId="2134806497"/>
            <ac:spMk id="5" creationId="{05069F75-BC3E-EEBC-A2FF-A6D01F2C1E5A}"/>
          </ac:spMkLst>
        </pc:spChg>
        <pc:spChg chg="mod">
          <ac:chgData name="A. İsmet AŞCI" userId="a3862314cc6fab8c" providerId="LiveId" clId="{91560560-5DF8-46DB-974C-C4C0FEE9B978}" dt="2026-02-01T10:18:35.686" v="46305"/>
          <ac:spMkLst>
            <pc:docMk/>
            <pc:sldMk cId="660509321" sldId="2134806497"/>
            <ac:spMk id="8" creationId="{EBA117B3-A0E6-546E-B369-C8BD4F3310B2}"/>
          </ac:spMkLst>
        </pc:spChg>
        <pc:spChg chg="del mod">
          <ac:chgData name="A. İsmet AŞCI" userId="a3862314cc6fab8c" providerId="LiveId" clId="{91560560-5DF8-46DB-974C-C4C0FEE9B978}" dt="2026-02-01T10:14:46.674" v="43552"/>
          <ac:spMkLst>
            <pc:docMk/>
            <pc:sldMk cId="660509321" sldId="2134806497"/>
            <ac:spMk id="9" creationId="{6AD7850B-F19A-99A1-2D0E-C92EE6DCE30A}"/>
          </ac:spMkLst>
        </pc:spChg>
        <pc:spChg chg="mod">
          <ac:chgData name="A. İsmet AŞCI" userId="a3862314cc6fab8c" providerId="LiveId" clId="{91560560-5DF8-46DB-974C-C4C0FEE9B978}" dt="2026-02-01T10:18:35.688" v="46306"/>
          <ac:spMkLst>
            <pc:docMk/>
            <pc:sldMk cId="660509321" sldId="2134806497"/>
            <ac:spMk id="10" creationId="{85C8A541-AE24-7AE3-E3CC-4709B59FEAFC}"/>
          </ac:spMkLst>
        </pc:spChg>
        <pc:spChg chg="add del mod modVis">
          <ac:chgData name="A. İsmet AŞCI" userId="a3862314cc6fab8c" providerId="LiveId" clId="{91560560-5DF8-46DB-974C-C4C0FEE9B978}" dt="2026-02-01T10:12:19.981" v="43060"/>
          <ac:spMkLst>
            <pc:docMk/>
            <pc:sldMk cId="660509321" sldId="2134806497"/>
            <ac:spMk id="11" creationId="{C637F4C4-7519-4106-A8B6-9DA010E02496}"/>
          </ac:spMkLst>
        </pc:spChg>
        <pc:spChg chg="add del mod ord">
          <ac:chgData name="A. İsmet AŞCI" userId="a3862314cc6fab8c" providerId="LiveId" clId="{91560560-5DF8-46DB-974C-C4C0FEE9B978}" dt="2026-02-01T10:12:31.614" v="43252"/>
          <ac:spMkLst>
            <pc:docMk/>
            <pc:sldMk cId="660509321" sldId="2134806497"/>
            <ac:spMk id="12" creationId="{020A22F7-FE0B-2A40-FE38-35D688B4ED92}"/>
          </ac:spMkLst>
        </pc:spChg>
        <pc:spChg chg="add del mod">
          <ac:chgData name="A. İsmet AŞCI" userId="a3862314cc6fab8c" providerId="LiveId" clId="{91560560-5DF8-46DB-974C-C4C0FEE9B978}" dt="2026-02-01T10:15:50.623" v="43772"/>
          <ac:spMkLst>
            <pc:docMk/>
            <pc:sldMk cId="660509321" sldId="2134806497"/>
            <ac:spMk id="13" creationId="{36B22ACB-92A0-7E26-DE32-0816499F9AC4}"/>
          </ac:spMkLst>
        </pc:spChg>
        <pc:spChg chg="add mod">
          <ac:chgData name="A. İsmet AŞCI" userId="a3862314cc6fab8c" providerId="LiveId" clId="{91560560-5DF8-46DB-974C-C4C0FEE9B978}" dt="2026-02-01T10:18:35.689" v="46310"/>
          <ac:spMkLst>
            <pc:docMk/>
            <pc:sldMk cId="660509321" sldId="2134806497"/>
            <ac:spMk id="14" creationId="{E5AF11F7-E1C8-F711-E0B2-0DFFCC833BB8}"/>
          </ac:spMkLst>
        </pc:spChg>
        <pc:spChg chg="add mod">
          <ac:chgData name="A. İsmet AŞCI" userId="a3862314cc6fab8c" providerId="LiveId" clId="{91560560-5DF8-46DB-974C-C4C0FEE9B978}" dt="2026-02-01T10:18:35.689" v="46311"/>
          <ac:spMkLst>
            <pc:docMk/>
            <pc:sldMk cId="660509321" sldId="2134806497"/>
            <ac:spMk id="15" creationId="{F731E2B2-2083-675D-EEB6-175AF150D829}"/>
          </ac:spMkLst>
        </pc:spChg>
        <pc:spChg chg="add del mod">
          <ac:chgData name="A. İsmet AŞCI" userId="a3862314cc6fab8c" providerId="LiveId" clId="{91560560-5DF8-46DB-974C-C4C0FEE9B978}" dt="2026-02-01T10:12:22.011" v="43063"/>
          <ac:spMkLst>
            <pc:docMk/>
            <pc:sldMk cId="660509321" sldId="2134806497"/>
            <ac:spMk id="16" creationId="{24233C4E-DF7A-A2FB-1759-CF9939F675BF}"/>
          </ac:spMkLst>
        </pc:spChg>
        <pc:spChg chg="add del mod modVis">
          <ac:chgData name="A. İsmet AŞCI" userId="a3862314cc6fab8c" providerId="LiveId" clId="{91560560-5DF8-46DB-974C-C4C0FEE9B978}" dt="2026-02-01T10:14:17.436" v="43365"/>
          <ac:spMkLst>
            <pc:docMk/>
            <pc:sldMk cId="660509321" sldId="2134806497"/>
            <ac:spMk id="23" creationId="{3F062F47-FB43-D4CB-AC43-94C18B0DDA49}"/>
          </ac:spMkLst>
        </pc:spChg>
        <pc:spChg chg="add del mod modVis">
          <ac:chgData name="A. İsmet AŞCI" userId="a3862314cc6fab8c" providerId="LiveId" clId="{91560560-5DF8-46DB-974C-C4C0FEE9B978}" dt="2026-02-01T10:14:31.676" v="43428"/>
          <ac:spMkLst>
            <pc:docMk/>
            <pc:sldMk cId="660509321" sldId="2134806497"/>
            <ac:spMk id="25" creationId="{D85F4DE2-5865-A38F-DF5D-8D4383701A76}"/>
          </ac:spMkLst>
        </pc:spChg>
        <pc:spChg chg="add del mod modVis">
          <ac:chgData name="A. İsmet AŞCI" userId="a3862314cc6fab8c" providerId="LiveId" clId="{91560560-5DF8-46DB-974C-C4C0FEE9B978}" dt="2026-02-01T10:14:39.087" v="43525"/>
          <ac:spMkLst>
            <pc:docMk/>
            <pc:sldMk cId="660509321" sldId="2134806497"/>
            <ac:spMk id="29" creationId="{4A454A88-BB77-F7E5-2A72-51028C8EA806}"/>
          </ac:spMkLst>
        </pc:spChg>
        <pc:spChg chg="add del mod modVis">
          <ac:chgData name="A. İsmet AŞCI" userId="a3862314cc6fab8c" providerId="LiveId" clId="{91560560-5DF8-46DB-974C-C4C0FEE9B978}" dt="2026-02-01T10:15:07.185" v="43649"/>
          <ac:spMkLst>
            <pc:docMk/>
            <pc:sldMk cId="660509321" sldId="2134806497"/>
            <ac:spMk id="33" creationId="{D5FB397D-758A-F19E-468D-4D99E1DD6117}"/>
          </ac:spMkLst>
        </pc:spChg>
        <pc:spChg chg="add del mod modVis">
          <ac:chgData name="A. İsmet AŞCI" userId="a3862314cc6fab8c" providerId="LiveId" clId="{91560560-5DF8-46DB-974C-C4C0FEE9B978}" dt="2026-02-01T10:15:14.873" v="43709"/>
          <ac:spMkLst>
            <pc:docMk/>
            <pc:sldMk cId="660509321" sldId="2134806497"/>
            <ac:spMk id="35" creationId="{BA828065-1B19-2C5C-F56B-15733DC206B6}"/>
          </ac:spMkLst>
        </pc:spChg>
        <pc:spChg chg="add del mod modVis">
          <ac:chgData name="A. İsmet AŞCI" userId="a3862314cc6fab8c" providerId="LiveId" clId="{91560560-5DF8-46DB-974C-C4C0FEE9B978}" dt="2026-02-01T10:15:36.791" v="43769"/>
          <ac:spMkLst>
            <pc:docMk/>
            <pc:sldMk cId="660509321" sldId="2134806497"/>
            <ac:spMk id="37" creationId="{B4E97C39-2223-1FB4-C351-EF540251915C}"/>
          </ac:spMkLst>
        </pc:spChg>
        <pc:spChg chg="add del mod modVis">
          <ac:chgData name="A. İsmet AŞCI" userId="a3862314cc6fab8c" providerId="LiveId" clId="{91560560-5DF8-46DB-974C-C4C0FEE9B978}" dt="2026-02-01T10:16:08.964" v="43858"/>
          <ac:spMkLst>
            <pc:docMk/>
            <pc:sldMk cId="660509321" sldId="2134806497"/>
            <ac:spMk id="40" creationId="{FF036B46-D439-EB5E-06B4-FDECB18E9527}"/>
          </ac:spMkLst>
        </pc:spChg>
        <pc:spChg chg="mod">
          <ac:chgData name="A. İsmet AŞCI" userId="a3862314cc6fab8c" providerId="LiveId" clId="{91560560-5DF8-46DB-974C-C4C0FEE9B978}" dt="2026-02-01T10:18:35.688" v="46307"/>
          <ac:spMkLst>
            <pc:docMk/>
            <pc:sldMk cId="660509321" sldId="2134806497"/>
            <ac:spMk id="42" creationId="{16895DF7-457B-52F4-E79A-576134F592FA}"/>
          </ac:spMkLst>
        </pc:spChg>
        <pc:spChg chg="del mod">
          <ac:chgData name="A. İsmet AŞCI" userId="a3862314cc6fab8c" providerId="LiveId" clId="{91560560-5DF8-46DB-974C-C4C0FEE9B978}" dt="2026-02-01T10:15:50.625" v="43773"/>
          <ac:spMkLst>
            <pc:docMk/>
            <pc:sldMk cId="660509321" sldId="2134806497"/>
            <ac:spMk id="43" creationId="{2983791E-D828-621D-5933-F9E9FEDECA0C}"/>
          </ac:spMkLst>
        </pc:spChg>
        <pc:spChg chg="mod">
          <ac:chgData name="A. İsmet AŞCI" userId="a3862314cc6fab8c" providerId="LiveId" clId="{91560560-5DF8-46DB-974C-C4C0FEE9B978}" dt="2026-02-01T10:18:35.688" v="46308"/>
          <ac:spMkLst>
            <pc:docMk/>
            <pc:sldMk cId="660509321" sldId="2134806497"/>
            <ac:spMk id="44" creationId="{43151A9A-25FF-660B-303B-06A99726B8BC}"/>
          </ac:spMkLst>
        </pc:spChg>
        <pc:spChg chg="add del mod modVis">
          <ac:chgData name="A. İsmet AŞCI" userId="a3862314cc6fab8c" providerId="LiveId" clId="{91560560-5DF8-46DB-974C-C4C0FEE9B978}" dt="2026-02-01T10:16:13.448" v="43916"/>
          <ac:spMkLst>
            <pc:docMk/>
            <pc:sldMk cId="660509321" sldId="2134806497"/>
            <ac:spMk id="45" creationId="{5544F321-9534-65DE-0175-AA319709FA94}"/>
          </ac:spMkLst>
        </pc:spChg>
        <pc:spChg chg="add del mod modVis">
          <ac:chgData name="A. İsmet AŞCI" userId="a3862314cc6fab8c" providerId="LiveId" clId="{91560560-5DF8-46DB-974C-C4C0FEE9B978}" dt="2026-02-01T10:16:22.102" v="43991"/>
          <ac:spMkLst>
            <pc:docMk/>
            <pc:sldMk cId="660509321" sldId="2134806497"/>
            <ac:spMk id="48" creationId="{F9467E90-68C7-ACE2-D899-0E80259CB1C5}"/>
          </ac:spMkLst>
        </pc:spChg>
        <pc:spChg chg="add del mod modVis">
          <ac:chgData name="A. İsmet AŞCI" userId="a3862314cc6fab8c" providerId="LiveId" clId="{91560560-5DF8-46DB-974C-C4C0FEE9B978}" dt="2026-02-01T10:16:25.982" v="44065" actId="962"/>
          <ac:spMkLst>
            <pc:docMk/>
            <pc:sldMk cId="660509321" sldId="2134806497"/>
            <ac:spMk id="50" creationId="{C08C0532-B922-E280-351C-1370E98B3685}"/>
          </ac:spMkLst>
        </pc:spChg>
        <pc:spChg chg="add del mod modVis">
          <ac:chgData name="A. İsmet AŞCI" userId="a3862314cc6fab8c" providerId="LiveId" clId="{91560560-5DF8-46DB-974C-C4C0FEE9B978}" dt="2026-02-01T10:16:28.110" v="44182"/>
          <ac:spMkLst>
            <pc:docMk/>
            <pc:sldMk cId="660509321" sldId="2134806497"/>
            <ac:spMk id="52" creationId="{4A065679-32A9-D3ED-431D-899BFFE15281}"/>
          </ac:spMkLst>
        </pc:spChg>
        <pc:spChg chg="add del mod modVis">
          <ac:chgData name="A. İsmet AŞCI" userId="a3862314cc6fab8c" providerId="LiveId" clId="{91560560-5DF8-46DB-974C-C4C0FEE9B978}" dt="2026-02-01T10:16:28.765" v="44230"/>
          <ac:spMkLst>
            <pc:docMk/>
            <pc:sldMk cId="660509321" sldId="2134806497"/>
            <ac:spMk id="54" creationId="{F59F430C-6994-5AB8-A09C-6624E6565DE1}"/>
          </ac:spMkLst>
        </pc:spChg>
        <pc:spChg chg="add del mod modVis">
          <ac:chgData name="A. İsmet AŞCI" userId="a3862314cc6fab8c" providerId="LiveId" clId="{91560560-5DF8-46DB-974C-C4C0FEE9B978}" dt="2026-02-01T10:16:30.435" v="44278"/>
          <ac:spMkLst>
            <pc:docMk/>
            <pc:sldMk cId="660509321" sldId="2134806497"/>
            <ac:spMk id="56" creationId="{8A109A59-D770-50F4-923D-EE63AA9B67DD}"/>
          </ac:spMkLst>
        </pc:spChg>
        <pc:spChg chg="add del mod modVis">
          <ac:chgData name="A. İsmet AŞCI" userId="a3862314cc6fab8c" providerId="LiveId" clId="{91560560-5DF8-46DB-974C-C4C0FEE9B978}" dt="2026-02-01T10:16:31.322" v="44325"/>
          <ac:spMkLst>
            <pc:docMk/>
            <pc:sldMk cId="660509321" sldId="2134806497"/>
            <ac:spMk id="58" creationId="{B2D433DE-1FFF-B695-49F4-80D68FB10326}"/>
          </ac:spMkLst>
        </pc:spChg>
        <pc:spChg chg="add del mod modVis">
          <ac:chgData name="A. İsmet AŞCI" userId="a3862314cc6fab8c" providerId="LiveId" clId="{91560560-5DF8-46DB-974C-C4C0FEE9B978}" dt="2026-02-01T10:16:34.223" v="44381"/>
          <ac:spMkLst>
            <pc:docMk/>
            <pc:sldMk cId="660509321" sldId="2134806497"/>
            <ac:spMk id="60" creationId="{FAC518B9-8258-BC15-0893-3AE893DC3A13}"/>
          </ac:spMkLst>
        </pc:spChg>
        <pc:spChg chg="add del mod modVis">
          <ac:chgData name="A. İsmet AŞCI" userId="a3862314cc6fab8c" providerId="LiveId" clId="{91560560-5DF8-46DB-974C-C4C0FEE9B978}" dt="2026-02-01T10:16:35.282" v="44430"/>
          <ac:spMkLst>
            <pc:docMk/>
            <pc:sldMk cId="660509321" sldId="2134806497"/>
            <ac:spMk id="62" creationId="{8C194673-19C3-AEB3-B636-AB3587EF4805}"/>
          </ac:spMkLst>
        </pc:spChg>
        <pc:spChg chg="add del mod modVis">
          <ac:chgData name="A. İsmet AŞCI" userId="a3862314cc6fab8c" providerId="LiveId" clId="{91560560-5DF8-46DB-974C-C4C0FEE9B978}" dt="2026-02-01T10:16:36.792" v="44480"/>
          <ac:spMkLst>
            <pc:docMk/>
            <pc:sldMk cId="660509321" sldId="2134806497"/>
            <ac:spMk id="64" creationId="{ECF5BA1A-AA23-CEAE-5DE4-7E4EC9B67C66}"/>
          </ac:spMkLst>
        </pc:spChg>
        <pc:spChg chg="add del mod modVis">
          <ac:chgData name="A. İsmet AŞCI" userId="a3862314cc6fab8c" providerId="LiveId" clId="{91560560-5DF8-46DB-974C-C4C0FEE9B978}" dt="2026-02-01T10:16:37.423" v="44527"/>
          <ac:spMkLst>
            <pc:docMk/>
            <pc:sldMk cId="660509321" sldId="2134806497"/>
            <ac:spMk id="66" creationId="{1FDFACC8-C3E4-0B62-967B-B2A7BED9F786}"/>
          </ac:spMkLst>
        </pc:spChg>
        <pc:spChg chg="add del mod modVis">
          <ac:chgData name="A. İsmet AŞCI" userId="a3862314cc6fab8c" providerId="LiveId" clId="{91560560-5DF8-46DB-974C-C4C0FEE9B978}" dt="2026-02-01T10:16:38.930" v="44576"/>
          <ac:spMkLst>
            <pc:docMk/>
            <pc:sldMk cId="660509321" sldId="2134806497"/>
            <ac:spMk id="68" creationId="{98CA4D0D-35F2-0EA5-C232-A1E51CD256D4}"/>
          </ac:spMkLst>
        </pc:spChg>
        <pc:spChg chg="mod">
          <ac:chgData name="A. İsmet AŞCI" userId="a3862314cc6fab8c" providerId="LiveId" clId="{91560560-5DF8-46DB-974C-C4C0FEE9B978}" dt="2026-02-01T10:18:35.686" v="46304"/>
          <ac:spMkLst>
            <pc:docMk/>
            <pc:sldMk cId="660509321" sldId="2134806497"/>
            <ac:spMk id="70" creationId="{F94E1B98-5A74-1925-9494-70B8E81FFF64}"/>
          </ac:spMkLst>
        </pc:spChg>
        <pc:spChg chg="add del mod modVis">
          <ac:chgData name="A. İsmet AŞCI" userId="a3862314cc6fab8c" providerId="LiveId" clId="{91560560-5DF8-46DB-974C-C4C0FEE9B978}" dt="2026-02-01T10:16:43.945" v="44642"/>
          <ac:spMkLst>
            <pc:docMk/>
            <pc:sldMk cId="660509321" sldId="2134806497"/>
            <ac:spMk id="71" creationId="{4F728D7E-D44D-E8CE-8BF5-71D43ED44B39}"/>
          </ac:spMkLst>
        </pc:spChg>
        <pc:spChg chg="add del mod modVis">
          <ac:chgData name="A. İsmet AŞCI" userId="a3862314cc6fab8c" providerId="LiveId" clId="{91560560-5DF8-46DB-974C-C4C0FEE9B978}" dt="2026-02-01T10:16:46.175" v="44694"/>
          <ac:spMkLst>
            <pc:docMk/>
            <pc:sldMk cId="660509321" sldId="2134806497"/>
            <ac:spMk id="73" creationId="{56A96ACC-F18E-EB09-E31D-229230B33356}"/>
          </ac:spMkLst>
        </pc:spChg>
        <pc:spChg chg="add del mod modVis">
          <ac:chgData name="A. İsmet AŞCI" userId="a3862314cc6fab8c" providerId="LiveId" clId="{91560560-5DF8-46DB-974C-C4C0FEE9B978}" dt="2026-02-01T10:16:46.772" v="44744"/>
          <ac:spMkLst>
            <pc:docMk/>
            <pc:sldMk cId="660509321" sldId="2134806497"/>
            <ac:spMk id="75" creationId="{B9D098B7-488F-D9E1-EF8C-697F538D3189}"/>
          </ac:spMkLst>
        </pc:spChg>
        <pc:spChg chg="add del mod modVis">
          <ac:chgData name="A. İsmet AŞCI" userId="a3862314cc6fab8c" providerId="LiveId" clId="{91560560-5DF8-46DB-974C-C4C0FEE9B978}" dt="2026-02-01T10:16:48.419" v="44799"/>
          <ac:spMkLst>
            <pc:docMk/>
            <pc:sldMk cId="660509321" sldId="2134806497"/>
            <ac:spMk id="77" creationId="{E3FA0495-FB04-96AB-74AE-6F4E3BA03314}"/>
          </ac:spMkLst>
        </pc:spChg>
        <pc:spChg chg="add del mod modVis">
          <ac:chgData name="A. İsmet AŞCI" userId="a3862314cc6fab8c" providerId="LiveId" clId="{91560560-5DF8-46DB-974C-C4C0FEE9B978}" dt="2026-02-01T10:16:49.905" v="44851"/>
          <ac:spMkLst>
            <pc:docMk/>
            <pc:sldMk cId="660509321" sldId="2134806497"/>
            <ac:spMk id="79" creationId="{011A5D50-51C0-D9BA-7AB5-E90395692FDB}"/>
          </ac:spMkLst>
        </pc:spChg>
        <pc:spChg chg="add del mod modVis">
          <ac:chgData name="A. İsmet AŞCI" userId="a3862314cc6fab8c" providerId="LiveId" clId="{91560560-5DF8-46DB-974C-C4C0FEE9B978}" dt="2026-02-01T10:17:08.130" v="44976"/>
          <ac:spMkLst>
            <pc:docMk/>
            <pc:sldMk cId="660509321" sldId="2134806497"/>
            <ac:spMk id="84" creationId="{ADDCA52E-FA44-D7D3-71BC-6E2056250F30}"/>
          </ac:spMkLst>
        </pc:spChg>
        <pc:spChg chg="add del mod modVis">
          <ac:chgData name="A. İsmet AŞCI" userId="a3862314cc6fab8c" providerId="LiveId" clId="{91560560-5DF8-46DB-974C-C4C0FEE9B978}" dt="2026-02-01T10:17:11.256" v="45025"/>
          <ac:spMkLst>
            <pc:docMk/>
            <pc:sldMk cId="660509321" sldId="2134806497"/>
            <ac:spMk id="87" creationId="{54A9F6D9-19D2-A93A-0B7F-FB495C95D665}"/>
          </ac:spMkLst>
        </pc:spChg>
        <pc:spChg chg="add del mod modVis">
          <ac:chgData name="A. İsmet AŞCI" userId="a3862314cc6fab8c" providerId="LiveId" clId="{91560560-5DF8-46DB-974C-C4C0FEE9B978}" dt="2026-02-01T10:17:12.514" v="45072"/>
          <ac:spMkLst>
            <pc:docMk/>
            <pc:sldMk cId="660509321" sldId="2134806497"/>
            <ac:spMk id="89" creationId="{9298B0E5-037E-CFEB-8242-75154AE624BA}"/>
          </ac:spMkLst>
        </pc:spChg>
        <pc:spChg chg="add del mod modVis">
          <ac:chgData name="A. İsmet AŞCI" userId="a3862314cc6fab8c" providerId="LiveId" clId="{91560560-5DF8-46DB-974C-C4C0FEE9B978}" dt="2026-02-01T10:17:14.326" v="45123"/>
          <ac:spMkLst>
            <pc:docMk/>
            <pc:sldMk cId="660509321" sldId="2134806497"/>
            <ac:spMk id="91" creationId="{B6262705-B066-696E-052D-A0FF72385C85}"/>
          </ac:spMkLst>
        </pc:spChg>
        <pc:spChg chg="add del mod modVis">
          <ac:chgData name="A. İsmet AŞCI" userId="a3862314cc6fab8c" providerId="LiveId" clId="{91560560-5DF8-46DB-974C-C4C0FEE9B978}" dt="2026-02-01T10:17:14.551" v="45169"/>
          <ac:spMkLst>
            <pc:docMk/>
            <pc:sldMk cId="660509321" sldId="2134806497"/>
            <ac:spMk id="93" creationId="{0E7753B2-F523-B0CC-17C3-20AEF1B0B48A}"/>
          </ac:spMkLst>
        </pc:spChg>
        <pc:spChg chg="add del mod modVis">
          <ac:chgData name="A. İsmet AŞCI" userId="a3862314cc6fab8c" providerId="LiveId" clId="{91560560-5DF8-46DB-974C-C4C0FEE9B978}" dt="2026-02-01T10:17:17.741" v="45229"/>
          <ac:spMkLst>
            <pc:docMk/>
            <pc:sldMk cId="660509321" sldId="2134806497"/>
            <ac:spMk id="95" creationId="{1924A5F0-51B0-DED3-192F-121DA9DAEBB8}"/>
          </ac:spMkLst>
        </pc:spChg>
        <pc:spChg chg="add del mod modVis">
          <ac:chgData name="A. İsmet AŞCI" userId="a3862314cc6fab8c" providerId="LiveId" clId="{91560560-5DF8-46DB-974C-C4C0FEE9B978}" dt="2026-02-01T10:17:19.497" v="45277"/>
          <ac:spMkLst>
            <pc:docMk/>
            <pc:sldMk cId="660509321" sldId="2134806497"/>
            <ac:spMk id="97" creationId="{37969813-2F54-E3DF-67BF-84529F6FD8B0}"/>
          </ac:spMkLst>
        </pc:spChg>
        <pc:spChg chg="add del mod modVis">
          <ac:chgData name="A. İsmet AŞCI" userId="a3862314cc6fab8c" providerId="LiveId" clId="{91560560-5DF8-46DB-974C-C4C0FEE9B978}" dt="2026-02-01T10:17:23.857" v="45343"/>
          <ac:spMkLst>
            <pc:docMk/>
            <pc:sldMk cId="660509321" sldId="2134806497"/>
            <ac:spMk id="99" creationId="{B0D9FF9F-0F22-95CB-CCF9-E1DFF0A069E8}"/>
          </ac:spMkLst>
        </pc:spChg>
        <pc:spChg chg="add del mod modVis">
          <ac:chgData name="A. İsmet AŞCI" userId="a3862314cc6fab8c" providerId="LiveId" clId="{91560560-5DF8-46DB-974C-C4C0FEE9B978}" dt="2026-02-01T10:17:24.474" v="45389"/>
          <ac:spMkLst>
            <pc:docMk/>
            <pc:sldMk cId="660509321" sldId="2134806497"/>
            <ac:spMk id="101" creationId="{2B923CC3-015E-8F0A-241F-D5B940D25CE4}"/>
          </ac:spMkLst>
        </pc:spChg>
        <pc:spChg chg="add del mod modVis">
          <ac:chgData name="A. İsmet AŞCI" userId="a3862314cc6fab8c" providerId="LiveId" clId="{91560560-5DF8-46DB-974C-C4C0FEE9B978}" dt="2026-02-01T10:17:25.610" v="45436"/>
          <ac:spMkLst>
            <pc:docMk/>
            <pc:sldMk cId="660509321" sldId="2134806497"/>
            <ac:spMk id="103" creationId="{E361253C-4C46-AF89-4B7F-0C6CD480C319}"/>
          </ac:spMkLst>
        </pc:spChg>
        <pc:spChg chg="add del mod modVis">
          <ac:chgData name="A. İsmet AŞCI" userId="a3862314cc6fab8c" providerId="LiveId" clId="{91560560-5DF8-46DB-974C-C4C0FEE9B978}" dt="2026-02-01T10:17:27.426" v="45490"/>
          <ac:spMkLst>
            <pc:docMk/>
            <pc:sldMk cId="660509321" sldId="2134806497"/>
            <ac:spMk id="105" creationId="{820980E7-9F78-2990-DB45-A3699CF76EA3}"/>
          </ac:spMkLst>
        </pc:spChg>
        <pc:spChg chg="add del mod modVis">
          <ac:chgData name="A. İsmet AŞCI" userId="a3862314cc6fab8c" providerId="LiveId" clId="{91560560-5DF8-46DB-974C-C4C0FEE9B978}" dt="2026-02-01T10:18:12.179" v="46062"/>
          <ac:spMkLst>
            <pc:docMk/>
            <pc:sldMk cId="660509321" sldId="2134806497"/>
            <ac:spMk id="123" creationId="{09BBA733-054B-641F-0C65-B8E47A4FF0FA}"/>
          </ac:spMkLst>
        </pc:spChg>
        <pc:spChg chg="add del mod modVis">
          <ac:chgData name="A. İsmet AŞCI" userId="a3862314cc6fab8c" providerId="LiveId" clId="{91560560-5DF8-46DB-974C-C4C0FEE9B978}" dt="2026-02-01T10:18:40.941" v="46349"/>
          <ac:spMkLst>
            <pc:docMk/>
            <pc:sldMk cId="660509321" sldId="2134806497"/>
            <ac:spMk id="132" creationId="{9B59F41F-0BAB-C07C-CD0B-1F4036E9A3E1}"/>
          </ac:spMkLst>
        </pc:spChg>
        <pc:graphicFrameChg chg="add del mod ord">
          <ac:chgData name="A. İsmet AŞCI" userId="a3862314cc6fab8c" providerId="LiveId" clId="{91560560-5DF8-46DB-974C-C4C0FEE9B978}" dt="2026-02-01T10:12:19.948" v="43034"/>
          <ac:graphicFrameMkLst>
            <pc:docMk/>
            <pc:sldMk cId="660509321" sldId="2134806497"/>
            <ac:graphicFrameMk id="6" creationId="{68FFCA6A-24B2-EA5B-B129-4333D17E2F5C}"/>
          </ac:graphicFrameMkLst>
        </pc:graphicFrameChg>
        <pc:graphicFrameChg chg="mod">
          <ac:chgData name="A. İsmet AŞCI" userId="a3862314cc6fab8c" providerId="LiveId" clId="{91560560-5DF8-46DB-974C-C4C0FEE9B978}" dt="2026-02-01T10:18:40.945" v="46351"/>
          <ac:graphicFrameMkLst>
            <pc:docMk/>
            <pc:sldMk cId="660509321" sldId="2134806497"/>
            <ac:graphicFrameMk id="7" creationId="{3E65F269-A91C-4DE8-BA80-A45EA2C27525}"/>
          </ac:graphicFrameMkLst>
        </pc:graphicFrameChg>
        <pc:graphicFrameChg chg="add del mod ord">
          <ac:chgData name="A. İsmet AŞCI" userId="a3862314cc6fab8c" providerId="LiveId" clId="{91560560-5DF8-46DB-974C-C4C0FEE9B978}" dt="2026-02-01T10:12:22.046" v="43092"/>
          <ac:graphicFrameMkLst>
            <pc:docMk/>
            <pc:sldMk cId="660509321" sldId="2134806497"/>
            <ac:graphicFrameMk id="17" creationId="{0FE7BE60-A050-B6A2-92D7-1B5287964F6D}"/>
          </ac:graphicFrameMkLst>
        </pc:graphicFrameChg>
        <pc:graphicFrameChg chg="add del mod ord">
          <ac:chgData name="A. İsmet AŞCI" userId="a3862314cc6fab8c" providerId="LiveId" clId="{91560560-5DF8-46DB-974C-C4C0FEE9B978}" dt="2026-02-01T10:12:26.210" v="43170"/>
          <ac:graphicFrameMkLst>
            <pc:docMk/>
            <pc:sldMk cId="660509321" sldId="2134806497"/>
            <ac:graphicFrameMk id="18" creationId="{90D782F8-8F26-67E1-58E7-A96A74225F29}"/>
          </ac:graphicFrameMkLst>
        </pc:graphicFrameChg>
        <pc:graphicFrameChg chg="add del mod ord">
          <ac:chgData name="A. İsmet AŞCI" userId="a3862314cc6fab8c" providerId="LiveId" clId="{91560560-5DF8-46DB-974C-C4C0FEE9B978}" dt="2026-02-01T10:12:29.446" v="43222"/>
          <ac:graphicFrameMkLst>
            <pc:docMk/>
            <pc:sldMk cId="660509321" sldId="2134806497"/>
            <ac:graphicFrameMk id="19" creationId="{5E636E9C-A64B-500A-48B5-53E6608EB661}"/>
          </ac:graphicFrameMkLst>
        </pc:graphicFrameChg>
        <pc:graphicFrameChg chg="add del mod ord">
          <ac:chgData name="A. İsmet AŞCI" userId="a3862314cc6fab8c" providerId="LiveId" clId="{91560560-5DF8-46DB-974C-C4C0FEE9B978}" dt="2026-02-01T10:12:31.636" v="43280"/>
          <ac:graphicFrameMkLst>
            <pc:docMk/>
            <pc:sldMk cId="660509321" sldId="2134806497"/>
            <ac:graphicFrameMk id="20" creationId="{AC91CA47-426D-6D76-0F77-505DE316D1FF}"/>
          </ac:graphicFrameMkLst>
        </pc:graphicFrameChg>
        <pc:graphicFrameChg chg="add del mod ord">
          <ac:chgData name="A. İsmet AŞCI" userId="a3862314cc6fab8c" providerId="LiveId" clId="{91560560-5DF8-46DB-974C-C4C0FEE9B978}" dt="2026-02-01T10:14:17.386" v="43341"/>
          <ac:graphicFrameMkLst>
            <pc:docMk/>
            <pc:sldMk cId="660509321" sldId="2134806497"/>
            <ac:graphicFrameMk id="22" creationId="{504515D3-5792-6BD9-2B23-4DBF4C1CB8B9}"/>
          </ac:graphicFrameMkLst>
        </pc:graphicFrameChg>
        <pc:graphicFrameChg chg="add del mod ord">
          <ac:chgData name="A. İsmet AŞCI" userId="a3862314cc6fab8c" providerId="LiveId" clId="{91560560-5DF8-46DB-974C-C4C0FEE9B978}" dt="2026-02-01T10:14:31.635" v="43404"/>
          <ac:graphicFrameMkLst>
            <pc:docMk/>
            <pc:sldMk cId="660509321" sldId="2134806497"/>
            <ac:graphicFrameMk id="24" creationId="{0E46EF78-F7CA-56A0-B53B-99A5B7B42349}"/>
          </ac:graphicFrameMkLst>
        </pc:graphicFrameChg>
        <pc:graphicFrameChg chg="add del mod ord">
          <ac:chgData name="A. İsmet AŞCI" userId="a3862314cc6fab8c" providerId="LiveId" clId="{91560560-5DF8-46DB-974C-C4C0FEE9B978}" dt="2026-02-01T10:14:34.377" v="43434"/>
          <ac:graphicFrameMkLst>
            <pc:docMk/>
            <pc:sldMk cId="660509321" sldId="2134806497"/>
            <ac:graphicFrameMk id="26" creationId="{BD81B1BF-DAD8-B20E-AFD4-45EEEBA87B15}"/>
          </ac:graphicFrameMkLst>
        </pc:graphicFrameChg>
        <pc:graphicFrameChg chg="add del mod ord">
          <ac:chgData name="A. İsmet AŞCI" userId="a3862314cc6fab8c" providerId="LiveId" clId="{91560560-5DF8-46DB-974C-C4C0FEE9B978}" dt="2026-02-01T10:14:36.309" v="43458"/>
          <ac:graphicFrameMkLst>
            <pc:docMk/>
            <pc:sldMk cId="660509321" sldId="2134806497"/>
            <ac:graphicFrameMk id="27" creationId="{0390E7F7-8645-2347-B977-B263946D02C8}"/>
          </ac:graphicFrameMkLst>
        </pc:graphicFrameChg>
        <pc:graphicFrameChg chg="add del mod ord">
          <ac:chgData name="A. İsmet AŞCI" userId="a3862314cc6fab8c" providerId="LiveId" clId="{91560560-5DF8-46DB-974C-C4C0FEE9B978}" dt="2026-02-01T10:14:39.049" v="43503"/>
          <ac:graphicFrameMkLst>
            <pc:docMk/>
            <pc:sldMk cId="660509321" sldId="2134806497"/>
            <ac:graphicFrameMk id="28" creationId="{AC0F0FEA-19D7-0565-5E1E-07F30422ECC2}"/>
          </ac:graphicFrameMkLst>
        </pc:graphicFrameChg>
        <pc:graphicFrameChg chg="add del mod ord">
          <ac:chgData name="A. İsmet AŞCI" userId="a3862314cc6fab8c" providerId="LiveId" clId="{91560560-5DF8-46DB-974C-C4C0FEE9B978}" dt="2026-02-01T10:14:43.264" v="43529"/>
          <ac:graphicFrameMkLst>
            <pc:docMk/>
            <pc:sldMk cId="660509321" sldId="2134806497"/>
            <ac:graphicFrameMk id="30" creationId="{0ADEE797-71BD-2857-42BF-ED168E1FD37F}"/>
          </ac:graphicFrameMkLst>
        </pc:graphicFrameChg>
        <pc:graphicFrameChg chg="add del mod ord">
          <ac:chgData name="A. İsmet AŞCI" userId="a3862314cc6fab8c" providerId="LiveId" clId="{91560560-5DF8-46DB-974C-C4C0FEE9B978}" dt="2026-02-01T10:14:46.700" v="43570"/>
          <ac:graphicFrameMkLst>
            <pc:docMk/>
            <pc:sldMk cId="660509321" sldId="2134806497"/>
            <ac:graphicFrameMk id="31" creationId="{E555DAD8-01AE-3147-288C-DE00AE27C418}"/>
          </ac:graphicFrameMkLst>
        </pc:graphicFrameChg>
        <pc:graphicFrameChg chg="add del mod ord">
          <ac:chgData name="A. İsmet AŞCI" userId="a3862314cc6fab8c" providerId="LiveId" clId="{91560560-5DF8-46DB-974C-C4C0FEE9B978}" dt="2026-02-01T10:15:07.149" v="43628"/>
          <ac:graphicFrameMkLst>
            <pc:docMk/>
            <pc:sldMk cId="660509321" sldId="2134806497"/>
            <ac:graphicFrameMk id="32" creationId="{5F6E7A86-5DD7-9557-8FF4-D19816F59524}"/>
          </ac:graphicFrameMkLst>
        </pc:graphicFrameChg>
        <pc:graphicFrameChg chg="add del mod ord">
          <ac:chgData name="A. İsmet AŞCI" userId="a3862314cc6fab8c" providerId="LiveId" clId="{91560560-5DF8-46DB-974C-C4C0FEE9B978}" dt="2026-02-01T10:15:14.837" v="43688"/>
          <ac:graphicFrameMkLst>
            <pc:docMk/>
            <pc:sldMk cId="660509321" sldId="2134806497"/>
            <ac:graphicFrameMk id="34" creationId="{07092FA3-3EAC-1986-7E0E-B1E0115BFBF4}"/>
          </ac:graphicFrameMkLst>
        </pc:graphicFrameChg>
        <pc:graphicFrameChg chg="add del mod ord">
          <ac:chgData name="A. İsmet AŞCI" userId="a3862314cc6fab8c" providerId="LiveId" clId="{91560560-5DF8-46DB-974C-C4C0FEE9B978}" dt="2026-02-01T10:15:36.750" v="43748"/>
          <ac:graphicFrameMkLst>
            <pc:docMk/>
            <pc:sldMk cId="660509321" sldId="2134806497"/>
            <ac:graphicFrameMk id="36" creationId="{0144531C-5FFA-C9E5-D6F2-72B9A3E79C9A}"/>
          </ac:graphicFrameMkLst>
        </pc:graphicFrameChg>
        <pc:graphicFrameChg chg="add del mod ord">
          <ac:chgData name="A. İsmet AŞCI" userId="a3862314cc6fab8c" providerId="LiveId" clId="{91560560-5DF8-46DB-974C-C4C0FEE9B978}" dt="2026-02-01T10:15:50.647" v="43783"/>
          <ac:graphicFrameMkLst>
            <pc:docMk/>
            <pc:sldMk cId="660509321" sldId="2134806497"/>
            <ac:graphicFrameMk id="38" creationId="{0259878A-695C-9E2D-9013-57FAFB52D815}"/>
          </ac:graphicFrameMkLst>
        </pc:graphicFrameChg>
        <pc:graphicFrameChg chg="add del mod ord">
          <ac:chgData name="A. İsmet AŞCI" userId="a3862314cc6fab8c" providerId="LiveId" clId="{91560560-5DF8-46DB-974C-C4C0FEE9B978}" dt="2026-02-01T10:16:08.934" v="43839"/>
          <ac:graphicFrameMkLst>
            <pc:docMk/>
            <pc:sldMk cId="660509321" sldId="2134806497"/>
            <ac:graphicFrameMk id="39" creationId="{E3A48F31-D91A-80B9-465F-C7CD6A957E00}"/>
          </ac:graphicFrameMkLst>
        </pc:graphicFrameChg>
        <pc:graphicFrameChg chg="add del mod ord">
          <ac:chgData name="A. İsmet AŞCI" userId="a3862314cc6fab8c" providerId="LiveId" clId="{91560560-5DF8-46DB-974C-C4C0FEE9B978}" dt="2026-02-01T10:16:13.404" v="43897"/>
          <ac:graphicFrameMkLst>
            <pc:docMk/>
            <pc:sldMk cId="660509321" sldId="2134806497"/>
            <ac:graphicFrameMk id="41" creationId="{88834D59-DAAA-2B83-C036-1387D96E00D5}"/>
          </ac:graphicFrameMkLst>
        </pc:graphicFrameChg>
        <pc:graphicFrameChg chg="add del mod ord">
          <ac:chgData name="A. İsmet AŞCI" userId="a3862314cc6fab8c" providerId="LiveId" clId="{91560560-5DF8-46DB-974C-C4C0FEE9B978}" dt="2026-02-01T10:16:21.215" v="43924"/>
          <ac:graphicFrameMkLst>
            <pc:docMk/>
            <pc:sldMk cId="660509321" sldId="2134806497"/>
            <ac:graphicFrameMk id="46" creationId="{FCC13BE2-6474-1501-00EA-5B1F7D49B8D2}"/>
          </ac:graphicFrameMkLst>
        </pc:graphicFrameChg>
        <pc:graphicFrameChg chg="add del mod ord">
          <ac:chgData name="A. İsmet AŞCI" userId="a3862314cc6fab8c" providerId="LiveId" clId="{91560560-5DF8-46DB-974C-C4C0FEE9B978}" dt="2026-02-01T10:16:22.073" v="43972"/>
          <ac:graphicFrameMkLst>
            <pc:docMk/>
            <pc:sldMk cId="660509321" sldId="2134806497"/>
            <ac:graphicFrameMk id="47" creationId="{35577597-0EC6-2007-5EC0-FD570411BC7E}"/>
          </ac:graphicFrameMkLst>
        </pc:graphicFrameChg>
        <pc:graphicFrameChg chg="add del mod ord">
          <ac:chgData name="A. İsmet AŞCI" userId="a3862314cc6fab8c" providerId="LiveId" clId="{91560560-5DF8-46DB-974C-C4C0FEE9B978}" dt="2026-02-01T10:16:28.085" v="44163"/>
          <ac:graphicFrameMkLst>
            <pc:docMk/>
            <pc:sldMk cId="660509321" sldId="2134806497"/>
            <ac:graphicFrameMk id="49" creationId="{15097BE4-EABA-40DE-47C5-532EEF1C7D5F}"/>
          </ac:graphicFrameMkLst>
        </pc:graphicFrameChg>
        <pc:graphicFrameChg chg="add mod ord">
          <ac:chgData name="A. İsmet AŞCI" userId="a3862314cc6fab8c" providerId="LiveId" clId="{91560560-5DF8-46DB-974C-C4C0FEE9B978}" dt="2026-02-01T10:16:25.965" v="44047" actId="1076"/>
          <ac:graphicFrameMkLst>
            <pc:docMk/>
            <pc:sldMk cId="660509321" sldId="2134806497"/>
            <ac:graphicFrameMk id="51" creationId="{B5F7315D-FA4D-1C25-F330-FA354A838D15}"/>
          </ac:graphicFrameMkLst>
        </pc:graphicFrameChg>
        <pc:graphicFrameChg chg="add del mod ord">
          <ac:chgData name="A. İsmet AŞCI" userId="a3862314cc6fab8c" providerId="LiveId" clId="{91560560-5DF8-46DB-974C-C4C0FEE9B978}" dt="2026-02-01T10:16:28.739" v="44211"/>
          <ac:graphicFrameMkLst>
            <pc:docMk/>
            <pc:sldMk cId="660509321" sldId="2134806497"/>
            <ac:graphicFrameMk id="53" creationId="{402B1197-1DC6-0EC3-A5AD-08A24805777A}"/>
          </ac:graphicFrameMkLst>
        </pc:graphicFrameChg>
        <pc:graphicFrameChg chg="add del mod ord">
          <ac:chgData name="A. İsmet AŞCI" userId="a3862314cc6fab8c" providerId="LiveId" clId="{91560560-5DF8-46DB-974C-C4C0FEE9B978}" dt="2026-02-01T10:16:30.412" v="44259"/>
          <ac:graphicFrameMkLst>
            <pc:docMk/>
            <pc:sldMk cId="660509321" sldId="2134806497"/>
            <ac:graphicFrameMk id="55" creationId="{E3DAAB9D-4085-0896-BA94-6F89EA517563}"/>
          </ac:graphicFrameMkLst>
        </pc:graphicFrameChg>
        <pc:graphicFrameChg chg="add del mod ord">
          <ac:chgData name="A. İsmet AŞCI" userId="a3862314cc6fab8c" providerId="LiveId" clId="{91560560-5DF8-46DB-974C-C4C0FEE9B978}" dt="2026-02-01T10:16:31.300" v="44306"/>
          <ac:graphicFrameMkLst>
            <pc:docMk/>
            <pc:sldMk cId="660509321" sldId="2134806497"/>
            <ac:graphicFrameMk id="57" creationId="{63CD2DB2-92D8-CAE8-48F7-A36C0F1043AC}"/>
          </ac:graphicFrameMkLst>
        </pc:graphicFrameChg>
        <pc:graphicFrameChg chg="add del mod ord">
          <ac:chgData name="A. İsmet AŞCI" userId="a3862314cc6fab8c" providerId="LiveId" clId="{91560560-5DF8-46DB-974C-C4C0FEE9B978}" dt="2026-02-01T10:16:34.193" v="44362"/>
          <ac:graphicFrameMkLst>
            <pc:docMk/>
            <pc:sldMk cId="660509321" sldId="2134806497"/>
            <ac:graphicFrameMk id="59" creationId="{93FDF8C5-C6E2-A5BF-4653-71350DC587D6}"/>
          </ac:graphicFrameMkLst>
        </pc:graphicFrameChg>
        <pc:graphicFrameChg chg="add del mod ord">
          <ac:chgData name="A. İsmet AŞCI" userId="a3862314cc6fab8c" providerId="LiveId" clId="{91560560-5DF8-46DB-974C-C4C0FEE9B978}" dt="2026-02-01T10:16:35.261" v="44411"/>
          <ac:graphicFrameMkLst>
            <pc:docMk/>
            <pc:sldMk cId="660509321" sldId="2134806497"/>
            <ac:graphicFrameMk id="61" creationId="{05862C5B-CFD8-6FCF-6A08-86B97CDEEAD5}"/>
          </ac:graphicFrameMkLst>
        </pc:graphicFrameChg>
        <pc:graphicFrameChg chg="add del mod ord">
          <ac:chgData name="A. İsmet AŞCI" userId="a3862314cc6fab8c" providerId="LiveId" clId="{91560560-5DF8-46DB-974C-C4C0FEE9B978}" dt="2026-02-01T10:16:36.771" v="44461"/>
          <ac:graphicFrameMkLst>
            <pc:docMk/>
            <pc:sldMk cId="660509321" sldId="2134806497"/>
            <ac:graphicFrameMk id="63" creationId="{D78806D2-003F-F80E-8B32-F5F0699CDACC}"/>
          </ac:graphicFrameMkLst>
        </pc:graphicFrameChg>
        <pc:graphicFrameChg chg="add del mod ord">
          <ac:chgData name="A. İsmet AŞCI" userId="a3862314cc6fab8c" providerId="LiveId" clId="{91560560-5DF8-46DB-974C-C4C0FEE9B978}" dt="2026-02-01T10:16:37.393" v="44508"/>
          <ac:graphicFrameMkLst>
            <pc:docMk/>
            <pc:sldMk cId="660509321" sldId="2134806497"/>
            <ac:graphicFrameMk id="65" creationId="{2EB8D29D-5733-D73E-0412-419C0CB6DD5E}"/>
          </ac:graphicFrameMkLst>
        </pc:graphicFrameChg>
        <pc:graphicFrameChg chg="add del mod ord">
          <ac:chgData name="A. İsmet AŞCI" userId="a3862314cc6fab8c" providerId="LiveId" clId="{91560560-5DF8-46DB-974C-C4C0FEE9B978}" dt="2026-02-01T10:16:38.906" v="44557"/>
          <ac:graphicFrameMkLst>
            <pc:docMk/>
            <pc:sldMk cId="660509321" sldId="2134806497"/>
            <ac:graphicFrameMk id="67" creationId="{DF3D5948-133C-01BE-D327-9A330678365D}"/>
          </ac:graphicFrameMkLst>
        </pc:graphicFrameChg>
        <pc:graphicFrameChg chg="add del mod ord">
          <ac:chgData name="A. İsmet AŞCI" userId="a3862314cc6fab8c" providerId="LiveId" clId="{91560560-5DF8-46DB-974C-C4C0FEE9B978}" dt="2026-02-01T10:16:43.921" v="44623"/>
          <ac:graphicFrameMkLst>
            <pc:docMk/>
            <pc:sldMk cId="660509321" sldId="2134806497"/>
            <ac:graphicFrameMk id="69" creationId="{59FAD66A-F04C-F490-E9FB-9D324E2753D4}"/>
          </ac:graphicFrameMkLst>
        </pc:graphicFrameChg>
        <pc:graphicFrameChg chg="add del mod ord">
          <ac:chgData name="A. İsmet AŞCI" userId="a3862314cc6fab8c" providerId="LiveId" clId="{91560560-5DF8-46DB-974C-C4C0FEE9B978}" dt="2026-02-01T10:16:46.154" v="44675"/>
          <ac:graphicFrameMkLst>
            <pc:docMk/>
            <pc:sldMk cId="660509321" sldId="2134806497"/>
            <ac:graphicFrameMk id="72" creationId="{3E303B6D-142C-894A-6CF5-CCECA16E10BE}"/>
          </ac:graphicFrameMkLst>
        </pc:graphicFrameChg>
        <pc:graphicFrameChg chg="add del mod ord">
          <ac:chgData name="A. İsmet AŞCI" userId="a3862314cc6fab8c" providerId="LiveId" clId="{91560560-5DF8-46DB-974C-C4C0FEE9B978}" dt="2026-02-01T10:16:46.748" v="44725"/>
          <ac:graphicFrameMkLst>
            <pc:docMk/>
            <pc:sldMk cId="660509321" sldId="2134806497"/>
            <ac:graphicFrameMk id="74" creationId="{BD4761BA-1355-37AC-E769-7E831442D86D}"/>
          </ac:graphicFrameMkLst>
        </pc:graphicFrameChg>
        <pc:graphicFrameChg chg="add del mod ord">
          <ac:chgData name="A. İsmet AŞCI" userId="a3862314cc6fab8c" providerId="LiveId" clId="{91560560-5DF8-46DB-974C-C4C0FEE9B978}" dt="2026-02-01T10:16:48.396" v="44780"/>
          <ac:graphicFrameMkLst>
            <pc:docMk/>
            <pc:sldMk cId="660509321" sldId="2134806497"/>
            <ac:graphicFrameMk id="76" creationId="{52C87AD8-8175-8959-CB61-80BFB682E12D}"/>
          </ac:graphicFrameMkLst>
        </pc:graphicFrameChg>
        <pc:graphicFrameChg chg="add del mod ord">
          <ac:chgData name="A. İsmet AŞCI" userId="a3862314cc6fab8c" providerId="LiveId" clId="{91560560-5DF8-46DB-974C-C4C0FEE9B978}" dt="2026-02-01T10:16:49.882" v="44832"/>
          <ac:graphicFrameMkLst>
            <pc:docMk/>
            <pc:sldMk cId="660509321" sldId="2134806497"/>
            <ac:graphicFrameMk id="78" creationId="{6107A4B7-3539-EDA9-D41C-A8EFDEFA5D41}"/>
          </ac:graphicFrameMkLst>
        </pc:graphicFrameChg>
        <pc:graphicFrameChg chg="add del mod ord">
          <ac:chgData name="A. İsmet AŞCI" userId="a3862314cc6fab8c" providerId="LiveId" clId="{91560560-5DF8-46DB-974C-C4C0FEE9B978}" dt="2026-02-01T10:16:53.829" v="44859"/>
          <ac:graphicFrameMkLst>
            <pc:docMk/>
            <pc:sldMk cId="660509321" sldId="2134806497"/>
            <ac:graphicFrameMk id="80" creationId="{F37ABB38-3AFF-4F3D-BD93-7E3D8F10DA58}"/>
          </ac:graphicFrameMkLst>
        </pc:graphicFrameChg>
        <pc:graphicFrameChg chg="add del mod ord">
          <ac:chgData name="A. İsmet AŞCI" userId="a3862314cc6fab8c" providerId="LiveId" clId="{91560560-5DF8-46DB-974C-C4C0FEE9B978}" dt="2026-02-01T10:16:54.553" v="44884"/>
          <ac:graphicFrameMkLst>
            <pc:docMk/>
            <pc:sldMk cId="660509321" sldId="2134806497"/>
            <ac:graphicFrameMk id="81" creationId="{2F70D836-E973-2DC0-7AA5-640242BF1D9B}"/>
          </ac:graphicFrameMkLst>
        </pc:graphicFrameChg>
        <pc:graphicFrameChg chg="add del mod ord">
          <ac:chgData name="A. İsmet AŞCI" userId="a3862314cc6fab8c" providerId="LiveId" clId="{91560560-5DF8-46DB-974C-C4C0FEE9B978}" dt="2026-02-01T10:17:02.172" v="44911"/>
          <ac:graphicFrameMkLst>
            <pc:docMk/>
            <pc:sldMk cId="660509321" sldId="2134806497"/>
            <ac:graphicFrameMk id="82" creationId="{0AD27642-2362-5C63-BBA1-3453C5F3913D}"/>
          </ac:graphicFrameMkLst>
        </pc:graphicFrameChg>
        <pc:graphicFrameChg chg="add del mod ord">
          <ac:chgData name="A. İsmet AŞCI" userId="a3862314cc6fab8c" providerId="LiveId" clId="{91560560-5DF8-46DB-974C-C4C0FEE9B978}" dt="2026-02-01T10:17:08.104" v="44957"/>
          <ac:graphicFrameMkLst>
            <pc:docMk/>
            <pc:sldMk cId="660509321" sldId="2134806497"/>
            <ac:graphicFrameMk id="83" creationId="{C6666944-A906-6D28-18CF-CF05046D3B49}"/>
          </ac:graphicFrameMkLst>
        </pc:graphicFrameChg>
        <pc:graphicFrameChg chg="add del mod ord">
          <ac:chgData name="A. İsmet AŞCI" userId="a3862314cc6fab8c" providerId="LiveId" clId="{91560560-5DF8-46DB-974C-C4C0FEE9B978}" dt="2026-02-01T10:17:11.234" v="45006"/>
          <ac:graphicFrameMkLst>
            <pc:docMk/>
            <pc:sldMk cId="660509321" sldId="2134806497"/>
            <ac:graphicFrameMk id="85" creationId="{A4F0D219-C93F-5E55-F30F-99D7B5FC0B13}"/>
          </ac:graphicFrameMkLst>
        </pc:graphicFrameChg>
        <pc:graphicFrameChg chg="del">
          <ac:chgData name="A. İsmet AŞCI" userId="a3862314cc6fab8c" providerId="LiveId" clId="{91560560-5DF8-46DB-974C-C4C0FEE9B978}" dt="2026-02-01T10:12:16.857" v="42663"/>
          <ac:graphicFrameMkLst>
            <pc:docMk/>
            <pc:sldMk cId="660509321" sldId="2134806497"/>
            <ac:graphicFrameMk id="86" creationId="{4E4642AA-0586-EF1C-DD85-B30903B94467}"/>
          </ac:graphicFrameMkLst>
        </pc:graphicFrameChg>
        <pc:graphicFrameChg chg="add del mod ord">
          <ac:chgData name="A. İsmet AŞCI" userId="a3862314cc6fab8c" providerId="LiveId" clId="{91560560-5DF8-46DB-974C-C4C0FEE9B978}" dt="2026-02-01T10:17:12.487" v="45053"/>
          <ac:graphicFrameMkLst>
            <pc:docMk/>
            <pc:sldMk cId="660509321" sldId="2134806497"/>
            <ac:graphicFrameMk id="88" creationId="{8AE5E6E4-A67D-33DA-20C1-765EFD17A4BE}"/>
          </ac:graphicFrameMkLst>
        </pc:graphicFrameChg>
        <pc:graphicFrameChg chg="add del mod ord">
          <ac:chgData name="A. İsmet AŞCI" userId="a3862314cc6fab8c" providerId="LiveId" clId="{91560560-5DF8-46DB-974C-C4C0FEE9B978}" dt="2026-02-01T10:17:14.290" v="45104"/>
          <ac:graphicFrameMkLst>
            <pc:docMk/>
            <pc:sldMk cId="660509321" sldId="2134806497"/>
            <ac:graphicFrameMk id="90" creationId="{DF809A51-9181-0674-C55D-B97193D50CC8}"/>
          </ac:graphicFrameMkLst>
        </pc:graphicFrameChg>
        <pc:graphicFrameChg chg="add del mod ord">
          <ac:chgData name="A. İsmet AŞCI" userId="a3862314cc6fab8c" providerId="LiveId" clId="{91560560-5DF8-46DB-974C-C4C0FEE9B978}" dt="2026-02-01T10:17:14.529" v="45150"/>
          <ac:graphicFrameMkLst>
            <pc:docMk/>
            <pc:sldMk cId="660509321" sldId="2134806497"/>
            <ac:graphicFrameMk id="92" creationId="{9BE1DF53-066C-3F02-5C4F-CD10BAC44C26}"/>
          </ac:graphicFrameMkLst>
        </pc:graphicFrameChg>
        <pc:graphicFrameChg chg="add del mod ord">
          <ac:chgData name="A. İsmet AŞCI" userId="a3862314cc6fab8c" providerId="LiveId" clId="{91560560-5DF8-46DB-974C-C4C0FEE9B978}" dt="2026-02-01T10:17:17.714" v="45210"/>
          <ac:graphicFrameMkLst>
            <pc:docMk/>
            <pc:sldMk cId="660509321" sldId="2134806497"/>
            <ac:graphicFrameMk id="94" creationId="{FFF2CAE6-A4A1-C9BF-26CF-538702DC9E08}"/>
          </ac:graphicFrameMkLst>
        </pc:graphicFrameChg>
        <pc:graphicFrameChg chg="add del mod ord">
          <ac:chgData name="A. İsmet AŞCI" userId="a3862314cc6fab8c" providerId="LiveId" clId="{91560560-5DF8-46DB-974C-C4C0FEE9B978}" dt="2026-02-01T10:17:19.473" v="45258"/>
          <ac:graphicFrameMkLst>
            <pc:docMk/>
            <pc:sldMk cId="660509321" sldId="2134806497"/>
            <ac:graphicFrameMk id="96" creationId="{0F1827B1-9BC5-5250-C06D-045135CDAD28}"/>
          </ac:graphicFrameMkLst>
        </pc:graphicFrameChg>
        <pc:graphicFrameChg chg="add del mod ord">
          <ac:chgData name="A. İsmet AŞCI" userId="a3862314cc6fab8c" providerId="LiveId" clId="{91560560-5DF8-46DB-974C-C4C0FEE9B978}" dt="2026-02-01T10:17:23.832" v="45324"/>
          <ac:graphicFrameMkLst>
            <pc:docMk/>
            <pc:sldMk cId="660509321" sldId="2134806497"/>
            <ac:graphicFrameMk id="98" creationId="{F321A54F-C02A-C047-A7AD-23200E2E82AF}"/>
          </ac:graphicFrameMkLst>
        </pc:graphicFrameChg>
        <pc:graphicFrameChg chg="add del mod ord">
          <ac:chgData name="A. İsmet AŞCI" userId="a3862314cc6fab8c" providerId="LiveId" clId="{91560560-5DF8-46DB-974C-C4C0FEE9B978}" dt="2026-02-01T10:17:24.448" v="45370"/>
          <ac:graphicFrameMkLst>
            <pc:docMk/>
            <pc:sldMk cId="660509321" sldId="2134806497"/>
            <ac:graphicFrameMk id="100" creationId="{380AD5BD-5C92-D374-A6BE-88DC66AD0C11}"/>
          </ac:graphicFrameMkLst>
        </pc:graphicFrameChg>
        <pc:graphicFrameChg chg="add del mod ord">
          <ac:chgData name="A. İsmet AŞCI" userId="a3862314cc6fab8c" providerId="LiveId" clId="{91560560-5DF8-46DB-974C-C4C0FEE9B978}" dt="2026-02-01T10:17:25.572" v="45417"/>
          <ac:graphicFrameMkLst>
            <pc:docMk/>
            <pc:sldMk cId="660509321" sldId="2134806497"/>
            <ac:graphicFrameMk id="102" creationId="{A8363BB5-13CE-E58E-B085-2CD670FCC3CE}"/>
          </ac:graphicFrameMkLst>
        </pc:graphicFrameChg>
        <pc:graphicFrameChg chg="add del mod ord">
          <ac:chgData name="A. İsmet AŞCI" userId="a3862314cc6fab8c" providerId="LiveId" clId="{91560560-5DF8-46DB-974C-C4C0FEE9B978}" dt="2026-02-01T10:17:27.403" v="45471"/>
          <ac:graphicFrameMkLst>
            <pc:docMk/>
            <pc:sldMk cId="660509321" sldId="2134806497"/>
            <ac:graphicFrameMk id="104" creationId="{C1A04599-4541-2B3A-082D-B296908DDFE7}"/>
          </ac:graphicFrameMkLst>
        </pc:graphicFrameChg>
        <pc:graphicFrameChg chg="add del mod ord">
          <ac:chgData name="A. İsmet AŞCI" userId="a3862314cc6fab8c" providerId="LiveId" clId="{91560560-5DF8-46DB-974C-C4C0FEE9B978}" dt="2026-02-01T10:17:31.549" v="45498"/>
          <ac:graphicFrameMkLst>
            <pc:docMk/>
            <pc:sldMk cId="660509321" sldId="2134806497"/>
            <ac:graphicFrameMk id="106" creationId="{F8AB0BFA-CA29-A2B3-D168-BAD39ED8F745}"/>
          </ac:graphicFrameMkLst>
        </pc:graphicFrameChg>
        <pc:graphicFrameChg chg="add del mod ord">
          <ac:chgData name="A. İsmet AŞCI" userId="a3862314cc6fab8c" providerId="LiveId" clId="{91560560-5DF8-46DB-974C-C4C0FEE9B978}" dt="2026-02-01T10:17:32.582" v="45523"/>
          <ac:graphicFrameMkLst>
            <pc:docMk/>
            <pc:sldMk cId="660509321" sldId="2134806497"/>
            <ac:graphicFrameMk id="107" creationId="{36390ADA-537A-BAA2-0813-FEAAAE286B4C}"/>
          </ac:graphicFrameMkLst>
        </pc:graphicFrameChg>
        <pc:graphicFrameChg chg="add del mod ord">
          <ac:chgData name="A. İsmet AŞCI" userId="a3862314cc6fab8c" providerId="LiveId" clId="{91560560-5DF8-46DB-974C-C4C0FEE9B978}" dt="2026-02-01T10:17:37.439" v="45550"/>
          <ac:graphicFrameMkLst>
            <pc:docMk/>
            <pc:sldMk cId="660509321" sldId="2134806497"/>
            <ac:graphicFrameMk id="108" creationId="{869884D9-BB7D-6E50-A5B1-1739FA497729}"/>
          </ac:graphicFrameMkLst>
        </pc:graphicFrameChg>
        <pc:graphicFrameChg chg="add del mod ord">
          <ac:chgData name="A. İsmet AŞCI" userId="a3862314cc6fab8c" providerId="LiveId" clId="{91560560-5DF8-46DB-974C-C4C0FEE9B978}" dt="2026-02-01T10:17:42.264" v="45580"/>
          <ac:graphicFrameMkLst>
            <pc:docMk/>
            <pc:sldMk cId="660509321" sldId="2134806497"/>
            <ac:graphicFrameMk id="109" creationId="{CAF5DD11-2025-D93C-1BA1-404C19642E12}"/>
          </ac:graphicFrameMkLst>
        </pc:graphicFrameChg>
        <pc:graphicFrameChg chg="add del mod ord">
          <ac:chgData name="A. İsmet AŞCI" userId="a3862314cc6fab8c" providerId="LiveId" clId="{91560560-5DF8-46DB-974C-C4C0FEE9B978}" dt="2026-02-01T10:17:45.044" v="45615"/>
          <ac:graphicFrameMkLst>
            <pc:docMk/>
            <pc:sldMk cId="660509321" sldId="2134806497"/>
            <ac:graphicFrameMk id="110" creationId="{E2714F04-4BEC-D688-65C5-F5DF9BB3501E}"/>
          </ac:graphicFrameMkLst>
        </pc:graphicFrameChg>
        <pc:graphicFrameChg chg="add del mod ord">
          <ac:chgData name="A. İsmet AŞCI" userId="a3862314cc6fab8c" providerId="LiveId" clId="{91560560-5DF8-46DB-974C-C4C0FEE9B978}" dt="2026-02-01T10:17:49.248" v="45651"/>
          <ac:graphicFrameMkLst>
            <pc:docMk/>
            <pc:sldMk cId="660509321" sldId="2134806497"/>
            <ac:graphicFrameMk id="111" creationId="{33062EB1-8497-A2B7-CCA8-A43084FDB333}"/>
          </ac:graphicFrameMkLst>
        </pc:graphicFrameChg>
        <pc:graphicFrameChg chg="add del mod ord">
          <ac:chgData name="A. İsmet AŞCI" userId="a3862314cc6fab8c" providerId="LiveId" clId="{91560560-5DF8-46DB-974C-C4C0FEE9B978}" dt="2026-02-01T10:17:51.545" v="45676"/>
          <ac:graphicFrameMkLst>
            <pc:docMk/>
            <pc:sldMk cId="660509321" sldId="2134806497"/>
            <ac:graphicFrameMk id="112" creationId="{0112F5EA-C535-9BAF-5E05-D1ACE6960E51}"/>
          </ac:graphicFrameMkLst>
        </pc:graphicFrameChg>
        <pc:graphicFrameChg chg="add del mod ord">
          <ac:chgData name="A. İsmet AŞCI" userId="a3862314cc6fab8c" providerId="LiveId" clId="{91560560-5DF8-46DB-974C-C4C0FEE9B978}" dt="2026-02-01T10:17:52.758" v="45705"/>
          <ac:graphicFrameMkLst>
            <pc:docMk/>
            <pc:sldMk cId="660509321" sldId="2134806497"/>
            <ac:graphicFrameMk id="113" creationId="{26D1ADF4-CBC9-89B5-5057-17866DE4DE38}"/>
          </ac:graphicFrameMkLst>
        </pc:graphicFrameChg>
        <pc:graphicFrameChg chg="add del mod ord">
          <ac:chgData name="A. İsmet AŞCI" userId="a3862314cc6fab8c" providerId="LiveId" clId="{91560560-5DF8-46DB-974C-C4C0FEE9B978}" dt="2026-02-01T10:17:53.309" v="45730"/>
          <ac:graphicFrameMkLst>
            <pc:docMk/>
            <pc:sldMk cId="660509321" sldId="2134806497"/>
            <ac:graphicFrameMk id="114" creationId="{76BB307E-6AA3-ED51-12F9-7759FB65E1B4}"/>
          </ac:graphicFrameMkLst>
        </pc:graphicFrameChg>
        <pc:graphicFrameChg chg="add del mod ord">
          <ac:chgData name="A. İsmet AŞCI" userId="a3862314cc6fab8c" providerId="LiveId" clId="{91560560-5DF8-46DB-974C-C4C0FEE9B978}" dt="2026-02-01T10:17:53.854" v="45755"/>
          <ac:graphicFrameMkLst>
            <pc:docMk/>
            <pc:sldMk cId="660509321" sldId="2134806497"/>
            <ac:graphicFrameMk id="115" creationId="{3E3D6EA4-227E-7311-71AD-C3A39520BB45}"/>
          </ac:graphicFrameMkLst>
        </pc:graphicFrameChg>
        <pc:graphicFrameChg chg="add del mod ord">
          <ac:chgData name="A. İsmet AŞCI" userId="a3862314cc6fab8c" providerId="LiveId" clId="{91560560-5DF8-46DB-974C-C4C0FEE9B978}" dt="2026-02-01T10:17:54.558" v="45780"/>
          <ac:graphicFrameMkLst>
            <pc:docMk/>
            <pc:sldMk cId="660509321" sldId="2134806497"/>
            <ac:graphicFrameMk id="116" creationId="{B857E650-7A85-7DC8-7DD7-63080B42B40E}"/>
          </ac:graphicFrameMkLst>
        </pc:graphicFrameChg>
        <pc:graphicFrameChg chg="add del mod ord">
          <ac:chgData name="A. İsmet AŞCI" userId="a3862314cc6fab8c" providerId="LiveId" clId="{91560560-5DF8-46DB-974C-C4C0FEE9B978}" dt="2026-02-01T10:17:55.193" v="45803"/>
          <ac:graphicFrameMkLst>
            <pc:docMk/>
            <pc:sldMk cId="660509321" sldId="2134806497"/>
            <ac:graphicFrameMk id="117" creationId="{9F41E626-15AB-226C-9790-E7BDAB0B9BF2}"/>
          </ac:graphicFrameMkLst>
        </pc:graphicFrameChg>
        <pc:graphicFrameChg chg="add del mod ord">
          <ac:chgData name="A. İsmet AŞCI" userId="a3862314cc6fab8c" providerId="LiveId" clId="{91560560-5DF8-46DB-974C-C4C0FEE9B978}" dt="2026-02-01T10:17:56.322" v="45826"/>
          <ac:graphicFrameMkLst>
            <pc:docMk/>
            <pc:sldMk cId="660509321" sldId="2134806497"/>
            <ac:graphicFrameMk id="118" creationId="{16B91A8F-3210-8D38-84D7-A0DAC525448E}"/>
          </ac:graphicFrameMkLst>
        </pc:graphicFrameChg>
        <pc:graphicFrameChg chg="add del mod ord">
          <ac:chgData name="A. İsmet AŞCI" userId="a3862314cc6fab8c" providerId="LiveId" clId="{91560560-5DF8-46DB-974C-C4C0FEE9B978}" dt="2026-02-01T10:17:59.721" v="45872"/>
          <ac:graphicFrameMkLst>
            <pc:docMk/>
            <pc:sldMk cId="660509321" sldId="2134806497"/>
            <ac:graphicFrameMk id="119" creationId="{E9BBD2D4-0AF9-CACF-F9DE-492A8EB6125A}"/>
          </ac:graphicFrameMkLst>
        </pc:graphicFrameChg>
        <pc:graphicFrameChg chg="add del mod ord">
          <ac:chgData name="A. İsmet AŞCI" userId="a3862314cc6fab8c" providerId="LiveId" clId="{91560560-5DF8-46DB-974C-C4C0FEE9B978}" dt="2026-02-01T10:18:02.777" v="45895"/>
          <ac:graphicFrameMkLst>
            <pc:docMk/>
            <pc:sldMk cId="660509321" sldId="2134806497"/>
            <ac:graphicFrameMk id="120" creationId="{FA3E445A-B44E-5A02-0FAE-628306665C91}"/>
          </ac:graphicFrameMkLst>
        </pc:graphicFrameChg>
        <pc:graphicFrameChg chg="add del mod ord">
          <ac:chgData name="A. İsmet AŞCI" userId="a3862314cc6fab8c" providerId="LiveId" clId="{91560560-5DF8-46DB-974C-C4C0FEE9B978}" dt="2026-02-01T10:18:05.179" v="45948"/>
          <ac:graphicFrameMkLst>
            <pc:docMk/>
            <pc:sldMk cId="660509321" sldId="2134806497"/>
            <ac:graphicFrameMk id="121" creationId="{636AF1AC-0CC5-0EC0-1A49-79D8D39C3759}"/>
          </ac:graphicFrameMkLst>
        </pc:graphicFrameChg>
        <pc:graphicFrameChg chg="add del mod ord">
          <ac:chgData name="A. İsmet AŞCI" userId="a3862314cc6fab8c" providerId="LiveId" clId="{91560560-5DF8-46DB-974C-C4C0FEE9B978}" dt="2026-02-01T10:18:12.156" v="46043"/>
          <ac:graphicFrameMkLst>
            <pc:docMk/>
            <pc:sldMk cId="660509321" sldId="2134806497"/>
            <ac:graphicFrameMk id="122" creationId="{0F393E9C-045A-C8AB-FEB4-FE8DE6CE9D27}"/>
          </ac:graphicFrameMkLst>
        </pc:graphicFrameChg>
        <pc:graphicFrameChg chg="add del mod ord">
          <ac:chgData name="A. İsmet AŞCI" userId="a3862314cc6fab8c" providerId="LiveId" clId="{91560560-5DF8-46DB-974C-C4C0FEE9B978}" dt="2026-02-01T10:18:14.055" v="46098"/>
          <ac:graphicFrameMkLst>
            <pc:docMk/>
            <pc:sldMk cId="660509321" sldId="2134806497"/>
            <ac:graphicFrameMk id="124" creationId="{7F036281-17D3-596E-4024-0EBB549C9993}"/>
          </ac:graphicFrameMkLst>
        </pc:graphicFrameChg>
        <pc:graphicFrameChg chg="add del mod ord">
          <ac:chgData name="A. İsmet AŞCI" userId="a3862314cc6fab8c" providerId="LiveId" clId="{91560560-5DF8-46DB-974C-C4C0FEE9B978}" dt="2026-02-01T10:18:15.841" v="46135"/>
          <ac:graphicFrameMkLst>
            <pc:docMk/>
            <pc:sldMk cId="660509321" sldId="2134806497"/>
            <ac:graphicFrameMk id="125" creationId="{0F228820-308B-5E95-F81B-F98F6A5C4675}"/>
          </ac:graphicFrameMkLst>
        </pc:graphicFrameChg>
        <pc:graphicFrameChg chg="add del mod ord">
          <ac:chgData name="A. İsmet AŞCI" userId="a3862314cc6fab8c" providerId="LiveId" clId="{91560560-5DF8-46DB-974C-C4C0FEE9B978}" dt="2026-02-01T10:18:18.048" v="46172"/>
          <ac:graphicFrameMkLst>
            <pc:docMk/>
            <pc:sldMk cId="660509321" sldId="2134806497"/>
            <ac:graphicFrameMk id="126" creationId="{EE983A7E-B078-D316-AF91-B29C43974C1E}"/>
          </ac:graphicFrameMkLst>
        </pc:graphicFrameChg>
        <pc:graphicFrameChg chg="add del mod ord">
          <ac:chgData name="A. İsmet AŞCI" userId="a3862314cc6fab8c" providerId="LiveId" clId="{91560560-5DF8-46DB-974C-C4C0FEE9B978}" dt="2026-02-01T10:18:23.977" v="46195"/>
          <ac:graphicFrameMkLst>
            <pc:docMk/>
            <pc:sldMk cId="660509321" sldId="2134806497"/>
            <ac:graphicFrameMk id="127" creationId="{017561A4-1E8A-12BE-844F-7C38F65B3841}"/>
          </ac:graphicFrameMkLst>
        </pc:graphicFrameChg>
        <pc:graphicFrameChg chg="add del mod ord">
          <ac:chgData name="A. İsmet AŞCI" userId="a3862314cc6fab8c" providerId="LiveId" clId="{91560560-5DF8-46DB-974C-C4C0FEE9B978}" dt="2026-02-01T10:18:26.534" v="46218"/>
          <ac:graphicFrameMkLst>
            <pc:docMk/>
            <pc:sldMk cId="660509321" sldId="2134806497"/>
            <ac:graphicFrameMk id="128" creationId="{F88C159C-719F-9043-79D9-49EF89580FA2}"/>
          </ac:graphicFrameMkLst>
        </pc:graphicFrameChg>
        <pc:graphicFrameChg chg="add del mod ord">
          <ac:chgData name="A. İsmet AŞCI" userId="a3862314cc6fab8c" providerId="LiveId" clId="{91560560-5DF8-46DB-974C-C4C0FEE9B978}" dt="2026-02-01T10:18:30.846" v="46241"/>
          <ac:graphicFrameMkLst>
            <pc:docMk/>
            <pc:sldMk cId="660509321" sldId="2134806497"/>
            <ac:graphicFrameMk id="129" creationId="{B4CD9EDF-8794-D1F9-E980-727EFA1B08D7}"/>
          </ac:graphicFrameMkLst>
        </pc:graphicFrameChg>
        <pc:graphicFrameChg chg="add del mod ord">
          <ac:chgData name="A. İsmet AŞCI" userId="a3862314cc6fab8c" providerId="LiveId" clId="{91560560-5DF8-46DB-974C-C4C0FEE9B978}" dt="2026-02-01T10:18:35.668" v="46294"/>
          <ac:graphicFrameMkLst>
            <pc:docMk/>
            <pc:sldMk cId="660509321" sldId="2134806497"/>
            <ac:graphicFrameMk id="130" creationId="{B2047D0F-A065-968D-5A43-9A7E1CFB7D0E}"/>
          </ac:graphicFrameMkLst>
        </pc:graphicFrameChg>
        <pc:graphicFrameChg chg="add mod ord">
          <ac:chgData name="A. İsmet AŞCI" userId="a3862314cc6fab8c" providerId="LiveId" clId="{91560560-5DF8-46DB-974C-C4C0FEE9B978}" dt="2026-02-01T10:18:35.684" v="46303"/>
          <ac:graphicFrameMkLst>
            <pc:docMk/>
            <pc:sldMk cId="660509321" sldId="2134806497"/>
            <ac:graphicFrameMk id="131" creationId="{ADEB5B35-CB74-CD94-A5F2-7D858F59F60D}"/>
          </ac:graphicFrameMkLst>
        </pc:graphicFrameChg>
        <pc:cxnChg chg="add del mod ord">
          <ac:chgData name="A. İsmet AŞCI" userId="a3862314cc6fab8c" providerId="LiveId" clId="{91560560-5DF8-46DB-974C-C4C0FEE9B978}" dt="2026-02-01T10:14:34.367" v="43432"/>
          <ac:cxnSpMkLst>
            <pc:docMk/>
            <pc:sldMk cId="660509321" sldId="2134806497"/>
            <ac:cxnSpMk id="21" creationId="{4C5B7D8F-ED4D-D431-7B27-499F273D541B}"/>
          </ac:cxnSpMkLst>
        </pc:cxnChg>
      </pc:sldChg>
      <pc:sldChg chg="addSp delSp modSp add del mod">
        <pc:chgData name="A. İsmet AŞCI" userId="a3862314cc6fab8c" providerId="LiveId" clId="{91560560-5DF8-46DB-974C-C4C0FEE9B978}" dt="2026-02-01T10:40:03.940" v="46778" actId="47"/>
        <pc:sldMkLst>
          <pc:docMk/>
          <pc:sldMk cId="637015074" sldId="2134806498"/>
        </pc:sldMkLst>
        <pc:spChg chg="mod">
          <ac:chgData name="A. İsmet AŞCI" userId="a3862314cc6fab8c" providerId="LiveId" clId="{91560560-5DF8-46DB-974C-C4C0FEE9B978}" dt="2026-02-01T10:32:43.049" v="46726" actId="948"/>
          <ac:spMkLst>
            <pc:docMk/>
            <pc:sldMk cId="637015074" sldId="2134806498"/>
            <ac:spMk id="2" creationId="{0D072641-6FB0-CFDB-5835-A89E9733BEF5}"/>
          </ac:spMkLst>
        </pc:spChg>
        <pc:spChg chg="add del mod modVis">
          <ac:chgData name="A. İsmet AŞCI" userId="a3862314cc6fab8c" providerId="LiveId" clId="{91560560-5DF8-46DB-974C-C4C0FEE9B978}" dt="2026-02-01T10:24:47.418" v="46581"/>
          <ac:spMkLst>
            <pc:docMk/>
            <pc:sldMk cId="637015074" sldId="2134806498"/>
            <ac:spMk id="3" creationId="{4F369A0A-5DB6-FDAB-0E0B-F87E3BDC6D34}"/>
          </ac:spMkLst>
        </pc:spChg>
        <pc:spChg chg="add del mod modVis">
          <ac:chgData name="A. İsmet AŞCI" userId="a3862314cc6fab8c" providerId="LiveId" clId="{91560560-5DF8-46DB-974C-C4C0FEE9B978}" dt="2026-02-01T10:32:43.091" v="46748"/>
          <ac:spMkLst>
            <pc:docMk/>
            <pc:sldMk cId="637015074" sldId="2134806498"/>
            <ac:spMk id="6" creationId="{D896F38C-34BC-57B4-3C95-B8CE235AB134}"/>
          </ac:spMkLst>
        </pc:spChg>
        <pc:graphicFrameChg chg="add del mod">
          <ac:chgData name="A. İsmet AŞCI" userId="a3862314cc6fab8c" providerId="LiveId" clId="{91560560-5DF8-46DB-974C-C4C0FEE9B978}" dt="2026-02-01T10:34:32.509" v="46751" actId="478"/>
          <ac:graphicFrameMkLst>
            <pc:docMk/>
            <pc:sldMk cId="637015074" sldId="2134806498"/>
            <ac:graphicFrameMk id="4" creationId="{1ED4240B-A8E6-F53F-8180-9673FC3C3B32}"/>
          </ac:graphicFrameMkLst>
        </pc:graphicFrameChg>
        <pc:graphicFrameChg chg="mod">
          <ac:chgData name="A. İsmet AŞCI" userId="a3862314cc6fab8c" providerId="LiveId" clId="{91560560-5DF8-46DB-974C-C4C0FEE9B978}" dt="2026-02-01T10:32:43.093" v="46750"/>
          <ac:graphicFrameMkLst>
            <pc:docMk/>
            <pc:sldMk cId="637015074" sldId="2134806498"/>
            <ac:graphicFrameMk id="5" creationId="{03DF76DB-4FB2-D7E5-BF9E-DDBB1F5628BC}"/>
          </ac:graphicFrameMkLst>
        </pc:graphicFrameChg>
        <pc:graphicFrameChg chg="add mod">
          <ac:chgData name="A. İsmet AŞCI" userId="a3862314cc6fab8c" providerId="LiveId" clId="{91560560-5DF8-46DB-974C-C4C0FEE9B978}" dt="2026-02-01T10:39:20.928" v="46770"/>
          <ac:graphicFrameMkLst>
            <pc:docMk/>
            <pc:sldMk cId="637015074" sldId="2134806498"/>
            <ac:graphicFrameMk id="7" creationId="{9869CB54-4660-67BE-2B8B-BADE80DF7446}"/>
          </ac:graphicFrameMkLst>
        </pc:graphicFrameChg>
        <pc:graphicFrameChg chg="del">
          <ac:chgData name="A. İsmet AŞCI" userId="a3862314cc6fab8c" providerId="LiveId" clId="{91560560-5DF8-46DB-974C-C4C0FEE9B978}" dt="2026-02-01T10:30:02.119" v="46584" actId="478"/>
          <ac:graphicFrameMkLst>
            <pc:docMk/>
            <pc:sldMk cId="637015074" sldId="2134806498"/>
            <ac:graphicFrameMk id="10" creationId="{96338AAB-FC83-A284-204F-00B522591179}"/>
          </ac:graphicFrameMkLst>
        </pc:graphicFrameChg>
      </pc:sldChg>
      <pc:sldChg chg="addSp delSp modSp add del mod ord">
        <pc:chgData name="A. İsmet AŞCI" userId="a3862314cc6fab8c" providerId="LiveId" clId="{91560560-5DF8-46DB-974C-C4C0FEE9B978}" dt="2026-02-01T10:40:44.744" v="46792" actId="47"/>
        <pc:sldMkLst>
          <pc:docMk/>
          <pc:sldMk cId="3778738156" sldId="2134806499"/>
        </pc:sldMkLst>
        <pc:spChg chg="mod">
          <ac:chgData name="A. İsmet AŞCI" userId="a3862314cc6fab8c" providerId="LiveId" clId="{91560560-5DF8-46DB-974C-C4C0FEE9B978}" dt="2026-02-01T10:32:38.860" v="46693" actId="948"/>
          <ac:spMkLst>
            <pc:docMk/>
            <pc:sldMk cId="3778738156" sldId="2134806499"/>
            <ac:spMk id="2" creationId="{EA3490B7-9BA6-8659-1E43-389988BD3A51}"/>
          </ac:spMkLst>
        </pc:spChg>
        <pc:spChg chg="add del mod modVis">
          <ac:chgData name="A. İsmet AŞCI" userId="a3862314cc6fab8c" providerId="LiveId" clId="{91560560-5DF8-46DB-974C-C4C0FEE9B978}" dt="2026-02-01T10:30:31.461" v="46621"/>
          <ac:spMkLst>
            <pc:docMk/>
            <pc:sldMk cId="3778738156" sldId="2134806499"/>
            <ac:spMk id="3" creationId="{EB772E97-6C61-A3C5-750D-15540C1BC0A4}"/>
          </ac:spMkLst>
        </pc:spChg>
        <pc:spChg chg="add del mod modVis">
          <ac:chgData name="A. İsmet AŞCI" userId="a3862314cc6fab8c" providerId="LiveId" clId="{91560560-5DF8-46DB-974C-C4C0FEE9B978}" dt="2026-02-01T10:30:32.164" v="46647"/>
          <ac:spMkLst>
            <pc:docMk/>
            <pc:sldMk cId="3778738156" sldId="2134806499"/>
            <ac:spMk id="6" creationId="{8BC04854-4A12-028A-860A-F5FBD4555F09}"/>
          </ac:spMkLst>
        </pc:spChg>
        <pc:spChg chg="add del mod modVis">
          <ac:chgData name="A. İsmet AŞCI" userId="a3862314cc6fab8c" providerId="LiveId" clId="{91560560-5DF8-46DB-974C-C4C0FEE9B978}" dt="2026-02-01T10:32:37.127" v="46682"/>
          <ac:spMkLst>
            <pc:docMk/>
            <pc:sldMk cId="3778738156" sldId="2134806499"/>
            <ac:spMk id="7" creationId="{7B92D618-EC14-1008-EC25-55DF24A91F02}"/>
          </ac:spMkLst>
        </pc:spChg>
        <pc:spChg chg="add del mod modVis">
          <ac:chgData name="A. İsmet AŞCI" userId="a3862314cc6fab8c" providerId="LiveId" clId="{91560560-5DF8-46DB-974C-C4C0FEE9B978}" dt="2026-02-01T10:32:38.886" v="46715"/>
          <ac:spMkLst>
            <pc:docMk/>
            <pc:sldMk cId="3778738156" sldId="2134806499"/>
            <ac:spMk id="8" creationId="{C505A950-3587-A308-F7E9-11B83510B551}"/>
          </ac:spMkLst>
        </pc:spChg>
        <pc:graphicFrameChg chg="mod">
          <ac:chgData name="A. İsmet AŞCI" userId="a3862314cc6fab8c" providerId="LiveId" clId="{91560560-5DF8-46DB-974C-C4C0FEE9B978}" dt="2026-02-01T10:32:16.851" v="46652"/>
          <ac:graphicFrameMkLst>
            <pc:docMk/>
            <pc:sldMk cId="3778738156" sldId="2134806499"/>
            <ac:graphicFrameMk id="4" creationId="{3B7BEDE8-1592-AD43-8250-21D94C26F01D}"/>
          </ac:graphicFrameMkLst>
        </pc:graphicFrameChg>
        <pc:graphicFrameChg chg="mod">
          <ac:chgData name="A. İsmet AŞCI" userId="a3862314cc6fab8c" providerId="LiveId" clId="{91560560-5DF8-46DB-974C-C4C0FEE9B978}" dt="2026-02-01T10:32:38.886" v="46717"/>
          <ac:graphicFrameMkLst>
            <pc:docMk/>
            <pc:sldMk cId="3778738156" sldId="2134806499"/>
            <ac:graphicFrameMk id="5" creationId="{3CE603FD-CE53-8372-279B-0A78A550C440}"/>
          </ac:graphicFrameMkLst>
        </pc:graphicFrameChg>
      </pc:sldChg>
      <pc:sldChg chg="addSp delSp modSp new mod">
        <pc:chgData name="A. İsmet AŞCI" userId="a3862314cc6fab8c" providerId="LiveId" clId="{91560560-5DF8-46DB-974C-C4C0FEE9B978}" dt="2026-02-02T09:08:25.793" v="47921" actId="14734"/>
        <pc:sldMkLst>
          <pc:docMk/>
          <pc:sldMk cId="3966060181" sldId="2134806500"/>
        </pc:sldMkLst>
        <pc:spChg chg="mod">
          <ac:chgData name="A. İsmet AŞCI" userId="a3862314cc6fab8c" providerId="LiveId" clId="{91560560-5DF8-46DB-974C-C4C0FEE9B978}" dt="2026-02-01T10:45:25.062" v="47736" actId="948"/>
          <ac:spMkLst>
            <pc:docMk/>
            <pc:sldMk cId="3966060181" sldId="2134806500"/>
            <ac:spMk id="2" creationId="{FE3C1DAA-5EAE-AAD8-A791-67697FBAD928}"/>
          </ac:spMkLst>
        </pc:spChg>
        <pc:spChg chg="del">
          <ac:chgData name="A. İsmet AŞCI" userId="a3862314cc6fab8c" providerId="LiveId" clId="{91560560-5DF8-46DB-974C-C4C0FEE9B978}" dt="2026-02-01T10:38:32.469" v="46757" actId="478"/>
          <ac:spMkLst>
            <pc:docMk/>
            <pc:sldMk cId="3966060181" sldId="2134806500"/>
            <ac:spMk id="3" creationId="{1F65B5F7-4A47-6EB2-98D0-A2D1D01B38C6}"/>
          </ac:spMkLst>
        </pc:spChg>
        <pc:spChg chg="add del mod modVis">
          <ac:chgData name="A. İsmet AŞCI" userId="a3862314cc6fab8c" providerId="LiveId" clId="{91560560-5DF8-46DB-974C-C4C0FEE9B978}" dt="2026-02-01T10:42:00.580" v="46869"/>
          <ac:spMkLst>
            <pc:docMk/>
            <pc:sldMk cId="3966060181" sldId="2134806500"/>
            <ac:spMk id="7" creationId="{7C2B4A1F-FEB2-1DBF-2C73-F4C726B611C9}"/>
          </ac:spMkLst>
        </pc:spChg>
        <pc:spChg chg="add del mod modVis">
          <ac:chgData name="A. İsmet AŞCI" userId="a3862314cc6fab8c" providerId="LiveId" clId="{91560560-5DF8-46DB-974C-C4C0FEE9B978}" dt="2026-02-01T10:44:13.394" v="46926"/>
          <ac:spMkLst>
            <pc:docMk/>
            <pc:sldMk cId="3966060181" sldId="2134806500"/>
            <ac:spMk id="8" creationId="{94A0AB51-72C7-FD45-43CE-1F211171215F}"/>
          </ac:spMkLst>
        </pc:spChg>
        <pc:spChg chg="add del mod modVis">
          <ac:chgData name="A. İsmet AŞCI" userId="a3862314cc6fab8c" providerId="LiveId" clId="{91560560-5DF8-46DB-974C-C4C0FEE9B978}" dt="2026-02-01T10:44:14" v="46952"/>
          <ac:spMkLst>
            <pc:docMk/>
            <pc:sldMk cId="3966060181" sldId="2134806500"/>
            <ac:spMk id="9" creationId="{8E8222CB-C207-E86C-3218-D70346A1A32F}"/>
          </ac:spMkLst>
        </pc:spChg>
        <pc:spChg chg="add del mod modVis">
          <ac:chgData name="A. İsmet AŞCI" userId="a3862314cc6fab8c" providerId="LiveId" clId="{91560560-5DF8-46DB-974C-C4C0FEE9B978}" dt="2026-02-01T10:44:23.656" v="46995"/>
          <ac:spMkLst>
            <pc:docMk/>
            <pc:sldMk cId="3966060181" sldId="2134806500"/>
            <ac:spMk id="10" creationId="{A107F903-2A57-92F8-36FA-05AD5530D592}"/>
          </ac:spMkLst>
        </pc:spChg>
        <pc:spChg chg="add del mod modVis">
          <ac:chgData name="A. İsmet AŞCI" userId="a3862314cc6fab8c" providerId="LiveId" clId="{91560560-5DF8-46DB-974C-C4C0FEE9B978}" dt="2026-02-01T10:44:25.297" v="47037"/>
          <ac:spMkLst>
            <pc:docMk/>
            <pc:sldMk cId="3966060181" sldId="2134806500"/>
            <ac:spMk id="11" creationId="{EF678567-8784-312B-E676-AEE51CE58363}"/>
          </ac:spMkLst>
        </pc:spChg>
        <pc:spChg chg="add del mod modVis">
          <ac:chgData name="A. İsmet AŞCI" userId="a3862314cc6fab8c" providerId="LiveId" clId="{91560560-5DF8-46DB-974C-C4C0FEE9B978}" dt="2026-02-01T10:44:27.672" v="47082"/>
          <ac:spMkLst>
            <pc:docMk/>
            <pc:sldMk cId="3966060181" sldId="2134806500"/>
            <ac:spMk id="12" creationId="{B7DE9BE5-A9B5-51E0-CAB9-AE8123A56BE1}"/>
          </ac:spMkLst>
        </pc:spChg>
        <pc:spChg chg="add del mod modVis">
          <ac:chgData name="A. İsmet AŞCI" userId="a3862314cc6fab8c" providerId="LiveId" clId="{91560560-5DF8-46DB-974C-C4C0FEE9B978}" dt="2026-02-01T10:44:31.235" v="47128"/>
          <ac:spMkLst>
            <pc:docMk/>
            <pc:sldMk cId="3966060181" sldId="2134806500"/>
            <ac:spMk id="13" creationId="{FE707B79-B248-6220-7CD3-70A93FA354A8}"/>
          </ac:spMkLst>
        </pc:spChg>
        <pc:spChg chg="add del mod modVis">
          <ac:chgData name="A. İsmet AŞCI" userId="a3862314cc6fab8c" providerId="LiveId" clId="{91560560-5DF8-46DB-974C-C4C0FEE9B978}" dt="2026-02-01T10:44:33.908" v="47171"/>
          <ac:spMkLst>
            <pc:docMk/>
            <pc:sldMk cId="3966060181" sldId="2134806500"/>
            <ac:spMk id="14" creationId="{5F1BDCE2-42E6-472D-CC93-4D097BD50FB7}"/>
          </ac:spMkLst>
        </pc:spChg>
        <pc:spChg chg="add del mod modVis">
          <ac:chgData name="A. İsmet AŞCI" userId="a3862314cc6fab8c" providerId="LiveId" clId="{91560560-5DF8-46DB-974C-C4C0FEE9B978}" dt="2026-02-01T10:44:34.603" v="47206"/>
          <ac:spMkLst>
            <pc:docMk/>
            <pc:sldMk cId="3966060181" sldId="2134806500"/>
            <ac:spMk id="15" creationId="{EE648EB7-DF76-8861-C0C6-25D494750E78}"/>
          </ac:spMkLst>
        </pc:spChg>
        <pc:spChg chg="add del mod modVis">
          <ac:chgData name="A. İsmet AŞCI" userId="a3862314cc6fab8c" providerId="LiveId" clId="{91560560-5DF8-46DB-974C-C4C0FEE9B978}" dt="2026-02-01T10:44:35.781" v="47241"/>
          <ac:spMkLst>
            <pc:docMk/>
            <pc:sldMk cId="3966060181" sldId="2134806500"/>
            <ac:spMk id="16" creationId="{8F550599-50A8-5BD6-7EF5-B9D1E045D662}"/>
          </ac:spMkLst>
        </pc:spChg>
        <pc:spChg chg="add del mod modVis">
          <ac:chgData name="A. İsmet AŞCI" userId="a3862314cc6fab8c" providerId="LiveId" clId="{91560560-5DF8-46DB-974C-C4C0FEE9B978}" dt="2026-02-01T10:44:41.739" v="47280"/>
          <ac:spMkLst>
            <pc:docMk/>
            <pc:sldMk cId="3966060181" sldId="2134806500"/>
            <ac:spMk id="17" creationId="{5916279A-22FF-E0B7-A7C2-BA51ACC6C623}"/>
          </ac:spMkLst>
        </pc:spChg>
        <pc:spChg chg="add del mod modVis">
          <ac:chgData name="A. İsmet AŞCI" userId="a3862314cc6fab8c" providerId="LiveId" clId="{91560560-5DF8-46DB-974C-C4C0FEE9B978}" dt="2026-02-01T10:44:42.578" v="47314"/>
          <ac:spMkLst>
            <pc:docMk/>
            <pc:sldMk cId="3966060181" sldId="2134806500"/>
            <ac:spMk id="18" creationId="{A4ABD304-989A-73D9-9917-0734DDF0C13F}"/>
          </ac:spMkLst>
        </pc:spChg>
        <pc:spChg chg="add del mod modVis">
          <ac:chgData name="A. İsmet AŞCI" userId="a3862314cc6fab8c" providerId="LiveId" clId="{91560560-5DF8-46DB-974C-C4C0FEE9B978}" dt="2026-02-01T10:44:43.689" v="47349"/>
          <ac:spMkLst>
            <pc:docMk/>
            <pc:sldMk cId="3966060181" sldId="2134806500"/>
            <ac:spMk id="19" creationId="{A728BBDB-F0E9-C737-C6AB-7A8FA594B70D}"/>
          </ac:spMkLst>
        </pc:spChg>
        <pc:spChg chg="add del mod modVis">
          <ac:chgData name="A. İsmet AŞCI" userId="a3862314cc6fab8c" providerId="LiveId" clId="{91560560-5DF8-46DB-974C-C4C0FEE9B978}" dt="2026-02-01T10:44:46.728" v="47385"/>
          <ac:spMkLst>
            <pc:docMk/>
            <pc:sldMk cId="3966060181" sldId="2134806500"/>
            <ac:spMk id="20" creationId="{BD5B94F1-3347-C801-9879-1D8EB34D9F5B}"/>
          </ac:spMkLst>
        </pc:spChg>
        <pc:spChg chg="add del mod modVis">
          <ac:chgData name="A. İsmet AŞCI" userId="a3862314cc6fab8c" providerId="LiveId" clId="{91560560-5DF8-46DB-974C-C4C0FEE9B978}" dt="2026-02-01T10:44:47.828" v="47423"/>
          <ac:spMkLst>
            <pc:docMk/>
            <pc:sldMk cId="3966060181" sldId="2134806500"/>
            <ac:spMk id="21" creationId="{6AC3A2CC-0D9B-BE7B-096C-3A31732827AF}"/>
          </ac:spMkLst>
        </pc:spChg>
        <pc:spChg chg="add del mod modVis">
          <ac:chgData name="A. İsmet AŞCI" userId="a3862314cc6fab8c" providerId="LiveId" clId="{91560560-5DF8-46DB-974C-C4C0FEE9B978}" dt="2026-02-01T10:44:54.959" v="47458"/>
          <ac:spMkLst>
            <pc:docMk/>
            <pc:sldMk cId="3966060181" sldId="2134806500"/>
            <ac:spMk id="22" creationId="{F278FEB7-C4ED-0ECD-DE81-29C0A2E54C7A}"/>
          </ac:spMkLst>
        </pc:spChg>
        <pc:spChg chg="add del mod modVis">
          <ac:chgData name="A. İsmet AŞCI" userId="a3862314cc6fab8c" providerId="LiveId" clId="{91560560-5DF8-46DB-974C-C4C0FEE9B978}" dt="2026-02-01T10:44:56.673" v="47493"/>
          <ac:spMkLst>
            <pc:docMk/>
            <pc:sldMk cId="3966060181" sldId="2134806500"/>
            <ac:spMk id="23" creationId="{81C6983E-9987-29FE-0F89-83E1549FCB1D}"/>
          </ac:spMkLst>
        </pc:spChg>
        <pc:spChg chg="add del mod modVis">
          <ac:chgData name="A. İsmet AŞCI" userId="a3862314cc6fab8c" providerId="LiveId" clId="{91560560-5DF8-46DB-974C-C4C0FEE9B978}" dt="2026-02-01T10:44:59.530" v="47527"/>
          <ac:spMkLst>
            <pc:docMk/>
            <pc:sldMk cId="3966060181" sldId="2134806500"/>
            <ac:spMk id="24" creationId="{E39EC393-0E95-B55D-21D9-191C0D937D56}"/>
          </ac:spMkLst>
        </pc:spChg>
        <pc:spChg chg="add del mod modVis">
          <ac:chgData name="A. İsmet AŞCI" userId="a3862314cc6fab8c" providerId="LiveId" clId="{91560560-5DF8-46DB-974C-C4C0FEE9B978}" dt="2026-02-01T10:45:01.012" v="47566"/>
          <ac:spMkLst>
            <pc:docMk/>
            <pc:sldMk cId="3966060181" sldId="2134806500"/>
            <ac:spMk id="25" creationId="{BE12D006-4527-6BB6-340F-B581DB53CD06}"/>
          </ac:spMkLst>
        </pc:spChg>
        <pc:spChg chg="add del mod modVis">
          <ac:chgData name="A. İsmet AŞCI" userId="a3862314cc6fab8c" providerId="LiveId" clId="{91560560-5DF8-46DB-974C-C4C0FEE9B978}" dt="2026-02-01T10:45:03.764" v="47603"/>
          <ac:spMkLst>
            <pc:docMk/>
            <pc:sldMk cId="3966060181" sldId="2134806500"/>
            <ac:spMk id="26" creationId="{C2CBB28A-05F1-916D-7A91-76706F0A2B6F}"/>
          </ac:spMkLst>
        </pc:spChg>
        <pc:spChg chg="add del mod modVis">
          <ac:chgData name="A. İsmet AŞCI" userId="a3862314cc6fab8c" providerId="LiveId" clId="{91560560-5DF8-46DB-974C-C4C0FEE9B978}" dt="2026-02-01T10:45:13.473" v="47645"/>
          <ac:spMkLst>
            <pc:docMk/>
            <pc:sldMk cId="3966060181" sldId="2134806500"/>
            <ac:spMk id="27" creationId="{B78D42CC-1A47-8D5E-4911-93BFAC4C309A}"/>
          </ac:spMkLst>
        </pc:spChg>
        <pc:spChg chg="add del mod modVis">
          <ac:chgData name="A. İsmet AŞCI" userId="a3862314cc6fab8c" providerId="LiveId" clId="{91560560-5DF8-46DB-974C-C4C0FEE9B978}" dt="2026-02-01T10:45:16.506" v="47685"/>
          <ac:spMkLst>
            <pc:docMk/>
            <pc:sldMk cId="3966060181" sldId="2134806500"/>
            <ac:spMk id="28" creationId="{C210BD0E-3D78-CA39-9A5C-350D52A41D03}"/>
          </ac:spMkLst>
        </pc:spChg>
        <pc:spChg chg="add del mod modVis">
          <ac:chgData name="A. İsmet AŞCI" userId="a3862314cc6fab8c" providerId="LiveId" clId="{91560560-5DF8-46DB-974C-C4C0FEE9B978}" dt="2026-02-01T10:45:18.202" v="47718"/>
          <ac:spMkLst>
            <pc:docMk/>
            <pc:sldMk cId="3966060181" sldId="2134806500"/>
            <ac:spMk id="29" creationId="{59C09D34-A34F-DA71-BBF0-A7DA07BA6523}"/>
          </ac:spMkLst>
        </pc:spChg>
        <pc:spChg chg="add del mod modVis">
          <ac:chgData name="A. İsmet AŞCI" userId="a3862314cc6fab8c" providerId="LiveId" clId="{91560560-5DF8-46DB-974C-C4C0FEE9B978}" dt="2026-02-01T10:45:25.104" v="47765"/>
          <ac:spMkLst>
            <pc:docMk/>
            <pc:sldMk cId="3966060181" sldId="2134806500"/>
            <ac:spMk id="30" creationId="{9D287D86-BD3C-9FD4-1407-A10C75D00930}"/>
          </ac:spMkLst>
        </pc:spChg>
        <pc:graphicFrameChg chg="add mod">
          <ac:chgData name="A. İsmet AŞCI" userId="a3862314cc6fab8c" providerId="LiveId" clId="{91560560-5DF8-46DB-974C-C4C0FEE9B978}" dt="2026-02-01T10:38:33.106" v="46758"/>
          <ac:graphicFrameMkLst>
            <pc:docMk/>
            <pc:sldMk cId="3966060181" sldId="2134806500"/>
            <ac:graphicFrameMk id="4" creationId="{A056E972-458A-7B2F-F952-3F622BEFD68F}"/>
          </ac:graphicFrameMkLst>
        </pc:graphicFrameChg>
        <pc:graphicFrameChg chg="add mod modGraphic">
          <ac:chgData name="A. İsmet AŞCI" userId="a3862314cc6fab8c" providerId="LiveId" clId="{91560560-5DF8-46DB-974C-C4C0FEE9B978}" dt="2026-02-02T09:08:25.793" v="47921" actId="14734"/>
          <ac:graphicFrameMkLst>
            <pc:docMk/>
            <pc:sldMk cId="3966060181" sldId="2134806500"/>
            <ac:graphicFrameMk id="5" creationId="{BB4D67A3-4A7D-5194-EAA5-E9F5A6C77387}"/>
          </ac:graphicFrameMkLst>
        </pc:graphicFrameChg>
        <pc:graphicFrameChg chg="add mod ord modVis">
          <ac:chgData name="A. İsmet AŞCI" userId="a3862314cc6fab8c" providerId="LiveId" clId="{91560560-5DF8-46DB-974C-C4C0FEE9B978}" dt="2026-02-01T10:45:25.105" v="47767"/>
          <ac:graphicFrameMkLst>
            <pc:docMk/>
            <pc:sldMk cId="3966060181" sldId="2134806500"/>
            <ac:graphicFrameMk id="6" creationId="{3E2F296E-AE6F-8AC2-10CA-CA5B9DDB8A67}"/>
          </ac:graphicFrameMkLst>
        </pc:graphicFrameChg>
      </pc:sldChg>
      <pc:sldChg chg="addSp delSp modSp add mod">
        <pc:chgData name="A. İsmet AŞCI" userId="a3862314cc6fab8c" providerId="LiveId" clId="{91560560-5DF8-46DB-974C-C4C0FEE9B978}" dt="2026-02-01T10:40:00.723" v="46777" actId="403"/>
        <pc:sldMkLst>
          <pc:docMk/>
          <pc:sldMk cId="1982974941" sldId="2134806501"/>
        </pc:sldMkLst>
        <pc:graphicFrameChg chg="add mod modGraphic">
          <ac:chgData name="A. İsmet AŞCI" userId="a3862314cc6fab8c" providerId="LiveId" clId="{91560560-5DF8-46DB-974C-C4C0FEE9B978}" dt="2026-02-01T10:40:00.723" v="46777" actId="403"/>
          <ac:graphicFrameMkLst>
            <pc:docMk/>
            <pc:sldMk cId="1982974941" sldId="2134806501"/>
            <ac:graphicFrameMk id="3" creationId="{E7272ED0-21C9-7435-0515-9DD5050D5FD4}"/>
          </ac:graphicFrameMkLst>
        </pc:graphicFrameChg>
        <pc:graphicFrameChg chg="del">
          <ac:chgData name="A. İsmet AŞCI" userId="a3862314cc6fab8c" providerId="LiveId" clId="{91560560-5DF8-46DB-974C-C4C0FEE9B978}" dt="2026-02-01T10:39:03.742" v="46768" actId="478"/>
          <ac:graphicFrameMkLst>
            <pc:docMk/>
            <pc:sldMk cId="1982974941" sldId="2134806501"/>
            <ac:graphicFrameMk id="7" creationId="{6FAACE5C-27B3-A5F3-92F5-6D3D9D7D6B4D}"/>
          </ac:graphicFrameMkLst>
        </pc:graphicFrameChg>
      </pc:sldChg>
      <pc:sldChg chg="addSp delSp modSp add mod">
        <pc:chgData name="A. İsmet AŞCI" userId="a3862314cc6fab8c" providerId="LiveId" clId="{91560560-5DF8-46DB-974C-C4C0FEE9B978}" dt="2026-02-01T10:41:13.072" v="46801" actId="403"/>
        <pc:sldMkLst>
          <pc:docMk/>
          <pc:sldMk cId="4181501649" sldId="2134806502"/>
        </pc:sldMkLst>
        <pc:graphicFrameChg chg="add mod">
          <ac:chgData name="A. İsmet AŞCI" userId="a3862314cc6fab8c" providerId="LiveId" clId="{91560560-5DF8-46DB-974C-C4C0FEE9B978}" dt="2026-02-01T10:40:19.146" v="46782"/>
          <ac:graphicFrameMkLst>
            <pc:docMk/>
            <pc:sldMk cId="4181501649" sldId="2134806502"/>
            <ac:graphicFrameMk id="3" creationId="{C518D8F7-F557-578A-1809-7141B409BAEA}"/>
          </ac:graphicFrameMkLst>
        </pc:graphicFrameChg>
        <pc:graphicFrameChg chg="del mod">
          <ac:chgData name="A. İsmet AŞCI" userId="a3862314cc6fab8c" providerId="LiveId" clId="{91560560-5DF8-46DB-974C-C4C0FEE9B978}" dt="2026-02-01T10:40:17.982" v="46781" actId="478"/>
          <ac:graphicFrameMkLst>
            <pc:docMk/>
            <pc:sldMk cId="4181501649" sldId="2134806502"/>
            <ac:graphicFrameMk id="4" creationId="{73401C4B-225B-F60C-24FF-540693B7593E}"/>
          </ac:graphicFrameMkLst>
        </pc:graphicFrameChg>
        <pc:graphicFrameChg chg="add del mod modGraphic">
          <ac:chgData name="A. İsmet AŞCI" userId="a3862314cc6fab8c" providerId="LiveId" clId="{91560560-5DF8-46DB-974C-C4C0FEE9B978}" dt="2026-02-01T10:40:57.435" v="46793" actId="478"/>
          <ac:graphicFrameMkLst>
            <pc:docMk/>
            <pc:sldMk cId="4181501649" sldId="2134806502"/>
            <ac:graphicFrameMk id="6" creationId="{850C2076-F5A0-D0A0-AAA5-99BC939B0A2F}"/>
          </ac:graphicFrameMkLst>
        </pc:graphicFrameChg>
        <pc:graphicFrameChg chg="add mod">
          <ac:chgData name="A. İsmet AŞCI" userId="a3862314cc6fab8c" providerId="LiveId" clId="{91560560-5DF8-46DB-974C-C4C0FEE9B978}" dt="2026-02-01T10:40:57.974" v="46794"/>
          <ac:graphicFrameMkLst>
            <pc:docMk/>
            <pc:sldMk cId="4181501649" sldId="2134806502"/>
            <ac:graphicFrameMk id="7" creationId="{AB30E864-2E16-0C35-383E-8B0889A439AA}"/>
          </ac:graphicFrameMkLst>
        </pc:graphicFrameChg>
        <pc:graphicFrameChg chg="add mod modGraphic">
          <ac:chgData name="A. İsmet AŞCI" userId="a3862314cc6fab8c" providerId="LiveId" clId="{91560560-5DF8-46DB-974C-C4C0FEE9B978}" dt="2026-02-01T10:41:13.072" v="46801" actId="403"/>
          <ac:graphicFrameMkLst>
            <pc:docMk/>
            <pc:sldMk cId="4181501649" sldId="2134806502"/>
            <ac:graphicFrameMk id="8" creationId="{36ABD066-D8E2-619C-6DC0-D2F8726C5A33}"/>
          </ac:graphicFrameMkLst>
        </pc:graphicFrameChg>
      </pc:sldChg>
      <pc:sldChg chg="addSp delSp modSp add mod">
        <pc:chgData name="A. İsmet AŞCI" userId="a3862314cc6fab8c" providerId="LiveId" clId="{91560560-5DF8-46DB-974C-C4C0FEE9B978}" dt="2026-02-01T10:41:44.110" v="46814" actId="404"/>
        <pc:sldMkLst>
          <pc:docMk/>
          <pc:sldMk cId="2698599952" sldId="2134806503"/>
        </pc:sldMkLst>
        <pc:graphicFrameChg chg="add mod">
          <ac:chgData name="A. İsmet AŞCI" userId="a3862314cc6fab8c" providerId="LiveId" clId="{91560560-5DF8-46DB-974C-C4C0FEE9B978}" dt="2026-02-01T10:41:29.517" v="46805"/>
          <ac:graphicFrameMkLst>
            <pc:docMk/>
            <pc:sldMk cId="2698599952" sldId="2134806503"/>
            <ac:graphicFrameMk id="3" creationId="{86E2DB09-F7A8-BE7D-998D-E7D8E4345B88}"/>
          </ac:graphicFrameMkLst>
        </pc:graphicFrameChg>
        <pc:graphicFrameChg chg="add mod modGraphic">
          <ac:chgData name="A. İsmet AŞCI" userId="a3862314cc6fab8c" providerId="LiveId" clId="{91560560-5DF8-46DB-974C-C4C0FEE9B978}" dt="2026-02-01T10:41:44.110" v="46814" actId="404"/>
          <ac:graphicFrameMkLst>
            <pc:docMk/>
            <pc:sldMk cId="2698599952" sldId="2134806503"/>
            <ac:graphicFrameMk id="4" creationId="{7FE7BA6A-31DC-D297-60B6-D2C82F01B9FF}"/>
          </ac:graphicFrameMkLst>
        </pc:graphicFrameChg>
        <pc:graphicFrameChg chg="del mod">
          <ac:chgData name="A. İsmet AŞCI" userId="a3862314cc6fab8c" providerId="LiveId" clId="{91560560-5DF8-46DB-974C-C4C0FEE9B978}" dt="2026-02-01T10:41:28.104" v="46804" actId="478"/>
          <ac:graphicFrameMkLst>
            <pc:docMk/>
            <pc:sldMk cId="2698599952" sldId="2134806503"/>
            <ac:graphicFrameMk id="10" creationId="{C3C5F72E-1AA1-3720-79F6-6FB59229EACE}"/>
          </ac:graphicFrameMkLst>
        </pc:graphicFrameChg>
      </pc:sldChg>
      <pc:sldMasterChg chg="delSldLayout">
        <pc:chgData name="A. İsmet AŞCI" userId="a3862314cc6fab8c" providerId="LiveId" clId="{91560560-5DF8-46DB-974C-C4C0FEE9B978}" dt="2026-01-30T13:01:58.705" v="22457" actId="47"/>
        <pc:sldMasterMkLst>
          <pc:docMk/>
          <pc:sldMasterMk cId="1609764108" sldId="2147483660"/>
        </pc:sldMasterMkLst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174377224199285E-3"/>
          <c:y val="0.12163948876156898"/>
          <c:w val="0.98576512455516019"/>
          <c:h val="0.7933010136624063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3064A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278536800352578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47F-4CE1-8C33-0B22FD9E2C85}"/>
                </c:ext>
              </c:extLst>
            </c:dLbl>
            <c:dLbl>
              <c:idx val="1"/>
              <c:layout>
                <c:manualLayout>
                  <c:x val="0"/>
                  <c:y val="-0.1842221242838254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47F-4CE1-8C33-0B22FD9E2C85}"/>
                </c:ext>
              </c:extLst>
            </c:dLbl>
            <c:dLbl>
              <c:idx val="2"/>
              <c:layout>
                <c:manualLayout>
                  <c:x val="0"/>
                  <c:y val="-0.211546936976641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47F-4CE1-8C33-0B22FD9E2C85}"/>
                </c:ext>
              </c:extLst>
            </c:dLbl>
            <c:dLbl>
              <c:idx val="3"/>
              <c:layout>
                <c:manualLayout>
                  <c:x val="0"/>
                  <c:y val="-0.1912736888497135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947F-4CE1-8C33-0B22FD9E2C85}"/>
                </c:ext>
              </c:extLst>
            </c:dLbl>
            <c:dLbl>
              <c:idx val="4"/>
              <c:layout>
                <c:manualLayout>
                  <c:x val="0"/>
                  <c:y val="-0.1996474217717056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947F-4CE1-8C33-0B22FD9E2C85}"/>
                </c:ext>
              </c:extLst>
            </c:dLbl>
            <c:dLbl>
              <c:idx val="5"/>
              <c:layout>
                <c:manualLayout>
                  <c:x val="0"/>
                  <c:y val="-0.2102247686205376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947F-4CE1-8C33-0B22FD9E2C85}"/>
                </c:ext>
              </c:extLst>
            </c:dLbl>
            <c:dLbl>
              <c:idx val="6"/>
              <c:layout>
                <c:manualLayout>
                  <c:x val="0"/>
                  <c:y val="-0.2044953724107536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947F-4CE1-8C33-0B22FD9E2C85}"/>
                </c:ext>
              </c:extLst>
            </c:dLbl>
            <c:dLbl>
              <c:idx val="7"/>
              <c:layout>
                <c:manualLayout>
                  <c:x val="0"/>
                  <c:y val="-0.1952401939180255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947F-4CE1-8C33-0B22FD9E2C85}"/>
                </c:ext>
              </c:extLst>
            </c:dLbl>
            <c:dLbl>
              <c:idx val="8"/>
              <c:layout>
                <c:manualLayout>
                  <c:x val="0"/>
                  <c:y val="-0.2208021154693697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947F-4CE1-8C33-0B22FD9E2C85}"/>
                </c:ext>
              </c:extLst>
            </c:dLbl>
            <c:dLbl>
              <c:idx val="9"/>
              <c:layout>
                <c:manualLayout>
                  <c:x val="0"/>
                  <c:y val="-0.2362274129572498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947F-4CE1-8C33-0B22FD9E2C85}"/>
                </c:ext>
              </c:extLst>
            </c:dLbl>
            <c:dLbl>
              <c:idx val="10"/>
              <c:layout>
                <c:manualLayout>
                  <c:x val="0"/>
                  <c:y val="-0.4332304980167474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947F-4CE1-8C33-0B22FD9E2C85}"/>
                </c:ext>
              </c:extLst>
            </c:dLbl>
            <c:dLbl>
              <c:idx val="11"/>
              <c:layout>
                <c:manualLayout>
                  <c:x val="0"/>
                  <c:y val="-0.4261789334508593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947F-4CE1-8C33-0B22FD9E2C8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Sheet1!$A$1:$L$1</c:f>
              <c:numCache>
                <c:formatCode>General</c:formatCode>
                <c:ptCount val="12"/>
                <c:pt idx="0">
                  <c:v>38935</c:v>
                </c:pt>
                <c:pt idx="1">
                  <c:v>30046</c:v>
                </c:pt>
                <c:pt idx="2">
                  <c:v>35733</c:v>
                </c:pt>
                <c:pt idx="3">
                  <c:v>31546</c:v>
                </c:pt>
                <c:pt idx="4">
                  <c:v>33239</c:v>
                </c:pt>
                <c:pt idx="5">
                  <c:v>35350</c:v>
                </c:pt>
                <c:pt idx="6">
                  <c:v>34222</c:v>
                </c:pt>
                <c:pt idx="7">
                  <c:v>32286</c:v>
                </c:pt>
                <c:pt idx="8">
                  <c:v>37567</c:v>
                </c:pt>
                <c:pt idx="9">
                  <c:v>40691</c:v>
                </c:pt>
                <c:pt idx="10">
                  <c:v>80880</c:v>
                </c:pt>
                <c:pt idx="11">
                  <c:v>79496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47F-4CE1-8C33-0B22FD9E2C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73030383"/>
        <c:axId val="1"/>
      </c:barChart>
      <c:catAx>
        <c:axId val="6730303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088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7303038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174377224199285E-3"/>
          <c:y val="0.12163948876156898"/>
          <c:w val="0.98576512455516019"/>
          <c:h val="0.7933010136624063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3064A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2185985015425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421-4235-919F-C9A74A912396}"/>
                </c:ext>
              </c:extLst>
            </c:dLbl>
            <c:dLbl>
              <c:idx val="1"/>
              <c:layout>
                <c:manualLayout>
                  <c:x val="0"/>
                  <c:y val="-0.12516527104451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421-4235-919F-C9A74A912396}"/>
                </c:ext>
              </c:extLst>
            </c:dLbl>
            <c:dLbl>
              <c:idx val="2"/>
              <c:layout>
                <c:manualLayout>
                  <c:x val="0"/>
                  <c:y val="-0.1427941824592331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421-4235-919F-C9A74A912396}"/>
                </c:ext>
              </c:extLst>
            </c:dLbl>
            <c:dLbl>
              <c:idx val="3"/>
              <c:layout>
                <c:manualLayout>
                  <c:x val="0"/>
                  <c:y val="-0.1242838254737769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421-4235-919F-C9A74A912396}"/>
                </c:ext>
              </c:extLst>
            </c:dLbl>
            <c:dLbl>
              <c:idx val="4"/>
              <c:layout>
                <c:manualLayout>
                  <c:x val="0"/>
                  <c:y val="-0.1278096077567210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8421-4235-919F-C9A74A912396}"/>
                </c:ext>
              </c:extLst>
            </c:dLbl>
            <c:dLbl>
              <c:idx val="5"/>
              <c:layout>
                <c:manualLayout>
                  <c:x val="0"/>
                  <c:y val="-0.145879241956809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8421-4235-919F-C9A74A912396}"/>
                </c:ext>
              </c:extLst>
            </c:dLbl>
            <c:dLbl>
              <c:idx val="6"/>
              <c:layout>
                <c:manualLayout>
                  <c:x val="0"/>
                  <c:y val="-0.1339797267518730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8421-4235-919F-C9A74A912396}"/>
                </c:ext>
              </c:extLst>
            </c:dLbl>
            <c:dLbl>
              <c:idx val="7"/>
              <c:layout>
                <c:manualLayout>
                  <c:x val="0"/>
                  <c:y val="-0.1397091229616571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8421-4235-919F-C9A74A912396}"/>
                </c:ext>
              </c:extLst>
            </c:dLbl>
            <c:dLbl>
              <c:idx val="8"/>
              <c:layout>
                <c:manualLayout>
                  <c:x val="0"/>
                  <c:y val="-0.1507271925958572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8421-4235-919F-C9A74A912396}"/>
                </c:ext>
              </c:extLst>
            </c:dLbl>
            <c:dLbl>
              <c:idx val="9"/>
              <c:layout>
                <c:manualLayout>
                  <c:x val="0"/>
                  <c:y val="-0.1727633318642573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8421-4235-919F-C9A74A912396}"/>
                </c:ext>
              </c:extLst>
            </c:dLbl>
            <c:dLbl>
              <c:idx val="10"/>
              <c:layout>
                <c:manualLayout>
                  <c:x val="0"/>
                  <c:y val="-0.4332304980167474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8421-4235-919F-C9A74A912396}"/>
                </c:ext>
              </c:extLst>
            </c:dLbl>
            <c:dLbl>
              <c:idx val="11"/>
              <c:layout>
                <c:manualLayout>
                  <c:x val="0"/>
                  <c:y val="-0.4222124283825473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8421-4235-919F-C9A74A91239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Sheet1!$A$1:$L$1</c:f>
              <c:numCache>
                <c:formatCode>General</c:formatCode>
                <c:ptCount val="12"/>
                <c:pt idx="0">
                  <c:v>19398</c:v>
                </c:pt>
                <c:pt idx="1">
                  <c:v>13726</c:v>
                </c:pt>
                <c:pt idx="2">
                  <c:v>16358</c:v>
                </c:pt>
                <c:pt idx="3">
                  <c:v>13563</c:v>
                </c:pt>
                <c:pt idx="4">
                  <c:v>14078</c:v>
                </c:pt>
                <c:pt idx="5">
                  <c:v>16896</c:v>
                </c:pt>
                <c:pt idx="6">
                  <c:v>15054</c:v>
                </c:pt>
                <c:pt idx="7">
                  <c:v>15967</c:v>
                </c:pt>
                <c:pt idx="8">
                  <c:v>17642</c:v>
                </c:pt>
                <c:pt idx="9">
                  <c:v>21048</c:v>
                </c:pt>
                <c:pt idx="10">
                  <c:v>61273</c:v>
                </c:pt>
                <c:pt idx="11">
                  <c:v>59578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421-4235-919F-C9A74A9123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73097583"/>
        <c:axId val="1"/>
      </c:barChart>
      <c:catAx>
        <c:axId val="67309758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127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7309758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0402010050251257E-2"/>
          <c:y val="6.3106796116504854E-2"/>
          <c:w val="0.91253565122911862"/>
          <c:h val="0.87378640776699024"/>
        </c:manualLayout>
      </c:layout>
      <c:scatterChart>
        <c:scatterStyle val="lineMarker"/>
        <c:varyColors val="0"/>
        <c:ser>
          <c:idx val="0"/>
          <c:order val="0"/>
          <c:spPr>
            <a:ln w="38100" cmpd="sng" algn="ctr">
              <a:solidFill>
                <a:srgbClr val="940D0F"/>
              </a:solidFill>
              <a:prstDash val="solid"/>
            </a:ln>
          </c:spPr>
          <c:marker>
            <c:symbol val="none"/>
          </c:marker>
          <c:xVal>
            <c:numRef>
              <c:f>Sheet1!$A$1:$NA$1</c:f>
              <c:numCache>
                <c:formatCode>General</c:formatCode>
                <c:ptCount val="365"/>
                <c:pt idx="0">
                  <c:v>20089</c:v>
                </c:pt>
                <c:pt idx="1">
                  <c:v>20090</c:v>
                </c:pt>
                <c:pt idx="2">
                  <c:v>20091</c:v>
                </c:pt>
                <c:pt idx="3">
                  <c:v>20092</c:v>
                </c:pt>
                <c:pt idx="4">
                  <c:v>20093</c:v>
                </c:pt>
                <c:pt idx="5">
                  <c:v>20094</c:v>
                </c:pt>
                <c:pt idx="6">
                  <c:v>20095</c:v>
                </c:pt>
                <c:pt idx="7">
                  <c:v>20096</c:v>
                </c:pt>
                <c:pt idx="8">
                  <c:v>20097</c:v>
                </c:pt>
                <c:pt idx="9">
                  <c:v>20098</c:v>
                </c:pt>
                <c:pt idx="10">
                  <c:v>20099</c:v>
                </c:pt>
                <c:pt idx="11">
                  <c:v>20100</c:v>
                </c:pt>
                <c:pt idx="12">
                  <c:v>20101</c:v>
                </c:pt>
                <c:pt idx="13">
                  <c:v>20102</c:v>
                </c:pt>
                <c:pt idx="14">
                  <c:v>20103</c:v>
                </c:pt>
                <c:pt idx="15">
                  <c:v>20104</c:v>
                </c:pt>
                <c:pt idx="16">
                  <c:v>20105</c:v>
                </c:pt>
                <c:pt idx="17">
                  <c:v>20106</c:v>
                </c:pt>
                <c:pt idx="18">
                  <c:v>20107</c:v>
                </c:pt>
                <c:pt idx="19">
                  <c:v>20108</c:v>
                </c:pt>
                <c:pt idx="20">
                  <c:v>20109</c:v>
                </c:pt>
                <c:pt idx="21">
                  <c:v>20110</c:v>
                </c:pt>
                <c:pt idx="22">
                  <c:v>20111</c:v>
                </c:pt>
                <c:pt idx="23">
                  <c:v>20112</c:v>
                </c:pt>
                <c:pt idx="24">
                  <c:v>20113</c:v>
                </c:pt>
                <c:pt idx="25">
                  <c:v>20114</c:v>
                </c:pt>
                <c:pt idx="26">
                  <c:v>20115</c:v>
                </c:pt>
                <c:pt idx="27">
                  <c:v>20116</c:v>
                </c:pt>
                <c:pt idx="28">
                  <c:v>20117</c:v>
                </c:pt>
                <c:pt idx="29">
                  <c:v>20118</c:v>
                </c:pt>
                <c:pt idx="30">
                  <c:v>20119</c:v>
                </c:pt>
                <c:pt idx="31">
                  <c:v>20120</c:v>
                </c:pt>
                <c:pt idx="32">
                  <c:v>20121</c:v>
                </c:pt>
                <c:pt idx="33">
                  <c:v>20122</c:v>
                </c:pt>
                <c:pt idx="34">
                  <c:v>20123</c:v>
                </c:pt>
                <c:pt idx="35">
                  <c:v>20124</c:v>
                </c:pt>
                <c:pt idx="36">
                  <c:v>20125</c:v>
                </c:pt>
                <c:pt idx="37">
                  <c:v>20126</c:v>
                </c:pt>
                <c:pt idx="38">
                  <c:v>20127</c:v>
                </c:pt>
                <c:pt idx="39">
                  <c:v>20128</c:v>
                </c:pt>
                <c:pt idx="40">
                  <c:v>20129</c:v>
                </c:pt>
                <c:pt idx="41">
                  <c:v>20130</c:v>
                </c:pt>
                <c:pt idx="42">
                  <c:v>20131</c:v>
                </c:pt>
                <c:pt idx="43">
                  <c:v>20132</c:v>
                </c:pt>
                <c:pt idx="44">
                  <c:v>20133</c:v>
                </c:pt>
                <c:pt idx="45">
                  <c:v>20134</c:v>
                </c:pt>
                <c:pt idx="46">
                  <c:v>20135</c:v>
                </c:pt>
                <c:pt idx="47">
                  <c:v>20136</c:v>
                </c:pt>
                <c:pt idx="48">
                  <c:v>20137</c:v>
                </c:pt>
                <c:pt idx="49">
                  <c:v>20138</c:v>
                </c:pt>
                <c:pt idx="50">
                  <c:v>20139</c:v>
                </c:pt>
                <c:pt idx="51">
                  <c:v>20140</c:v>
                </c:pt>
                <c:pt idx="52">
                  <c:v>20141</c:v>
                </c:pt>
                <c:pt idx="53">
                  <c:v>20142</c:v>
                </c:pt>
                <c:pt idx="54">
                  <c:v>20143</c:v>
                </c:pt>
                <c:pt idx="55">
                  <c:v>20144</c:v>
                </c:pt>
                <c:pt idx="56">
                  <c:v>20145</c:v>
                </c:pt>
                <c:pt idx="57">
                  <c:v>20146</c:v>
                </c:pt>
                <c:pt idx="58">
                  <c:v>20147</c:v>
                </c:pt>
                <c:pt idx="59">
                  <c:v>20148</c:v>
                </c:pt>
                <c:pt idx="60">
                  <c:v>20149</c:v>
                </c:pt>
                <c:pt idx="61">
                  <c:v>20150</c:v>
                </c:pt>
                <c:pt idx="62">
                  <c:v>20151</c:v>
                </c:pt>
                <c:pt idx="63">
                  <c:v>20152</c:v>
                </c:pt>
                <c:pt idx="64">
                  <c:v>20153</c:v>
                </c:pt>
                <c:pt idx="65">
                  <c:v>20154</c:v>
                </c:pt>
                <c:pt idx="66">
                  <c:v>20155</c:v>
                </c:pt>
                <c:pt idx="67">
                  <c:v>20156</c:v>
                </c:pt>
                <c:pt idx="68">
                  <c:v>20157</c:v>
                </c:pt>
                <c:pt idx="69">
                  <c:v>20158</c:v>
                </c:pt>
                <c:pt idx="70">
                  <c:v>20159</c:v>
                </c:pt>
                <c:pt idx="71">
                  <c:v>20160</c:v>
                </c:pt>
                <c:pt idx="72">
                  <c:v>20161</c:v>
                </c:pt>
                <c:pt idx="73">
                  <c:v>20162</c:v>
                </c:pt>
                <c:pt idx="74">
                  <c:v>20163</c:v>
                </c:pt>
                <c:pt idx="75">
                  <c:v>20164</c:v>
                </c:pt>
                <c:pt idx="76">
                  <c:v>20165</c:v>
                </c:pt>
                <c:pt idx="77">
                  <c:v>20166</c:v>
                </c:pt>
                <c:pt idx="78">
                  <c:v>20167</c:v>
                </c:pt>
                <c:pt idx="79">
                  <c:v>20168</c:v>
                </c:pt>
                <c:pt idx="80">
                  <c:v>20169</c:v>
                </c:pt>
                <c:pt idx="81">
                  <c:v>20170</c:v>
                </c:pt>
                <c:pt idx="82">
                  <c:v>20171</c:v>
                </c:pt>
                <c:pt idx="83">
                  <c:v>20172</c:v>
                </c:pt>
                <c:pt idx="84">
                  <c:v>20173</c:v>
                </c:pt>
                <c:pt idx="85">
                  <c:v>20174</c:v>
                </c:pt>
                <c:pt idx="86">
                  <c:v>20175</c:v>
                </c:pt>
                <c:pt idx="87">
                  <c:v>20176</c:v>
                </c:pt>
                <c:pt idx="88">
                  <c:v>20177</c:v>
                </c:pt>
                <c:pt idx="89">
                  <c:v>20178</c:v>
                </c:pt>
                <c:pt idx="90">
                  <c:v>20179</c:v>
                </c:pt>
                <c:pt idx="91">
                  <c:v>20180</c:v>
                </c:pt>
                <c:pt idx="92">
                  <c:v>20181</c:v>
                </c:pt>
                <c:pt idx="93">
                  <c:v>20182</c:v>
                </c:pt>
                <c:pt idx="94">
                  <c:v>20183</c:v>
                </c:pt>
                <c:pt idx="95">
                  <c:v>20184</c:v>
                </c:pt>
                <c:pt idx="96">
                  <c:v>20185</c:v>
                </c:pt>
                <c:pt idx="97">
                  <c:v>20186</c:v>
                </c:pt>
                <c:pt idx="98">
                  <c:v>20187</c:v>
                </c:pt>
                <c:pt idx="99">
                  <c:v>20188</c:v>
                </c:pt>
                <c:pt idx="100">
                  <c:v>20189</c:v>
                </c:pt>
                <c:pt idx="101">
                  <c:v>20190</c:v>
                </c:pt>
                <c:pt idx="102">
                  <c:v>20191</c:v>
                </c:pt>
                <c:pt idx="103">
                  <c:v>20192</c:v>
                </c:pt>
                <c:pt idx="104">
                  <c:v>20193</c:v>
                </c:pt>
                <c:pt idx="105">
                  <c:v>20194</c:v>
                </c:pt>
                <c:pt idx="106">
                  <c:v>20195</c:v>
                </c:pt>
                <c:pt idx="107">
                  <c:v>20196</c:v>
                </c:pt>
                <c:pt idx="108">
                  <c:v>20197</c:v>
                </c:pt>
                <c:pt idx="109">
                  <c:v>20198</c:v>
                </c:pt>
                <c:pt idx="110">
                  <c:v>20199</c:v>
                </c:pt>
                <c:pt idx="111">
                  <c:v>20200</c:v>
                </c:pt>
                <c:pt idx="112">
                  <c:v>20201</c:v>
                </c:pt>
                <c:pt idx="113">
                  <c:v>20202</c:v>
                </c:pt>
                <c:pt idx="114">
                  <c:v>20203</c:v>
                </c:pt>
                <c:pt idx="115">
                  <c:v>20204</c:v>
                </c:pt>
                <c:pt idx="116">
                  <c:v>20205</c:v>
                </c:pt>
                <c:pt idx="117">
                  <c:v>20206</c:v>
                </c:pt>
                <c:pt idx="118">
                  <c:v>20207</c:v>
                </c:pt>
                <c:pt idx="119">
                  <c:v>20208</c:v>
                </c:pt>
                <c:pt idx="120">
                  <c:v>20209</c:v>
                </c:pt>
                <c:pt idx="121">
                  <c:v>20210</c:v>
                </c:pt>
                <c:pt idx="122">
                  <c:v>20211</c:v>
                </c:pt>
                <c:pt idx="123">
                  <c:v>20212</c:v>
                </c:pt>
                <c:pt idx="124">
                  <c:v>20213</c:v>
                </c:pt>
                <c:pt idx="125">
                  <c:v>20214</c:v>
                </c:pt>
                <c:pt idx="126">
                  <c:v>20215</c:v>
                </c:pt>
                <c:pt idx="127">
                  <c:v>20216</c:v>
                </c:pt>
                <c:pt idx="128">
                  <c:v>20217</c:v>
                </c:pt>
                <c:pt idx="129">
                  <c:v>20218</c:v>
                </c:pt>
                <c:pt idx="130">
                  <c:v>20219</c:v>
                </c:pt>
                <c:pt idx="131">
                  <c:v>20220</c:v>
                </c:pt>
                <c:pt idx="132">
                  <c:v>20221</c:v>
                </c:pt>
                <c:pt idx="133">
                  <c:v>20222</c:v>
                </c:pt>
                <c:pt idx="134">
                  <c:v>20223</c:v>
                </c:pt>
                <c:pt idx="135">
                  <c:v>20224</c:v>
                </c:pt>
                <c:pt idx="136">
                  <c:v>20225</c:v>
                </c:pt>
                <c:pt idx="137">
                  <c:v>20226</c:v>
                </c:pt>
                <c:pt idx="138">
                  <c:v>20227</c:v>
                </c:pt>
                <c:pt idx="139">
                  <c:v>20228</c:v>
                </c:pt>
                <c:pt idx="140">
                  <c:v>20229</c:v>
                </c:pt>
                <c:pt idx="141">
                  <c:v>20230</c:v>
                </c:pt>
                <c:pt idx="142">
                  <c:v>20231</c:v>
                </c:pt>
                <c:pt idx="143">
                  <c:v>20232</c:v>
                </c:pt>
                <c:pt idx="144">
                  <c:v>20233</c:v>
                </c:pt>
                <c:pt idx="145">
                  <c:v>20234</c:v>
                </c:pt>
                <c:pt idx="146">
                  <c:v>20235</c:v>
                </c:pt>
                <c:pt idx="147">
                  <c:v>20236</c:v>
                </c:pt>
                <c:pt idx="148">
                  <c:v>20237</c:v>
                </c:pt>
                <c:pt idx="149">
                  <c:v>20238</c:v>
                </c:pt>
                <c:pt idx="150">
                  <c:v>20239</c:v>
                </c:pt>
                <c:pt idx="151">
                  <c:v>20240</c:v>
                </c:pt>
                <c:pt idx="152">
                  <c:v>20241</c:v>
                </c:pt>
                <c:pt idx="153">
                  <c:v>20242</c:v>
                </c:pt>
                <c:pt idx="154">
                  <c:v>20243</c:v>
                </c:pt>
                <c:pt idx="155">
                  <c:v>20244</c:v>
                </c:pt>
                <c:pt idx="156">
                  <c:v>20245</c:v>
                </c:pt>
                <c:pt idx="157">
                  <c:v>20246</c:v>
                </c:pt>
                <c:pt idx="158">
                  <c:v>20247</c:v>
                </c:pt>
                <c:pt idx="159">
                  <c:v>20248</c:v>
                </c:pt>
                <c:pt idx="160">
                  <c:v>20249</c:v>
                </c:pt>
                <c:pt idx="161">
                  <c:v>20250</c:v>
                </c:pt>
                <c:pt idx="162">
                  <c:v>20251</c:v>
                </c:pt>
                <c:pt idx="163">
                  <c:v>20252</c:v>
                </c:pt>
                <c:pt idx="164">
                  <c:v>20253</c:v>
                </c:pt>
                <c:pt idx="165">
                  <c:v>20254</c:v>
                </c:pt>
                <c:pt idx="166">
                  <c:v>20255</c:v>
                </c:pt>
                <c:pt idx="167">
                  <c:v>20256</c:v>
                </c:pt>
                <c:pt idx="168">
                  <c:v>20257</c:v>
                </c:pt>
                <c:pt idx="169">
                  <c:v>20258</c:v>
                </c:pt>
                <c:pt idx="170">
                  <c:v>20259</c:v>
                </c:pt>
                <c:pt idx="171">
                  <c:v>20260</c:v>
                </c:pt>
                <c:pt idx="172">
                  <c:v>20261</c:v>
                </c:pt>
                <c:pt idx="173">
                  <c:v>20262</c:v>
                </c:pt>
                <c:pt idx="174">
                  <c:v>20263</c:v>
                </c:pt>
                <c:pt idx="175">
                  <c:v>20264</c:v>
                </c:pt>
                <c:pt idx="176">
                  <c:v>20265</c:v>
                </c:pt>
                <c:pt idx="177">
                  <c:v>20266</c:v>
                </c:pt>
                <c:pt idx="178">
                  <c:v>20267</c:v>
                </c:pt>
                <c:pt idx="179">
                  <c:v>20268</c:v>
                </c:pt>
                <c:pt idx="180">
                  <c:v>20269</c:v>
                </c:pt>
                <c:pt idx="181">
                  <c:v>20270</c:v>
                </c:pt>
                <c:pt idx="182">
                  <c:v>20271</c:v>
                </c:pt>
                <c:pt idx="183">
                  <c:v>20272</c:v>
                </c:pt>
                <c:pt idx="184">
                  <c:v>20273</c:v>
                </c:pt>
                <c:pt idx="185">
                  <c:v>20274</c:v>
                </c:pt>
                <c:pt idx="186">
                  <c:v>20275</c:v>
                </c:pt>
                <c:pt idx="187">
                  <c:v>20276</c:v>
                </c:pt>
                <c:pt idx="188">
                  <c:v>20277</c:v>
                </c:pt>
                <c:pt idx="189">
                  <c:v>20278</c:v>
                </c:pt>
                <c:pt idx="190">
                  <c:v>20279</c:v>
                </c:pt>
                <c:pt idx="191">
                  <c:v>20280</c:v>
                </c:pt>
                <c:pt idx="192">
                  <c:v>20281</c:v>
                </c:pt>
                <c:pt idx="193">
                  <c:v>20282</c:v>
                </c:pt>
                <c:pt idx="194">
                  <c:v>20283</c:v>
                </c:pt>
                <c:pt idx="195">
                  <c:v>20284</c:v>
                </c:pt>
                <c:pt idx="196">
                  <c:v>20285</c:v>
                </c:pt>
                <c:pt idx="197">
                  <c:v>20286</c:v>
                </c:pt>
                <c:pt idx="198">
                  <c:v>20287</c:v>
                </c:pt>
                <c:pt idx="199">
                  <c:v>20288</c:v>
                </c:pt>
                <c:pt idx="200">
                  <c:v>20289</c:v>
                </c:pt>
                <c:pt idx="201">
                  <c:v>20290</c:v>
                </c:pt>
                <c:pt idx="202">
                  <c:v>20291</c:v>
                </c:pt>
                <c:pt idx="203">
                  <c:v>20292</c:v>
                </c:pt>
                <c:pt idx="204">
                  <c:v>20293</c:v>
                </c:pt>
                <c:pt idx="205">
                  <c:v>20294</c:v>
                </c:pt>
                <c:pt idx="206">
                  <c:v>20295</c:v>
                </c:pt>
                <c:pt idx="207">
                  <c:v>20296</c:v>
                </c:pt>
                <c:pt idx="208">
                  <c:v>20297</c:v>
                </c:pt>
                <c:pt idx="209">
                  <c:v>20298</c:v>
                </c:pt>
                <c:pt idx="210">
                  <c:v>20299</c:v>
                </c:pt>
                <c:pt idx="211">
                  <c:v>20300</c:v>
                </c:pt>
                <c:pt idx="212">
                  <c:v>20301</c:v>
                </c:pt>
                <c:pt idx="213">
                  <c:v>20302</c:v>
                </c:pt>
                <c:pt idx="214">
                  <c:v>20303</c:v>
                </c:pt>
                <c:pt idx="215">
                  <c:v>20304</c:v>
                </c:pt>
                <c:pt idx="216">
                  <c:v>20305</c:v>
                </c:pt>
                <c:pt idx="217">
                  <c:v>20306</c:v>
                </c:pt>
                <c:pt idx="218">
                  <c:v>20307</c:v>
                </c:pt>
                <c:pt idx="219">
                  <c:v>20308</c:v>
                </c:pt>
                <c:pt idx="220">
                  <c:v>20309</c:v>
                </c:pt>
                <c:pt idx="221">
                  <c:v>20310</c:v>
                </c:pt>
                <c:pt idx="222">
                  <c:v>20311</c:v>
                </c:pt>
                <c:pt idx="223">
                  <c:v>20312</c:v>
                </c:pt>
                <c:pt idx="224">
                  <c:v>20313</c:v>
                </c:pt>
                <c:pt idx="225">
                  <c:v>20314</c:v>
                </c:pt>
                <c:pt idx="226">
                  <c:v>20315</c:v>
                </c:pt>
                <c:pt idx="227">
                  <c:v>20316</c:v>
                </c:pt>
                <c:pt idx="228">
                  <c:v>20317</c:v>
                </c:pt>
                <c:pt idx="229">
                  <c:v>20318</c:v>
                </c:pt>
                <c:pt idx="230">
                  <c:v>20319</c:v>
                </c:pt>
                <c:pt idx="231">
                  <c:v>20320</c:v>
                </c:pt>
                <c:pt idx="232">
                  <c:v>20321</c:v>
                </c:pt>
                <c:pt idx="233">
                  <c:v>20322</c:v>
                </c:pt>
                <c:pt idx="234">
                  <c:v>20323</c:v>
                </c:pt>
                <c:pt idx="235">
                  <c:v>20324</c:v>
                </c:pt>
                <c:pt idx="236">
                  <c:v>20325</c:v>
                </c:pt>
                <c:pt idx="237">
                  <c:v>20326</c:v>
                </c:pt>
                <c:pt idx="238">
                  <c:v>20327</c:v>
                </c:pt>
                <c:pt idx="239">
                  <c:v>20328</c:v>
                </c:pt>
                <c:pt idx="240">
                  <c:v>20329</c:v>
                </c:pt>
                <c:pt idx="241">
                  <c:v>20330</c:v>
                </c:pt>
                <c:pt idx="242">
                  <c:v>20331</c:v>
                </c:pt>
                <c:pt idx="243">
                  <c:v>20332</c:v>
                </c:pt>
                <c:pt idx="244">
                  <c:v>20333</c:v>
                </c:pt>
                <c:pt idx="245">
                  <c:v>20334</c:v>
                </c:pt>
                <c:pt idx="246">
                  <c:v>20335</c:v>
                </c:pt>
                <c:pt idx="247">
                  <c:v>20336</c:v>
                </c:pt>
                <c:pt idx="248">
                  <c:v>20337</c:v>
                </c:pt>
                <c:pt idx="249">
                  <c:v>20338</c:v>
                </c:pt>
                <c:pt idx="250">
                  <c:v>20339</c:v>
                </c:pt>
                <c:pt idx="251">
                  <c:v>20340</c:v>
                </c:pt>
                <c:pt idx="252">
                  <c:v>20341</c:v>
                </c:pt>
                <c:pt idx="253">
                  <c:v>20342</c:v>
                </c:pt>
                <c:pt idx="254">
                  <c:v>20343</c:v>
                </c:pt>
                <c:pt idx="255">
                  <c:v>20344</c:v>
                </c:pt>
                <c:pt idx="256">
                  <c:v>20345</c:v>
                </c:pt>
                <c:pt idx="257">
                  <c:v>20346</c:v>
                </c:pt>
                <c:pt idx="258">
                  <c:v>20347</c:v>
                </c:pt>
                <c:pt idx="259">
                  <c:v>20348</c:v>
                </c:pt>
                <c:pt idx="260">
                  <c:v>20349</c:v>
                </c:pt>
                <c:pt idx="261">
                  <c:v>20350</c:v>
                </c:pt>
                <c:pt idx="262">
                  <c:v>20351</c:v>
                </c:pt>
                <c:pt idx="263">
                  <c:v>20352</c:v>
                </c:pt>
                <c:pt idx="264">
                  <c:v>20353</c:v>
                </c:pt>
                <c:pt idx="265">
                  <c:v>20354</c:v>
                </c:pt>
                <c:pt idx="266">
                  <c:v>20355</c:v>
                </c:pt>
                <c:pt idx="267">
                  <c:v>20356</c:v>
                </c:pt>
                <c:pt idx="268">
                  <c:v>20357</c:v>
                </c:pt>
                <c:pt idx="269">
                  <c:v>20358</c:v>
                </c:pt>
                <c:pt idx="270">
                  <c:v>20359</c:v>
                </c:pt>
                <c:pt idx="271">
                  <c:v>20360</c:v>
                </c:pt>
                <c:pt idx="272">
                  <c:v>20361</c:v>
                </c:pt>
                <c:pt idx="273">
                  <c:v>20362</c:v>
                </c:pt>
                <c:pt idx="274">
                  <c:v>20363</c:v>
                </c:pt>
                <c:pt idx="275">
                  <c:v>20364</c:v>
                </c:pt>
                <c:pt idx="276">
                  <c:v>20365</c:v>
                </c:pt>
                <c:pt idx="277">
                  <c:v>20366</c:v>
                </c:pt>
                <c:pt idx="278">
                  <c:v>20367</c:v>
                </c:pt>
                <c:pt idx="279">
                  <c:v>20368</c:v>
                </c:pt>
                <c:pt idx="280">
                  <c:v>20369</c:v>
                </c:pt>
                <c:pt idx="281">
                  <c:v>20370</c:v>
                </c:pt>
                <c:pt idx="282">
                  <c:v>20371</c:v>
                </c:pt>
                <c:pt idx="283">
                  <c:v>20372</c:v>
                </c:pt>
                <c:pt idx="284">
                  <c:v>20373</c:v>
                </c:pt>
                <c:pt idx="285">
                  <c:v>20374</c:v>
                </c:pt>
                <c:pt idx="286">
                  <c:v>20375</c:v>
                </c:pt>
                <c:pt idx="287">
                  <c:v>20376</c:v>
                </c:pt>
                <c:pt idx="288">
                  <c:v>20377</c:v>
                </c:pt>
                <c:pt idx="289">
                  <c:v>20378</c:v>
                </c:pt>
                <c:pt idx="290">
                  <c:v>20379</c:v>
                </c:pt>
                <c:pt idx="291">
                  <c:v>20380</c:v>
                </c:pt>
                <c:pt idx="292">
                  <c:v>20381</c:v>
                </c:pt>
                <c:pt idx="293">
                  <c:v>20382</c:v>
                </c:pt>
                <c:pt idx="294">
                  <c:v>20383</c:v>
                </c:pt>
                <c:pt idx="295">
                  <c:v>20384</c:v>
                </c:pt>
                <c:pt idx="296">
                  <c:v>20385</c:v>
                </c:pt>
                <c:pt idx="297">
                  <c:v>20386</c:v>
                </c:pt>
                <c:pt idx="298">
                  <c:v>20387</c:v>
                </c:pt>
                <c:pt idx="299">
                  <c:v>20388</c:v>
                </c:pt>
                <c:pt idx="300">
                  <c:v>20389</c:v>
                </c:pt>
                <c:pt idx="301">
                  <c:v>20390</c:v>
                </c:pt>
                <c:pt idx="302">
                  <c:v>20391</c:v>
                </c:pt>
                <c:pt idx="303">
                  <c:v>20392</c:v>
                </c:pt>
                <c:pt idx="304">
                  <c:v>20393</c:v>
                </c:pt>
                <c:pt idx="305">
                  <c:v>20394</c:v>
                </c:pt>
                <c:pt idx="306">
                  <c:v>20395</c:v>
                </c:pt>
                <c:pt idx="307">
                  <c:v>20396</c:v>
                </c:pt>
                <c:pt idx="308">
                  <c:v>20397</c:v>
                </c:pt>
                <c:pt idx="309">
                  <c:v>20398</c:v>
                </c:pt>
                <c:pt idx="310">
                  <c:v>20399</c:v>
                </c:pt>
                <c:pt idx="311">
                  <c:v>20400</c:v>
                </c:pt>
                <c:pt idx="312">
                  <c:v>20401</c:v>
                </c:pt>
                <c:pt idx="313">
                  <c:v>20402</c:v>
                </c:pt>
                <c:pt idx="314">
                  <c:v>20403</c:v>
                </c:pt>
                <c:pt idx="315">
                  <c:v>20404</c:v>
                </c:pt>
                <c:pt idx="316">
                  <c:v>20405</c:v>
                </c:pt>
                <c:pt idx="317">
                  <c:v>20406</c:v>
                </c:pt>
                <c:pt idx="318">
                  <c:v>20407</c:v>
                </c:pt>
                <c:pt idx="319">
                  <c:v>20408</c:v>
                </c:pt>
                <c:pt idx="320">
                  <c:v>20409</c:v>
                </c:pt>
                <c:pt idx="321">
                  <c:v>20410</c:v>
                </c:pt>
                <c:pt idx="322">
                  <c:v>20411</c:v>
                </c:pt>
                <c:pt idx="323">
                  <c:v>20412</c:v>
                </c:pt>
                <c:pt idx="324">
                  <c:v>20413</c:v>
                </c:pt>
                <c:pt idx="325">
                  <c:v>20414</c:v>
                </c:pt>
                <c:pt idx="326">
                  <c:v>20415</c:v>
                </c:pt>
                <c:pt idx="327">
                  <c:v>20416</c:v>
                </c:pt>
                <c:pt idx="328">
                  <c:v>20417</c:v>
                </c:pt>
                <c:pt idx="329">
                  <c:v>20418</c:v>
                </c:pt>
                <c:pt idx="330">
                  <c:v>20419</c:v>
                </c:pt>
                <c:pt idx="331">
                  <c:v>20420</c:v>
                </c:pt>
                <c:pt idx="332">
                  <c:v>20421</c:v>
                </c:pt>
                <c:pt idx="333">
                  <c:v>20422</c:v>
                </c:pt>
                <c:pt idx="334">
                  <c:v>20423</c:v>
                </c:pt>
                <c:pt idx="335">
                  <c:v>20424</c:v>
                </c:pt>
                <c:pt idx="336">
                  <c:v>20425</c:v>
                </c:pt>
                <c:pt idx="337">
                  <c:v>20426</c:v>
                </c:pt>
                <c:pt idx="338">
                  <c:v>20427</c:v>
                </c:pt>
                <c:pt idx="339">
                  <c:v>20428</c:v>
                </c:pt>
                <c:pt idx="340">
                  <c:v>20429</c:v>
                </c:pt>
                <c:pt idx="341">
                  <c:v>20430</c:v>
                </c:pt>
                <c:pt idx="342">
                  <c:v>20431</c:v>
                </c:pt>
                <c:pt idx="343">
                  <c:v>20432</c:v>
                </c:pt>
                <c:pt idx="344">
                  <c:v>20433</c:v>
                </c:pt>
                <c:pt idx="345">
                  <c:v>20434</c:v>
                </c:pt>
                <c:pt idx="346">
                  <c:v>20435</c:v>
                </c:pt>
                <c:pt idx="347">
                  <c:v>20436</c:v>
                </c:pt>
                <c:pt idx="348">
                  <c:v>20437</c:v>
                </c:pt>
                <c:pt idx="349">
                  <c:v>20438</c:v>
                </c:pt>
                <c:pt idx="350">
                  <c:v>20439</c:v>
                </c:pt>
                <c:pt idx="351">
                  <c:v>20440</c:v>
                </c:pt>
                <c:pt idx="352">
                  <c:v>20441</c:v>
                </c:pt>
                <c:pt idx="353">
                  <c:v>20442</c:v>
                </c:pt>
                <c:pt idx="354">
                  <c:v>20443</c:v>
                </c:pt>
                <c:pt idx="355">
                  <c:v>20444</c:v>
                </c:pt>
                <c:pt idx="356">
                  <c:v>20445</c:v>
                </c:pt>
                <c:pt idx="357">
                  <c:v>20446</c:v>
                </c:pt>
                <c:pt idx="358">
                  <c:v>20447</c:v>
                </c:pt>
                <c:pt idx="359">
                  <c:v>20448</c:v>
                </c:pt>
                <c:pt idx="360">
                  <c:v>20449</c:v>
                </c:pt>
                <c:pt idx="361">
                  <c:v>20450</c:v>
                </c:pt>
                <c:pt idx="362">
                  <c:v>20451</c:v>
                </c:pt>
                <c:pt idx="363">
                  <c:v>20452</c:v>
                </c:pt>
                <c:pt idx="364">
                  <c:v>20453</c:v>
                </c:pt>
              </c:numCache>
            </c:numRef>
          </c:xVal>
          <c:yVal>
            <c:numRef>
              <c:f>Sheet1!$A$2:$NA$2</c:f>
              <c:numCache>
                <c:formatCode>General</c:formatCode>
                <c:ptCount val="365"/>
                <c:pt idx="0">
                  <c:v>465</c:v>
                </c:pt>
                <c:pt idx="1">
                  <c:v>749</c:v>
                </c:pt>
                <c:pt idx="2">
                  <c:v>738</c:v>
                </c:pt>
                <c:pt idx="3">
                  <c:v>578</c:v>
                </c:pt>
                <c:pt idx="4">
                  <c:v>594</c:v>
                </c:pt>
                <c:pt idx="5">
                  <c:v>792</c:v>
                </c:pt>
                <c:pt idx="6">
                  <c:v>835</c:v>
                </c:pt>
                <c:pt idx="7">
                  <c:v>786</c:v>
                </c:pt>
                <c:pt idx="8">
                  <c:v>587</c:v>
                </c:pt>
                <c:pt idx="9">
                  <c:v>531</c:v>
                </c:pt>
                <c:pt idx="10">
                  <c:v>468</c:v>
                </c:pt>
                <c:pt idx="11">
                  <c:v>517</c:v>
                </c:pt>
                <c:pt idx="12">
                  <c:v>709</c:v>
                </c:pt>
                <c:pt idx="13">
                  <c:v>662</c:v>
                </c:pt>
                <c:pt idx="14">
                  <c:v>782</c:v>
                </c:pt>
                <c:pt idx="15">
                  <c:v>691</c:v>
                </c:pt>
                <c:pt idx="16">
                  <c:v>628</c:v>
                </c:pt>
                <c:pt idx="17">
                  <c:v>384</c:v>
                </c:pt>
                <c:pt idx="18">
                  <c:v>554</c:v>
                </c:pt>
                <c:pt idx="19">
                  <c:v>755</c:v>
                </c:pt>
                <c:pt idx="20">
                  <c:v>606</c:v>
                </c:pt>
                <c:pt idx="21">
                  <c:v>763</c:v>
                </c:pt>
                <c:pt idx="22">
                  <c:v>958</c:v>
                </c:pt>
                <c:pt idx="23">
                  <c:v>590</c:v>
                </c:pt>
                <c:pt idx="24">
                  <c:v>371</c:v>
                </c:pt>
                <c:pt idx="25">
                  <c:v>415</c:v>
                </c:pt>
                <c:pt idx="26">
                  <c:v>512</c:v>
                </c:pt>
                <c:pt idx="27">
                  <c:v>567</c:v>
                </c:pt>
                <c:pt idx="28">
                  <c:v>773</c:v>
                </c:pt>
                <c:pt idx="29">
                  <c:v>581</c:v>
                </c:pt>
                <c:pt idx="30">
                  <c:v>457</c:v>
                </c:pt>
                <c:pt idx="31">
                  <c:v>330</c:v>
                </c:pt>
                <c:pt idx="32">
                  <c:v>351</c:v>
                </c:pt>
                <c:pt idx="33">
                  <c:v>566</c:v>
                </c:pt>
                <c:pt idx="34">
                  <c:v>538</c:v>
                </c:pt>
                <c:pt idx="35">
                  <c:v>597</c:v>
                </c:pt>
                <c:pt idx="36">
                  <c:v>648</c:v>
                </c:pt>
                <c:pt idx="37">
                  <c:v>583</c:v>
                </c:pt>
                <c:pt idx="38">
                  <c:v>374</c:v>
                </c:pt>
                <c:pt idx="39">
                  <c:v>494</c:v>
                </c:pt>
                <c:pt idx="40">
                  <c:v>621</c:v>
                </c:pt>
                <c:pt idx="41">
                  <c:v>531</c:v>
                </c:pt>
                <c:pt idx="42">
                  <c:v>714</c:v>
                </c:pt>
                <c:pt idx="43">
                  <c:v>625</c:v>
                </c:pt>
                <c:pt idx="44">
                  <c:v>455</c:v>
                </c:pt>
                <c:pt idx="45">
                  <c:v>356</c:v>
                </c:pt>
                <c:pt idx="46">
                  <c:v>388</c:v>
                </c:pt>
                <c:pt idx="47">
                  <c:v>481</c:v>
                </c:pt>
                <c:pt idx="48">
                  <c:v>545</c:v>
                </c:pt>
                <c:pt idx="49">
                  <c:v>529</c:v>
                </c:pt>
                <c:pt idx="50">
                  <c:v>418</c:v>
                </c:pt>
                <c:pt idx="51">
                  <c:v>436</c:v>
                </c:pt>
                <c:pt idx="52">
                  <c:v>306</c:v>
                </c:pt>
                <c:pt idx="53">
                  <c:v>334</c:v>
                </c:pt>
                <c:pt idx="54">
                  <c:v>474</c:v>
                </c:pt>
                <c:pt idx="55">
                  <c:v>581</c:v>
                </c:pt>
                <c:pt idx="56">
                  <c:v>509</c:v>
                </c:pt>
                <c:pt idx="57">
                  <c:v>494</c:v>
                </c:pt>
                <c:pt idx="58">
                  <c:v>448</c:v>
                </c:pt>
                <c:pt idx="59">
                  <c:v>389</c:v>
                </c:pt>
                <c:pt idx="60">
                  <c:v>404</c:v>
                </c:pt>
                <c:pt idx="61">
                  <c:v>569</c:v>
                </c:pt>
                <c:pt idx="62">
                  <c:v>680</c:v>
                </c:pt>
                <c:pt idx="63">
                  <c:v>697</c:v>
                </c:pt>
                <c:pt idx="64">
                  <c:v>768</c:v>
                </c:pt>
                <c:pt idx="65">
                  <c:v>543</c:v>
                </c:pt>
                <c:pt idx="66">
                  <c:v>382</c:v>
                </c:pt>
                <c:pt idx="67">
                  <c:v>439</c:v>
                </c:pt>
                <c:pt idx="68">
                  <c:v>580</c:v>
                </c:pt>
                <c:pt idx="69">
                  <c:v>569</c:v>
                </c:pt>
                <c:pt idx="70">
                  <c:v>668</c:v>
                </c:pt>
                <c:pt idx="71">
                  <c:v>586</c:v>
                </c:pt>
                <c:pt idx="72">
                  <c:v>442</c:v>
                </c:pt>
                <c:pt idx="73">
                  <c:v>363</c:v>
                </c:pt>
                <c:pt idx="74">
                  <c:v>884</c:v>
                </c:pt>
                <c:pt idx="75">
                  <c:v>705</c:v>
                </c:pt>
                <c:pt idx="76">
                  <c:v>610</c:v>
                </c:pt>
                <c:pt idx="77">
                  <c:v>722</c:v>
                </c:pt>
                <c:pt idx="78">
                  <c:v>610</c:v>
                </c:pt>
                <c:pt idx="79">
                  <c:v>546</c:v>
                </c:pt>
                <c:pt idx="80">
                  <c:v>423</c:v>
                </c:pt>
                <c:pt idx="81">
                  <c:v>531</c:v>
                </c:pt>
                <c:pt idx="82">
                  <c:v>557</c:v>
                </c:pt>
                <c:pt idx="83">
                  <c:v>524</c:v>
                </c:pt>
                <c:pt idx="84">
                  <c:v>491</c:v>
                </c:pt>
                <c:pt idx="85">
                  <c:v>404</c:v>
                </c:pt>
                <c:pt idx="86">
                  <c:v>417</c:v>
                </c:pt>
                <c:pt idx="87">
                  <c:v>299</c:v>
                </c:pt>
                <c:pt idx="88">
                  <c:v>274</c:v>
                </c:pt>
                <c:pt idx="89">
                  <c:v>282</c:v>
                </c:pt>
                <c:pt idx="90">
                  <c:v>319</c:v>
                </c:pt>
                <c:pt idx="91">
                  <c:v>594</c:v>
                </c:pt>
                <c:pt idx="92">
                  <c:v>495</c:v>
                </c:pt>
                <c:pt idx="93">
                  <c:v>513</c:v>
                </c:pt>
                <c:pt idx="94">
                  <c:v>403</c:v>
                </c:pt>
                <c:pt idx="95">
                  <c:v>352</c:v>
                </c:pt>
                <c:pt idx="96">
                  <c:v>500</c:v>
                </c:pt>
                <c:pt idx="97">
                  <c:v>555</c:v>
                </c:pt>
                <c:pt idx="98">
                  <c:v>542</c:v>
                </c:pt>
                <c:pt idx="99">
                  <c:v>491</c:v>
                </c:pt>
                <c:pt idx="100">
                  <c:v>484</c:v>
                </c:pt>
                <c:pt idx="101">
                  <c:v>331</c:v>
                </c:pt>
                <c:pt idx="102">
                  <c:v>301</c:v>
                </c:pt>
                <c:pt idx="103">
                  <c:v>538</c:v>
                </c:pt>
                <c:pt idx="104">
                  <c:v>580</c:v>
                </c:pt>
                <c:pt idx="105">
                  <c:v>501</c:v>
                </c:pt>
                <c:pt idx="106">
                  <c:v>477</c:v>
                </c:pt>
                <c:pt idx="107">
                  <c:v>410</c:v>
                </c:pt>
                <c:pt idx="108">
                  <c:v>263</c:v>
                </c:pt>
                <c:pt idx="109">
                  <c:v>356</c:v>
                </c:pt>
                <c:pt idx="110">
                  <c:v>561</c:v>
                </c:pt>
                <c:pt idx="111">
                  <c:v>607</c:v>
                </c:pt>
                <c:pt idx="112">
                  <c:v>380</c:v>
                </c:pt>
                <c:pt idx="113">
                  <c:v>509</c:v>
                </c:pt>
                <c:pt idx="114">
                  <c:v>426</c:v>
                </c:pt>
                <c:pt idx="115">
                  <c:v>296</c:v>
                </c:pt>
                <c:pt idx="116">
                  <c:v>363</c:v>
                </c:pt>
                <c:pt idx="117">
                  <c:v>410</c:v>
                </c:pt>
                <c:pt idx="118">
                  <c:v>418</c:v>
                </c:pt>
                <c:pt idx="119">
                  <c:v>588</c:v>
                </c:pt>
                <c:pt idx="120">
                  <c:v>478</c:v>
                </c:pt>
                <c:pt idx="121">
                  <c:v>847</c:v>
                </c:pt>
                <c:pt idx="122">
                  <c:v>452</c:v>
                </c:pt>
                <c:pt idx="123">
                  <c:v>476</c:v>
                </c:pt>
                <c:pt idx="124">
                  <c:v>546</c:v>
                </c:pt>
                <c:pt idx="125">
                  <c:v>461</c:v>
                </c:pt>
                <c:pt idx="126">
                  <c:v>428</c:v>
                </c:pt>
                <c:pt idx="127">
                  <c:v>395</c:v>
                </c:pt>
                <c:pt idx="128">
                  <c:v>338</c:v>
                </c:pt>
                <c:pt idx="129">
                  <c:v>269</c:v>
                </c:pt>
                <c:pt idx="130">
                  <c:v>287</c:v>
                </c:pt>
                <c:pt idx="131">
                  <c:v>491</c:v>
                </c:pt>
                <c:pt idx="132">
                  <c:v>490</c:v>
                </c:pt>
                <c:pt idx="133">
                  <c:v>473</c:v>
                </c:pt>
                <c:pt idx="134">
                  <c:v>488</c:v>
                </c:pt>
                <c:pt idx="135">
                  <c:v>538</c:v>
                </c:pt>
                <c:pt idx="136">
                  <c:v>355</c:v>
                </c:pt>
                <c:pt idx="137">
                  <c:v>383</c:v>
                </c:pt>
                <c:pt idx="138">
                  <c:v>336</c:v>
                </c:pt>
                <c:pt idx="139">
                  <c:v>461</c:v>
                </c:pt>
                <c:pt idx="140">
                  <c:v>518</c:v>
                </c:pt>
                <c:pt idx="141">
                  <c:v>650</c:v>
                </c:pt>
                <c:pt idx="142">
                  <c:v>437</c:v>
                </c:pt>
                <c:pt idx="143">
                  <c:v>304</c:v>
                </c:pt>
                <c:pt idx="144">
                  <c:v>297</c:v>
                </c:pt>
                <c:pt idx="145">
                  <c:v>452</c:v>
                </c:pt>
                <c:pt idx="146">
                  <c:v>502</c:v>
                </c:pt>
                <c:pt idx="147">
                  <c:v>585</c:v>
                </c:pt>
                <c:pt idx="148">
                  <c:v>535</c:v>
                </c:pt>
                <c:pt idx="149">
                  <c:v>458</c:v>
                </c:pt>
                <c:pt idx="150">
                  <c:v>348</c:v>
                </c:pt>
                <c:pt idx="151">
                  <c:v>275</c:v>
                </c:pt>
                <c:pt idx="152">
                  <c:v>462</c:v>
                </c:pt>
                <c:pt idx="153">
                  <c:v>394</c:v>
                </c:pt>
                <c:pt idx="154">
                  <c:v>405</c:v>
                </c:pt>
                <c:pt idx="155">
                  <c:v>283</c:v>
                </c:pt>
                <c:pt idx="156">
                  <c:v>234</c:v>
                </c:pt>
                <c:pt idx="157">
                  <c:v>212</c:v>
                </c:pt>
                <c:pt idx="158">
                  <c:v>206</c:v>
                </c:pt>
                <c:pt idx="159">
                  <c:v>1170</c:v>
                </c:pt>
                <c:pt idx="160">
                  <c:v>714</c:v>
                </c:pt>
                <c:pt idx="161">
                  <c:v>542</c:v>
                </c:pt>
                <c:pt idx="162">
                  <c:v>447</c:v>
                </c:pt>
                <c:pt idx="163">
                  <c:v>448</c:v>
                </c:pt>
                <c:pt idx="164">
                  <c:v>547</c:v>
                </c:pt>
                <c:pt idx="165">
                  <c:v>606</c:v>
                </c:pt>
                <c:pt idx="166">
                  <c:v>565</c:v>
                </c:pt>
                <c:pt idx="167">
                  <c:v>718</c:v>
                </c:pt>
                <c:pt idx="168">
                  <c:v>830</c:v>
                </c:pt>
                <c:pt idx="169">
                  <c:v>496</c:v>
                </c:pt>
                <c:pt idx="170">
                  <c:v>1033</c:v>
                </c:pt>
                <c:pt idx="171">
                  <c:v>326</c:v>
                </c:pt>
                <c:pt idx="172">
                  <c:v>644</c:v>
                </c:pt>
                <c:pt idx="173">
                  <c:v>631</c:v>
                </c:pt>
                <c:pt idx="174">
                  <c:v>537</c:v>
                </c:pt>
                <c:pt idx="175">
                  <c:v>955</c:v>
                </c:pt>
                <c:pt idx="176">
                  <c:v>470</c:v>
                </c:pt>
                <c:pt idx="177">
                  <c:v>470</c:v>
                </c:pt>
                <c:pt idx="178">
                  <c:v>528</c:v>
                </c:pt>
                <c:pt idx="179">
                  <c:v>829</c:v>
                </c:pt>
                <c:pt idx="180">
                  <c:v>919</c:v>
                </c:pt>
                <c:pt idx="181">
                  <c:v>471</c:v>
                </c:pt>
                <c:pt idx="182">
                  <c:v>738</c:v>
                </c:pt>
                <c:pt idx="183">
                  <c:v>561</c:v>
                </c:pt>
                <c:pt idx="184">
                  <c:v>363</c:v>
                </c:pt>
                <c:pt idx="185">
                  <c:v>343</c:v>
                </c:pt>
                <c:pt idx="186">
                  <c:v>322</c:v>
                </c:pt>
                <c:pt idx="187">
                  <c:v>390</c:v>
                </c:pt>
                <c:pt idx="188">
                  <c:v>408</c:v>
                </c:pt>
                <c:pt idx="189">
                  <c:v>432</c:v>
                </c:pt>
                <c:pt idx="190">
                  <c:v>415</c:v>
                </c:pt>
                <c:pt idx="191">
                  <c:v>393</c:v>
                </c:pt>
                <c:pt idx="192">
                  <c:v>263</c:v>
                </c:pt>
                <c:pt idx="193">
                  <c:v>299</c:v>
                </c:pt>
                <c:pt idx="194">
                  <c:v>516</c:v>
                </c:pt>
                <c:pt idx="195">
                  <c:v>337</c:v>
                </c:pt>
                <c:pt idx="196">
                  <c:v>425</c:v>
                </c:pt>
                <c:pt idx="197">
                  <c:v>464</c:v>
                </c:pt>
                <c:pt idx="198">
                  <c:v>538</c:v>
                </c:pt>
                <c:pt idx="199">
                  <c:v>337</c:v>
                </c:pt>
                <c:pt idx="200">
                  <c:v>511</c:v>
                </c:pt>
                <c:pt idx="201">
                  <c:v>504</c:v>
                </c:pt>
                <c:pt idx="202">
                  <c:v>623</c:v>
                </c:pt>
                <c:pt idx="203">
                  <c:v>523</c:v>
                </c:pt>
                <c:pt idx="204">
                  <c:v>518</c:v>
                </c:pt>
                <c:pt idx="205">
                  <c:v>608</c:v>
                </c:pt>
                <c:pt idx="206">
                  <c:v>506</c:v>
                </c:pt>
                <c:pt idx="207">
                  <c:v>710</c:v>
                </c:pt>
                <c:pt idx="208">
                  <c:v>587</c:v>
                </c:pt>
                <c:pt idx="209">
                  <c:v>605</c:v>
                </c:pt>
                <c:pt idx="210">
                  <c:v>807</c:v>
                </c:pt>
                <c:pt idx="211">
                  <c:v>537</c:v>
                </c:pt>
                <c:pt idx="212">
                  <c:v>501</c:v>
                </c:pt>
                <c:pt idx="213">
                  <c:v>411</c:v>
                </c:pt>
                <c:pt idx="214">
                  <c:v>313</c:v>
                </c:pt>
                <c:pt idx="215">
                  <c:v>425</c:v>
                </c:pt>
                <c:pt idx="216">
                  <c:v>581</c:v>
                </c:pt>
                <c:pt idx="217">
                  <c:v>430</c:v>
                </c:pt>
                <c:pt idx="218">
                  <c:v>524</c:v>
                </c:pt>
                <c:pt idx="219">
                  <c:v>402</c:v>
                </c:pt>
                <c:pt idx="220">
                  <c:v>276</c:v>
                </c:pt>
                <c:pt idx="221">
                  <c:v>298</c:v>
                </c:pt>
                <c:pt idx="222">
                  <c:v>421</c:v>
                </c:pt>
                <c:pt idx="223">
                  <c:v>430</c:v>
                </c:pt>
                <c:pt idx="224">
                  <c:v>401</c:v>
                </c:pt>
                <c:pt idx="225">
                  <c:v>409</c:v>
                </c:pt>
                <c:pt idx="226">
                  <c:v>478</c:v>
                </c:pt>
                <c:pt idx="227">
                  <c:v>372</c:v>
                </c:pt>
                <c:pt idx="228">
                  <c:v>420</c:v>
                </c:pt>
                <c:pt idx="229">
                  <c:v>510</c:v>
                </c:pt>
                <c:pt idx="230">
                  <c:v>534</c:v>
                </c:pt>
                <c:pt idx="231">
                  <c:v>559</c:v>
                </c:pt>
                <c:pt idx="232">
                  <c:v>820</c:v>
                </c:pt>
                <c:pt idx="233">
                  <c:v>794</c:v>
                </c:pt>
                <c:pt idx="234">
                  <c:v>921</c:v>
                </c:pt>
                <c:pt idx="235">
                  <c:v>698</c:v>
                </c:pt>
                <c:pt idx="236">
                  <c:v>742</c:v>
                </c:pt>
                <c:pt idx="237">
                  <c:v>683</c:v>
                </c:pt>
                <c:pt idx="238">
                  <c:v>572</c:v>
                </c:pt>
                <c:pt idx="239">
                  <c:v>629</c:v>
                </c:pt>
                <c:pt idx="240">
                  <c:v>626</c:v>
                </c:pt>
                <c:pt idx="241">
                  <c:v>412</c:v>
                </c:pt>
                <c:pt idx="242">
                  <c:v>375</c:v>
                </c:pt>
                <c:pt idx="243">
                  <c:v>406</c:v>
                </c:pt>
                <c:pt idx="244">
                  <c:v>444</c:v>
                </c:pt>
                <c:pt idx="245">
                  <c:v>469</c:v>
                </c:pt>
                <c:pt idx="246">
                  <c:v>380</c:v>
                </c:pt>
                <c:pt idx="247">
                  <c:v>469</c:v>
                </c:pt>
                <c:pt idx="248">
                  <c:v>388</c:v>
                </c:pt>
                <c:pt idx="249">
                  <c:v>284</c:v>
                </c:pt>
                <c:pt idx="250">
                  <c:v>512</c:v>
                </c:pt>
                <c:pt idx="251">
                  <c:v>679</c:v>
                </c:pt>
                <c:pt idx="252">
                  <c:v>586</c:v>
                </c:pt>
                <c:pt idx="253">
                  <c:v>504</c:v>
                </c:pt>
                <c:pt idx="254">
                  <c:v>483</c:v>
                </c:pt>
                <c:pt idx="255">
                  <c:v>748</c:v>
                </c:pt>
                <c:pt idx="256">
                  <c:v>846</c:v>
                </c:pt>
                <c:pt idx="257">
                  <c:v>689</c:v>
                </c:pt>
                <c:pt idx="258">
                  <c:v>648</c:v>
                </c:pt>
                <c:pt idx="259">
                  <c:v>634</c:v>
                </c:pt>
                <c:pt idx="260">
                  <c:v>456</c:v>
                </c:pt>
                <c:pt idx="261">
                  <c:v>403</c:v>
                </c:pt>
                <c:pt idx="262">
                  <c:v>396</c:v>
                </c:pt>
                <c:pt idx="263">
                  <c:v>431</c:v>
                </c:pt>
                <c:pt idx="264">
                  <c:v>678</c:v>
                </c:pt>
                <c:pt idx="265">
                  <c:v>780</c:v>
                </c:pt>
                <c:pt idx="266">
                  <c:v>716</c:v>
                </c:pt>
                <c:pt idx="267">
                  <c:v>1022</c:v>
                </c:pt>
                <c:pt idx="268">
                  <c:v>784</c:v>
                </c:pt>
                <c:pt idx="269">
                  <c:v>426</c:v>
                </c:pt>
                <c:pt idx="270">
                  <c:v>590</c:v>
                </c:pt>
                <c:pt idx="271">
                  <c:v>982</c:v>
                </c:pt>
                <c:pt idx="272">
                  <c:v>809</c:v>
                </c:pt>
                <c:pt idx="273">
                  <c:v>739</c:v>
                </c:pt>
                <c:pt idx="274">
                  <c:v>630</c:v>
                </c:pt>
                <c:pt idx="275">
                  <c:v>643</c:v>
                </c:pt>
                <c:pt idx="276">
                  <c:v>462</c:v>
                </c:pt>
                <c:pt idx="277">
                  <c:v>398</c:v>
                </c:pt>
                <c:pt idx="278">
                  <c:v>742</c:v>
                </c:pt>
                <c:pt idx="279">
                  <c:v>694</c:v>
                </c:pt>
                <c:pt idx="280">
                  <c:v>663</c:v>
                </c:pt>
                <c:pt idx="281">
                  <c:v>816</c:v>
                </c:pt>
                <c:pt idx="282">
                  <c:v>699</c:v>
                </c:pt>
                <c:pt idx="283">
                  <c:v>489</c:v>
                </c:pt>
                <c:pt idx="284">
                  <c:v>549</c:v>
                </c:pt>
                <c:pt idx="285">
                  <c:v>666</c:v>
                </c:pt>
                <c:pt idx="286">
                  <c:v>825</c:v>
                </c:pt>
                <c:pt idx="287">
                  <c:v>747</c:v>
                </c:pt>
                <c:pt idx="288">
                  <c:v>653</c:v>
                </c:pt>
                <c:pt idx="289">
                  <c:v>734</c:v>
                </c:pt>
                <c:pt idx="290">
                  <c:v>592</c:v>
                </c:pt>
                <c:pt idx="291">
                  <c:v>644</c:v>
                </c:pt>
                <c:pt idx="292">
                  <c:v>726</c:v>
                </c:pt>
                <c:pt idx="293">
                  <c:v>725</c:v>
                </c:pt>
                <c:pt idx="294">
                  <c:v>695</c:v>
                </c:pt>
                <c:pt idx="295">
                  <c:v>560</c:v>
                </c:pt>
                <c:pt idx="296">
                  <c:v>475</c:v>
                </c:pt>
                <c:pt idx="297">
                  <c:v>654</c:v>
                </c:pt>
                <c:pt idx="298">
                  <c:v>605</c:v>
                </c:pt>
                <c:pt idx="299">
                  <c:v>589</c:v>
                </c:pt>
                <c:pt idx="300">
                  <c:v>600</c:v>
                </c:pt>
                <c:pt idx="301">
                  <c:v>633</c:v>
                </c:pt>
                <c:pt idx="302">
                  <c:v>1057</c:v>
                </c:pt>
                <c:pt idx="303">
                  <c:v>1344</c:v>
                </c:pt>
                <c:pt idx="304">
                  <c:v>878</c:v>
                </c:pt>
                <c:pt idx="305">
                  <c:v>499</c:v>
                </c:pt>
                <c:pt idx="306">
                  <c:v>529</c:v>
                </c:pt>
                <c:pt idx="307">
                  <c:v>596</c:v>
                </c:pt>
                <c:pt idx="308">
                  <c:v>827</c:v>
                </c:pt>
                <c:pt idx="309">
                  <c:v>780</c:v>
                </c:pt>
                <c:pt idx="310">
                  <c:v>940</c:v>
                </c:pt>
                <c:pt idx="311">
                  <c:v>544</c:v>
                </c:pt>
                <c:pt idx="312">
                  <c:v>785</c:v>
                </c:pt>
                <c:pt idx="313">
                  <c:v>653</c:v>
                </c:pt>
                <c:pt idx="314">
                  <c:v>610</c:v>
                </c:pt>
                <c:pt idx="315">
                  <c:v>1301</c:v>
                </c:pt>
                <c:pt idx="316">
                  <c:v>1031</c:v>
                </c:pt>
                <c:pt idx="317">
                  <c:v>1041</c:v>
                </c:pt>
                <c:pt idx="318">
                  <c:v>687</c:v>
                </c:pt>
                <c:pt idx="319">
                  <c:v>533</c:v>
                </c:pt>
                <c:pt idx="320">
                  <c:v>570</c:v>
                </c:pt>
                <c:pt idx="321">
                  <c:v>754</c:v>
                </c:pt>
                <c:pt idx="322">
                  <c:v>687</c:v>
                </c:pt>
                <c:pt idx="323">
                  <c:v>614</c:v>
                </c:pt>
                <c:pt idx="324">
                  <c:v>627</c:v>
                </c:pt>
                <c:pt idx="325">
                  <c:v>595</c:v>
                </c:pt>
                <c:pt idx="326">
                  <c:v>454</c:v>
                </c:pt>
                <c:pt idx="327">
                  <c:v>622</c:v>
                </c:pt>
                <c:pt idx="328">
                  <c:v>837</c:v>
                </c:pt>
                <c:pt idx="329">
                  <c:v>620</c:v>
                </c:pt>
                <c:pt idx="330">
                  <c:v>995</c:v>
                </c:pt>
                <c:pt idx="331">
                  <c:v>615</c:v>
                </c:pt>
                <c:pt idx="332">
                  <c:v>3560</c:v>
                </c:pt>
                <c:pt idx="333">
                  <c:v>37489</c:v>
                </c:pt>
                <c:pt idx="334">
                  <c:v>14120</c:v>
                </c:pt>
                <c:pt idx="335">
                  <c:v>2494</c:v>
                </c:pt>
                <c:pt idx="336">
                  <c:v>1269</c:v>
                </c:pt>
                <c:pt idx="337">
                  <c:v>1293</c:v>
                </c:pt>
                <c:pt idx="338">
                  <c:v>950</c:v>
                </c:pt>
                <c:pt idx="339">
                  <c:v>757</c:v>
                </c:pt>
                <c:pt idx="340">
                  <c:v>727</c:v>
                </c:pt>
                <c:pt idx="341">
                  <c:v>887</c:v>
                </c:pt>
                <c:pt idx="342">
                  <c:v>913</c:v>
                </c:pt>
                <c:pt idx="343">
                  <c:v>1206</c:v>
                </c:pt>
                <c:pt idx="344">
                  <c:v>1123</c:v>
                </c:pt>
                <c:pt idx="345">
                  <c:v>792</c:v>
                </c:pt>
                <c:pt idx="346">
                  <c:v>844</c:v>
                </c:pt>
                <c:pt idx="347">
                  <c:v>631</c:v>
                </c:pt>
                <c:pt idx="348">
                  <c:v>751</c:v>
                </c:pt>
                <c:pt idx="349">
                  <c:v>1227</c:v>
                </c:pt>
                <c:pt idx="350">
                  <c:v>2180</c:v>
                </c:pt>
                <c:pt idx="351">
                  <c:v>2110</c:v>
                </c:pt>
                <c:pt idx="352">
                  <c:v>1064</c:v>
                </c:pt>
                <c:pt idx="353">
                  <c:v>1713</c:v>
                </c:pt>
                <c:pt idx="354">
                  <c:v>1138</c:v>
                </c:pt>
                <c:pt idx="355">
                  <c:v>1438</c:v>
                </c:pt>
                <c:pt idx="356">
                  <c:v>1560</c:v>
                </c:pt>
                <c:pt idx="357">
                  <c:v>1679</c:v>
                </c:pt>
                <c:pt idx="358">
                  <c:v>2331</c:v>
                </c:pt>
                <c:pt idx="359">
                  <c:v>2119</c:v>
                </c:pt>
                <c:pt idx="360">
                  <c:v>2443</c:v>
                </c:pt>
                <c:pt idx="361">
                  <c:v>2861</c:v>
                </c:pt>
                <c:pt idx="362">
                  <c:v>2720</c:v>
                </c:pt>
                <c:pt idx="363">
                  <c:v>2052</c:v>
                </c:pt>
                <c:pt idx="364">
                  <c:v>2186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012-46E3-8A45-931F9E2F50BD}"/>
            </c:ext>
          </c:extLst>
        </c:ser>
        <c:ser>
          <c:idx val="1"/>
          <c:order val="1"/>
          <c:spPr>
            <a:ln w="38100" cmpd="sng" algn="ctr">
              <a:solidFill>
                <a:srgbClr val="364D6E"/>
              </a:solidFill>
              <a:prstDash val="solid"/>
            </a:ln>
          </c:spPr>
          <c:marker>
            <c:symbol val="none"/>
          </c:marker>
          <c:xVal>
            <c:numRef>
              <c:f>Sheet1!$A$1:$NA$1</c:f>
              <c:numCache>
                <c:formatCode>General</c:formatCode>
                <c:ptCount val="365"/>
                <c:pt idx="0">
                  <c:v>20089</c:v>
                </c:pt>
                <c:pt idx="1">
                  <c:v>20090</c:v>
                </c:pt>
                <c:pt idx="2">
                  <c:v>20091</c:v>
                </c:pt>
                <c:pt idx="3">
                  <c:v>20092</c:v>
                </c:pt>
                <c:pt idx="4">
                  <c:v>20093</c:v>
                </c:pt>
                <c:pt idx="5">
                  <c:v>20094</c:v>
                </c:pt>
                <c:pt idx="6">
                  <c:v>20095</c:v>
                </c:pt>
                <c:pt idx="7">
                  <c:v>20096</c:v>
                </c:pt>
                <c:pt idx="8">
                  <c:v>20097</c:v>
                </c:pt>
                <c:pt idx="9">
                  <c:v>20098</c:v>
                </c:pt>
                <c:pt idx="10">
                  <c:v>20099</c:v>
                </c:pt>
                <c:pt idx="11">
                  <c:v>20100</c:v>
                </c:pt>
                <c:pt idx="12">
                  <c:v>20101</c:v>
                </c:pt>
                <c:pt idx="13">
                  <c:v>20102</c:v>
                </c:pt>
                <c:pt idx="14">
                  <c:v>20103</c:v>
                </c:pt>
                <c:pt idx="15">
                  <c:v>20104</c:v>
                </c:pt>
                <c:pt idx="16">
                  <c:v>20105</c:v>
                </c:pt>
                <c:pt idx="17">
                  <c:v>20106</c:v>
                </c:pt>
                <c:pt idx="18">
                  <c:v>20107</c:v>
                </c:pt>
                <c:pt idx="19">
                  <c:v>20108</c:v>
                </c:pt>
                <c:pt idx="20">
                  <c:v>20109</c:v>
                </c:pt>
                <c:pt idx="21">
                  <c:v>20110</c:v>
                </c:pt>
                <c:pt idx="22">
                  <c:v>20111</c:v>
                </c:pt>
                <c:pt idx="23">
                  <c:v>20112</c:v>
                </c:pt>
                <c:pt idx="24">
                  <c:v>20113</c:v>
                </c:pt>
                <c:pt idx="25">
                  <c:v>20114</c:v>
                </c:pt>
                <c:pt idx="26">
                  <c:v>20115</c:v>
                </c:pt>
                <c:pt idx="27">
                  <c:v>20116</c:v>
                </c:pt>
                <c:pt idx="28">
                  <c:v>20117</c:v>
                </c:pt>
                <c:pt idx="29">
                  <c:v>20118</c:v>
                </c:pt>
                <c:pt idx="30">
                  <c:v>20119</c:v>
                </c:pt>
                <c:pt idx="31">
                  <c:v>20120</c:v>
                </c:pt>
                <c:pt idx="32">
                  <c:v>20121</c:v>
                </c:pt>
                <c:pt idx="33">
                  <c:v>20122</c:v>
                </c:pt>
                <c:pt idx="34">
                  <c:v>20123</c:v>
                </c:pt>
                <c:pt idx="35">
                  <c:v>20124</c:v>
                </c:pt>
                <c:pt idx="36">
                  <c:v>20125</c:v>
                </c:pt>
                <c:pt idx="37">
                  <c:v>20126</c:v>
                </c:pt>
                <c:pt idx="38">
                  <c:v>20127</c:v>
                </c:pt>
                <c:pt idx="39">
                  <c:v>20128</c:v>
                </c:pt>
                <c:pt idx="40">
                  <c:v>20129</c:v>
                </c:pt>
                <c:pt idx="41">
                  <c:v>20130</c:v>
                </c:pt>
                <c:pt idx="42">
                  <c:v>20131</c:v>
                </c:pt>
                <c:pt idx="43">
                  <c:v>20132</c:v>
                </c:pt>
                <c:pt idx="44">
                  <c:v>20133</c:v>
                </c:pt>
                <c:pt idx="45">
                  <c:v>20134</c:v>
                </c:pt>
                <c:pt idx="46">
                  <c:v>20135</c:v>
                </c:pt>
                <c:pt idx="47">
                  <c:v>20136</c:v>
                </c:pt>
                <c:pt idx="48">
                  <c:v>20137</c:v>
                </c:pt>
                <c:pt idx="49">
                  <c:v>20138</c:v>
                </c:pt>
                <c:pt idx="50">
                  <c:v>20139</c:v>
                </c:pt>
                <c:pt idx="51">
                  <c:v>20140</c:v>
                </c:pt>
                <c:pt idx="52">
                  <c:v>20141</c:v>
                </c:pt>
                <c:pt idx="53">
                  <c:v>20142</c:v>
                </c:pt>
                <c:pt idx="54">
                  <c:v>20143</c:v>
                </c:pt>
                <c:pt idx="55">
                  <c:v>20144</c:v>
                </c:pt>
                <c:pt idx="56">
                  <c:v>20145</c:v>
                </c:pt>
                <c:pt idx="57">
                  <c:v>20146</c:v>
                </c:pt>
                <c:pt idx="58">
                  <c:v>20147</c:v>
                </c:pt>
                <c:pt idx="59">
                  <c:v>20148</c:v>
                </c:pt>
                <c:pt idx="60">
                  <c:v>20149</c:v>
                </c:pt>
                <c:pt idx="61">
                  <c:v>20150</c:v>
                </c:pt>
                <c:pt idx="62">
                  <c:v>20151</c:v>
                </c:pt>
                <c:pt idx="63">
                  <c:v>20152</c:v>
                </c:pt>
                <c:pt idx="64">
                  <c:v>20153</c:v>
                </c:pt>
                <c:pt idx="65">
                  <c:v>20154</c:v>
                </c:pt>
                <c:pt idx="66">
                  <c:v>20155</c:v>
                </c:pt>
                <c:pt idx="67">
                  <c:v>20156</c:v>
                </c:pt>
                <c:pt idx="68">
                  <c:v>20157</c:v>
                </c:pt>
                <c:pt idx="69">
                  <c:v>20158</c:v>
                </c:pt>
                <c:pt idx="70">
                  <c:v>20159</c:v>
                </c:pt>
                <c:pt idx="71">
                  <c:v>20160</c:v>
                </c:pt>
                <c:pt idx="72">
                  <c:v>20161</c:v>
                </c:pt>
                <c:pt idx="73">
                  <c:v>20162</c:v>
                </c:pt>
                <c:pt idx="74">
                  <c:v>20163</c:v>
                </c:pt>
                <c:pt idx="75">
                  <c:v>20164</c:v>
                </c:pt>
                <c:pt idx="76">
                  <c:v>20165</c:v>
                </c:pt>
                <c:pt idx="77">
                  <c:v>20166</c:v>
                </c:pt>
                <c:pt idx="78">
                  <c:v>20167</c:v>
                </c:pt>
                <c:pt idx="79">
                  <c:v>20168</c:v>
                </c:pt>
                <c:pt idx="80">
                  <c:v>20169</c:v>
                </c:pt>
                <c:pt idx="81">
                  <c:v>20170</c:v>
                </c:pt>
                <c:pt idx="82">
                  <c:v>20171</c:v>
                </c:pt>
                <c:pt idx="83">
                  <c:v>20172</c:v>
                </c:pt>
                <c:pt idx="84">
                  <c:v>20173</c:v>
                </c:pt>
                <c:pt idx="85">
                  <c:v>20174</c:v>
                </c:pt>
                <c:pt idx="86">
                  <c:v>20175</c:v>
                </c:pt>
                <c:pt idx="87">
                  <c:v>20176</c:v>
                </c:pt>
                <c:pt idx="88">
                  <c:v>20177</c:v>
                </c:pt>
                <c:pt idx="89">
                  <c:v>20178</c:v>
                </c:pt>
                <c:pt idx="90">
                  <c:v>20179</c:v>
                </c:pt>
                <c:pt idx="91">
                  <c:v>20180</c:v>
                </c:pt>
                <c:pt idx="92">
                  <c:v>20181</c:v>
                </c:pt>
                <c:pt idx="93">
                  <c:v>20182</c:v>
                </c:pt>
                <c:pt idx="94">
                  <c:v>20183</c:v>
                </c:pt>
                <c:pt idx="95">
                  <c:v>20184</c:v>
                </c:pt>
                <c:pt idx="96">
                  <c:v>20185</c:v>
                </c:pt>
                <c:pt idx="97">
                  <c:v>20186</c:v>
                </c:pt>
                <c:pt idx="98">
                  <c:v>20187</c:v>
                </c:pt>
                <c:pt idx="99">
                  <c:v>20188</c:v>
                </c:pt>
                <c:pt idx="100">
                  <c:v>20189</c:v>
                </c:pt>
                <c:pt idx="101">
                  <c:v>20190</c:v>
                </c:pt>
                <c:pt idx="102">
                  <c:v>20191</c:v>
                </c:pt>
                <c:pt idx="103">
                  <c:v>20192</c:v>
                </c:pt>
                <c:pt idx="104">
                  <c:v>20193</c:v>
                </c:pt>
                <c:pt idx="105">
                  <c:v>20194</c:v>
                </c:pt>
                <c:pt idx="106">
                  <c:v>20195</c:v>
                </c:pt>
                <c:pt idx="107">
                  <c:v>20196</c:v>
                </c:pt>
                <c:pt idx="108">
                  <c:v>20197</c:v>
                </c:pt>
                <c:pt idx="109">
                  <c:v>20198</c:v>
                </c:pt>
                <c:pt idx="110">
                  <c:v>20199</c:v>
                </c:pt>
                <c:pt idx="111">
                  <c:v>20200</c:v>
                </c:pt>
                <c:pt idx="112">
                  <c:v>20201</c:v>
                </c:pt>
                <c:pt idx="113">
                  <c:v>20202</c:v>
                </c:pt>
                <c:pt idx="114">
                  <c:v>20203</c:v>
                </c:pt>
                <c:pt idx="115">
                  <c:v>20204</c:v>
                </c:pt>
                <c:pt idx="116">
                  <c:v>20205</c:v>
                </c:pt>
                <c:pt idx="117">
                  <c:v>20206</c:v>
                </c:pt>
                <c:pt idx="118">
                  <c:v>20207</c:v>
                </c:pt>
                <c:pt idx="119">
                  <c:v>20208</c:v>
                </c:pt>
                <c:pt idx="120">
                  <c:v>20209</c:v>
                </c:pt>
                <c:pt idx="121">
                  <c:v>20210</c:v>
                </c:pt>
                <c:pt idx="122">
                  <c:v>20211</c:v>
                </c:pt>
                <c:pt idx="123">
                  <c:v>20212</c:v>
                </c:pt>
                <c:pt idx="124">
                  <c:v>20213</c:v>
                </c:pt>
                <c:pt idx="125">
                  <c:v>20214</c:v>
                </c:pt>
                <c:pt idx="126">
                  <c:v>20215</c:v>
                </c:pt>
                <c:pt idx="127">
                  <c:v>20216</c:v>
                </c:pt>
                <c:pt idx="128">
                  <c:v>20217</c:v>
                </c:pt>
                <c:pt idx="129">
                  <c:v>20218</c:v>
                </c:pt>
                <c:pt idx="130">
                  <c:v>20219</c:v>
                </c:pt>
                <c:pt idx="131">
                  <c:v>20220</c:v>
                </c:pt>
                <c:pt idx="132">
                  <c:v>20221</c:v>
                </c:pt>
                <c:pt idx="133">
                  <c:v>20222</c:v>
                </c:pt>
                <c:pt idx="134">
                  <c:v>20223</c:v>
                </c:pt>
                <c:pt idx="135">
                  <c:v>20224</c:v>
                </c:pt>
                <c:pt idx="136">
                  <c:v>20225</c:v>
                </c:pt>
                <c:pt idx="137">
                  <c:v>20226</c:v>
                </c:pt>
                <c:pt idx="138">
                  <c:v>20227</c:v>
                </c:pt>
                <c:pt idx="139">
                  <c:v>20228</c:v>
                </c:pt>
                <c:pt idx="140">
                  <c:v>20229</c:v>
                </c:pt>
                <c:pt idx="141">
                  <c:v>20230</c:v>
                </c:pt>
                <c:pt idx="142">
                  <c:v>20231</c:v>
                </c:pt>
                <c:pt idx="143">
                  <c:v>20232</c:v>
                </c:pt>
                <c:pt idx="144">
                  <c:v>20233</c:v>
                </c:pt>
                <c:pt idx="145">
                  <c:v>20234</c:v>
                </c:pt>
                <c:pt idx="146">
                  <c:v>20235</c:v>
                </c:pt>
                <c:pt idx="147">
                  <c:v>20236</c:v>
                </c:pt>
                <c:pt idx="148">
                  <c:v>20237</c:v>
                </c:pt>
                <c:pt idx="149">
                  <c:v>20238</c:v>
                </c:pt>
                <c:pt idx="150">
                  <c:v>20239</c:v>
                </c:pt>
                <c:pt idx="151">
                  <c:v>20240</c:v>
                </c:pt>
                <c:pt idx="152">
                  <c:v>20241</c:v>
                </c:pt>
                <c:pt idx="153">
                  <c:v>20242</c:v>
                </c:pt>
                <c:pt idx="154">
                  <c:v>20243</c:v>
                </c:pt>
                <c:pt idx="155">
                  <c:v>20244</c:v>
                </c:pt>
                <c:pt idx="156">
                  <c:v>20245</c:v>
                </c:pt>
                <c:pt idx="157">
                  <c:v>20246</c:v>
                </c:pt>
                <c:pt idx="158">
                  <c:v>20247</c:v>
                </c:pt>
                <c:pt idx="159">
                  <c:v>20248</c:v>
                </c:pt>
                <c:pt idx="160">
                  <c:v>20249</c:v>
                </c:pt>
                <c:pt idx="161">
                  <c:v>20250</c:v>
                </c:pt>
                <c:pt idx="162">
                  <c:v>20251</c:v>
                </c:pt>
                <c:pt idx="163">
                  <c:v>20252</c:v>
                </c:pt>
                <c:pt idx="164">
                  <c:v>20253</c:v>
                </c:pt>
                <c:pt idx="165">
                  <c:v>20254</c:v>
                </c:pt>
                <c:pt idx="166">
                  <c:v>20255</c:v>
                </c:pt>
                <c:pt idx="167">
                  <c:v>20256</c:v>
                </c:pt>
                <c:pt idx="168">
                  <c:v>20257</c:v>
                </c:pt>
                <c:pt idx="169">
                  <c:v>20258</c:v>
                </c:pt>
                <c:pt idx="170">
                  <c:v>20259</c:v>
                </c:pt>
                <c:pt idx="171">
                  <c:v>20260</c:v>
                </c:pt>
                <c:pt idx="172">
                  <c:v>20261</c:v>
                </c:pt>
                <c:pt idx="173">
                  <c:v>20262</c:v>
                </c:pt>
                <c:pt idx="174">
                  <c:v>20263</c:v>
                </c:pt>
                <c:pt idx="175">
                  <c:v>20264</c:v>
                </c:pt>
                <c:pt idx="176">
                  <c:v>20265</c:v>
                </c:pt>
                <c:pt idx="177">
                  <c:v>20266</c:v>
                </c:pt>
                <c:pt idx="178">
                  <c:v>20267</c:v>
                </c:pt>
                <c:pt idx="179">
                  <c:v>20268</c:v>
                </c:pt>
                <c:pt idx="180">
                  <c:v>20269</c:v>
                </c:pt>
                <c:pt idx="181">
                  <c:v>20270</c:v>
                </c:pt>
                <c:pt idx="182">
                  <c:v>20271</c:v>
                </c:pt>
                <c:pt idx="183">
                  <c:v>20272</c:v>
                </c:pt>
                <c:pt idx="184">
                  <c:v>20273</c:v>
                </c:pt>
                <c:pt idx="185">
                  <c:v>20274</c:v>
                </c:pt>
                <c:pt idx="186">
                  <c:v>20275</c:v>
                </c:pt>
                <c:pt idx="187">
                  <c:v>20276</c:v>
                </c:pt>
                <c:pt idx="188">
                  <c:v>20277</c:v>
                </c:pt>
                <c:pt idx="189">
                  <c:v>20278</c:v>
                </c:pt>
                <c:pt idx="190">
                  <c:v>20279</c:v>
                </c:pt>
                <c:pt idx="191">
                  <c:v>20280</c:v>
                </c:pt>
                <c:pt idx="192">
                  <c:v>20281</c:v>
                </c:pt>
                <c:pt idx="193">
                  <c:v>20282</c:v>
                </c:pt>
                <c:pt idx="194">
                  <c:v>20283</c:v>
                </c:pt>
                <c:pt idx="195">
                  <c:v>20284</c:v>
                </c:pt>
                <c:pt idx="196">
                  <c:v>20285</c:v>
                </c:pt>
                <c:pt idx="197">
                  <c:v>20286</c:v>
                </c:pt>
                <c:pt idx="198">
                  <c:v>20287</c:v>
                </c:pt>
                <c:pt idx="199">
                  <c:v>20288</c:v>
                </c:pt>
                <c:pt idx="200">
                  <c:v>20289</c:v>
                </c:pt>
                <c:pt idx="201">
                  <c:v>20290</c:v>
                </c:pt>
                <c:pt idx="202">
                  <c:v>20291</c:v>
                </c:pt>
                <c:pt idx="203">
                  <c:v>20292</c:v>
                </c:pt>
                <c:pt idx="204">
                  <c:v>20293</c:v>
                </c:pt>
                <c:pt idx="205">
                  <c:v>20294</c:v>
                </c:pt>
                <c:pt idx="206">
                  <c:v>20295</c:v>
                </c:pt>
                <c:pt idx="207">
                  <c:v>20296</c:v>
                </c:pt>
                <c:pt idx="208">
                  <c:v>20297</c:v>
                </c:pt>
                <c:pt idx="209">
                  <c:v>20298</c:v>
                </c:pt>
                <c:pt idx="210">
                  <c:v>20299</c:v>
                </c:pt>
                <c:pt idx="211">
                  <c:v>20300</c:v>
                </c:pt>
                <c:pt idx="212">
                  <c:v>20301</c:v>
                </c:pt>
                <c:pt idx="213">
                  <c:v>20302</c:v>
                </c:pt>
                <c:pt idx="214">
                  <c:v>20303</c:v>
                </c:pt>
                <c:pt idx="215">
                  <c:v>20304</c:v>
                </c:pt>
                <c:pt idx="216">
                  <c:v>20305</c:v>
                </c:pt>
                <c:pt idx="217">
                  <c:v>20306</c:v>
                </c:pt>
                <c:pt idx="218">
                  <c:v>20307</c:v>
                </c:pt>
                <c:pt idx="219">
                  <c:v>20308</c:v>
                </c:pt>
                <c:pt idx="220">
                  <c:v>20309</c:v>
                </c:pt>
                <c:pt idx="221">
                  <c:v>20310</c:v>
                </c:pt>
                <c:pt idx="222">
                  <c:v>20311</c:v>
                </c:pt>
                <c:pt idx="223">
                  <c:v>20312</c:v>
                </c:pt>
                <c:pt idx="224">
                  <c:v>20313</c:v>
                </c:pt>
                <c:pt idx="225">
                  <c:v>20314</c:v>
                </c:pt>
                <c:pt idx="226">
                  <c:v>20315</c:v>
                </c:pt>
                <c:pt idx="227">
                  <c:v>20316</c:v>
                </c:pt>
                <c:pt idx="228">
                  <c:v>20317</c:v>
                </c:pt>
                <c:pt idx="229">
                  <c:v>20318</c:v>
                </c:pt>
                <c:pt idx="230">
                  <c:v>20319</c:v>
                </c:pt>
                <c:pt idx="231">
                  <c:v>20320</c:v>
                </c:pt>
                <c:pt idx="232">
                  <c:v>20321</c:v>
                </c:pt>
                <c:pt idx="233">
                  <c:v>20322</c:v>
                </c:pt>
                <c:pt idx="234">
                  <c:v>20323</c:v>
                </c:pt>
                <c:pt idx="235">
                  <c:v>20324</c:v>
                </c:pt>
                <c:pt idx="236">
                  <c:v>20325</c:v>
                </c:pt>
                <c:pt idx="237">
                  <c:v>20326</c:v>
                </c:pt>
                <c:pt idx="238">
                  <c:v>20327</c:v>
                </c:pt>
                <c:pt idx="239">
                  <c:v>20328</c:v>
                </c:pt>
                <c:pt idx="240">
                  <c:v>20329</c:v>
                </c:pt>
                <c:pt idx="241">
                  <c:v>20330</c:v>
                </c:pt>
                <c:pt idx="242">
                  <c:v>20331</c:v>
                </c:pt>
                <c:pt idx="243">
                  <c:v>20332</c:v>
                </c:pt>
                <c:pt idx="244">
                  <c:v>20333</c:v>
                </c:pt>
                <c:pt idx="245">
                  <c:v>20334</c:v>
                </c:pt>
                <c:pt idx="246">
                  <c:v>20335</c:v>
                </c:pt>
                <c:pt idx="247">
                  <c:v>20336</c:v>
                </c:pt>
                <c:pt idx="248">
                  <c:v>20337</c:v>
                </c:pt>
                <c:pt idx="249">
                  <c:v>20338</c:v>
                </c:pt>
                <c:pt idx="250">
                  <c:v>20339</c:v>
                </c:pt>
                <c:pt idx="251">
                  <c:v>20340</c:v>
                </c:pt>
                <c:pt idx="252">
                  <c:v>20341</c:v>
                </c:pt>
                <c:pt idx="253">
                  <c:v>20342</c:v>
                </c:pt>
                <c:pt idx="254">
                  <c:v>20343</c:v>
                </c:pt>
                <c:pt idx="255">
                  <c:v>20344</c:v>
                </c:pt>
                <c:pt idx="256">
                  <c:v>20345</c:v>
                </c:pt>
                <c:pt idx="257">
                  <c:v>20346</c:v>
                </c:pt>
                <c:pt idx="258">
                  <c:v>20347</c:v>
                </c:pt>
                <c:pt idx="259">
                  <c:v>20348</c:v>
                </c:pt>
                <c:pt idx="260">
                  <c:v>20349</c:v>
                </c:pt>
                <c:pt idx="261">
                  <c:v>20350</c:v>
                </c:pt>
                <c:pt idx="262">
                  <c:v>20351</c:v>
                </c:pt>
                <c:pt idx="263">
                  <c:v>20352</c:v>
                </c:pt>
                <c:pt idx="264">
                  <c:v>20353</c:v>
                </c:pt>
                <c:pt idx="265">
                  <c:v>20354</c:v>
                </c:pt>
                <c:pt idx="266">
                  <c:v>20355</c:v>
                </c:pt>
                <c:pt idx="267">
                  <c:v>20356</c:v>
                </c:pt>
                <c:pt idx="268">
                  <c:v>20357</c:v>
                </c:pt>
                <c:pt idx="269">
                  <c:v>20358</c:v>
                </c:pt>
                <c:pt idx="270">
                  <c:v>20359</c:v>
                </c:pt>
                <c:pt idx="271">
                  <c:v>20360</c:v>
                </c:pt>
                <c:pt idx="272">
                  <c:v>20361</c:v>
                </c:pt>
                <c:pt idx="273">
                  <c:v>20362</c:v>
                </c:pt>
                <c:pt idx="274">
                  <c:v>20363</c:v>
                </c:pt>
                <c:pt idx="275">
                  <c:v>20364</c:v>
                </c:pt>
                <c:pt idx="276">
                  <c:v>20365</c:v>
                </c:pt>
                <c:pt idx="277">
                  <c:v>20366</c:v>
                </c:pt>
                <c:pt idx="278">
                  <c:v>20367</c:v>
                </c:pt>
                <c:pt idx="279">
                  <c:v>20368</c:v>
                </c:pt>
                <c:pt idx="280">
                  <c:v>20369</c:v>
                </c:pt>
                <c:pt idx="281">
                  <c:v>20370</c:v>
                </c:pt>
                <c:pt idx="282">
                  <c:v>20371</c:v>
                </c:pt>
                <c:pt idx="283">
                  <c:v>20372</c:v>
                </c:pt>
                <c:pt idx="284">
                  <c:v>20373</c:v>
                </c:pt>
                <c:pt idx="285">
                  <c:v>20374</c:v>
                </c:pt>
                <c:pt idx="286">
                  <c:v>20375</c:v>
                </c:pt>
                <c:pt idx="287">
                  <c:v>20376</c:v>
                </c:pt>
                <c:pt idx="288">
                  <c:v>20377</c:v>
                </c:pt>
                <c:pt idx="289">
                  <c:v>20378</c:v>
                </c:pt>
                <c:pt idx="290">
                  <c:v>20379</c:v>
                </c:pt>
                <c:pt idx="291">
                  <c:v>20380</c:v>
                </c:pt>
                <c:pt idx="292">
                  <c:v>20381</c:v>
                </c:pt>
                <c:pt idx="293">
                  <c:v>20382</c:v>
                </c:pt>
                <c:pt idx="294">
                  <c:v>20383</c:v>
                </c:pt>
                <c:pt idx="295">
                  <c:v>20384</c:v>
                </c:pt>
                <c:pt idx="296">
                  <c:v>20385</c:v>
                </c:pt>
                <c:pt idx="297">
                  <c:v>20386</c:v>
                </c:pt>
                <c:pt idx="298">
                  <c:v>20387</c:v>
                </c:pt>
                <c:pt idx="299">
                  <c:v>20388</c:v>
                </c:pt>
                <c:pt idx="300">
                  <c:v>20389</c:v>
                </c:pt>
                <c:pt idx="301">
                  <c:v>20390</c:v>
                </c:pt>
                <c:pt idx="302">
                  <c:v>20391</c:v>
                </c:pt>
                <c:pt idx="303">
                  <c:v>20392</c:v>
                </c:pt>
                <c:pt idx="304">
                  <c:v>20393</c:v>
                </c:pt>
                <c:pt idx="305">
                  <c:v>20394</c:v>
                </c:pt>
                <c:pt idx="306">
                  <c:v>20395</c:v>
                </c:pt>
                <c:pt idx="307">
                  <c:v>20396</c:v>
                </c:pt>
                <c:pt idx="308">
                  <c:v>20397</c:v>
                </c:pt>
                <c:pt idx="309">
                  <c:v>20398</c:v>
                </c:pt>
                <c:pt idx="310">
                  <c:v>20399</c:v>
                </c:pt>
                <c:pt idx="311">
                  <c:v>20400</c:v>
                </c:pt>
                <c:pt idx="312">
                  <c:v>20401</c:v>
                </c:pt>
                <c:pt idx="313">
                  <c:v>20402</c:v>
                </c:pt>
                <c:pt idx="314">
                  <c:v>20403</c:v>
                </c:pt>
                <c:pt idx="315">
                  <c:v>20404</c:v>
                </c:pt>
                <c:pt idx="316">
                  <c:v>20405</c:v>
                </c:pt>
                <c:pt idx="317">
                  <c:v>20406</c:v>
                </c:pt>
                <c:pt idx="318">
                  <c:v>20407</c:v>
                </c:pt>
                <c:pt idx="319">
                  <c:v>20408</c:v>
                </c:pt>
                <c:pt idx="320">
                  <c:v>20409</c:v>
                </c:pt>
                <c:pt idx="321">
                  <c:v>20410</c:v>
                </c:pt>
                <c:pt idx="322">
                  <c:v>20411</c:v>
                </c:pt>
                <c:pt idx="323">
                  <c:v>20412</c:v>
                </c:pt>
                <c:pt idx="324">
                  <c:v>20413</c:v>
                </c:pt>
                <c:pt idx="325">
                  <c:v>20414</c:v>
                </c:pt>
                <c:pt idx="326">
                  <c:v>20415</c:v>
                </c:pt>
                <c:pt idx="327">
                  <c:v>20416</c:v>
                </c:pt>
                <c:pt idx="328">
                  <c:v>20417</c:v>
                </c:pt>
                <c:pt idx="329">
                  <c:v>20418</c:v>
                </c:pt>
                <c:pt idx="330">
                  <c:v>20419</c:v>
                </c:pt>
                <c:pt idx="331">
                  <c:v>20420</c:v>
                </c:pt>
                <c:pt idx="332">
                  <c:v>20421</c:v>
                </c:pt>
                <c:pt idx="333">
                  <c:v>20422</c:v>
                </c:pt>
                <c:pt idx="334">
                  <c:v>20423</c:v>
                </c:pt>
                <c:pt idx="335">
                  <c:v>20424</c:v>
                </c:pt>
                <c:pt idx="336">
                  <c:v>20425</c:v>
                </c:pt>
                <c:pt idx="337">
                  <c:v>20426</c:v>
                </c:pt>
                <c:pt idx="338">
                  <c:v>20427</c:v>
                </c:pt>
                <c:pt idx="339">
                  <c:v>20428</c:v>
                </c:pt>
                <c:pt idx="340">
                  <c:v>20429</c:v>
                </c:pt>
                <c:pt idx="341">
                  <c:v>20430</c:v>
                </c:pt>
                <c:pt idx="342">
                  <c:v>20431</c:v>
                </c:pt>
                <c:pt idx="343">
                  <c:v>20432</c:v>
                </c:pt>
                <c:pt idx="344">
                  <c:v>20433</c:v>
                </c:pt>
                <c:pt idx="345">
                  <c:v>20434</c:v>
                </c:pt>
                <c:pt idx="346">
                  <c:v>20435</c:v>
                </c:pt>
                <c:pt idx="347">
                  <c:v>20436</c:v>
                </c:pt>
                <c:pt idx="348">
                  <c:v>20437</c:v>
                </c:pt>
                <c:pt idx="349">
                  <c:v>20438</c:v>
                </c:pt>
                <c:pt idx="350">
                  <c:v>20439</c:v>
                </c:pt>
                <c:pt idx="351">
                  <c:v>20440</c:v>
                </c:pt>
                <c:pt idx="352">
                  <c:v>20441</c:v>
                </c:pt>
                <c:pt idx="353">
                  <c:v>20442</c:v>
                </c:pt>
                <c:pt idx="354">
                  <c:v>20443</c:v>
                </c:pt>
                <c:pt idx="355">
                  <c:v>20444</c:v>
                </c:pt>
                <c:pt idx="356">
                  <c:v>20445</c:v>
                </c:pt>
                <c:pt idx="357">
                  <c:v>20446</c:v>
                </c:pt>
                <c:pt idx="358">
                  <c:v>20447</c:v>
                </c:pt>
                <c:pt idx="359">
                  <c:v>20448</c:v>
                </c:pt>
                <c:pt idx="360">
                  <c:v>20449</c:v>
                </c:pt>
                <c:pt idx="361">
                  <c:v>20450</c:v>
                </c:pt>
                <c:pt idx="362">
                  <c:v>20451</c:v>
                </c:pt>
                <c:pt idx="363">
                  <c:v>20452</c:v>
                </c:pt>
                <c:pt idx="364">
                  <c:v>20453</c:v>
                </c:pt>
              </c:numCache>
            </c:numRef>
          </c:xVal>
          <c:yVal>
            <c:numRef>
              <c:f>Sheet1!$A$3:$NA$3</c:f>
              <c:numCache>
                <c:formatCode>General</c:formatCode>
                <c:ptCount val="365"/>
                <c:pt idx="0">
                  <c:v>536</c:v>
                </c:pt>
                <c:pt idx="1">
                  <c:v>919</c:v>
                </c:pt>
                <c:pt idx="2">
                  <c:v>865</c:v>
                </c:pt>
                <c:pt idx="3">
                  <c:v>659</c:v>
                </c:pt>
                <c:pt idx="4">
                  <c:v>697</c:v>
                </c:pt>
                <c:pt idx="5">
                  <c:v>932</c:v>
                </c:pt>
                <c:pt idx="6">
                  <c:v>996</c:v>
                </c:pt>
                <c:pt idx="7">
                  <c:v>927</c:v>
                </c:pt>
                <c:pt idx="8">
                  <c:v>727</c:v>
                </c:pt>
                <c:pt idx="9">
                  <c:v>640</c:v>
                </c:pt>
                <c:pt idx="10">
                  <c:v>540</c:v>
                </c:pt>
                <c:pt idx="11">
                  <c:v>589</c:v>
                </c:pt>
                <c:pt idx="12">
                  <c:v>871</c:v>
                </c:pt>
                <c:pt idx="13">
                  <c:v>770</c:v>
                </c:pt>
                <c:pt idx="14">
                  <c:v>921</c:v>
                </c:pt>
                <c:pt idx="15">
                  <c:v>836</c:v>
                </c:pt>
                <c:pt idx="16">
                  <c:v>781</c:v>
                </c:pt>
                <c:pt idx="17">
                  <c:v>459</c:v>
                </c:pt>
                <c:pt idx="18">
                  <c:v>638</c:v>
                </c:pt>
                <c:pt idx="19">
                  <c:v>919</c:v>
                </c:pt>
                <c:pt idx="20">
                  <c:v>765</c:v>
                </c:pt>
                <c:pt idx="21">
                  <c:v>912</c:v>
                </c:pt>
                <c:pt idx="22">
                  <c:v>1097</c:v>
                </c:pt>
                <c:pt idx="23">
                  <c:v>683</c:v>
                </c:pt>
                <c:pt idx="24">
                  <c:v>434</c:v>
                </c:pt>
                <c:pt idx="25">
                  <c:v>483</c:v>
                </c:pt>
                <c:pt idx="26">
                  <c:v>609</c:v>
                </c:pt>
                <c:pt idx="27">
                  <c:v>685</c:v>
                </c:pt>
                <c:pt idx="28">
                  <c:v>928</c:v>
                </c:pt>
                <c:pt idx="29">
                  <c:v>690</c:v>
                </c:pt>
                <c:pt idx="30">
                  <c:v>572</c:v>
                </c:pt>
                <c:pt idx="31">
                  <c:v>391</c:v>
                </c:pt>
                <c:pt idx="32">
                  <c:v>416</c:v>
                </c:pt>
                <c:pt idx="33">
                  <c:v>704</c:v>
                </c:pt>
                <c:pt idx="34">
                  <c:v>660</c:v>
                </c:pt>
                <c:pt idx="35">
                  <c:v>725</c:v>
                </c:pt>
                <c:pt idx="36">
                  <c:v>791</c:v>
                </c:pt>
                <c:pt idx="37">
                  <c:v>694</c:v>
                </c:pt>
                <c:pt idx="38">
                  <c:v>444</c:v>
                </c:pt>
                <c:pt idx="39">
                  <c:v>574</c:v>
                </c:pt>
                <c:pt idx="40">
                  <c:v>752</c:v>
                </c:pt>
                <c:pt idx="41">
                  <c:v>639</c:v>
                </c:pt>
                <c:pt idx="42">
                  <c:v>896</c:v>
                </c:pt>
                <c:pt idx="43">
                  <c:v>766</c:v>
                </c:pt>
                <c:pt idx="44">
                  <c:v>584</c:v>
                </c:pt>
                <c:pt idx="45">
                  <c:v>432</c:v>
                </c:pt>
                <c:pt idx="46">
                  <c:v>480</c:v>
                </c:pt>
                <c:pt idx="47">
                  <c:v>572</c:v>
                </c:pt>
                <c:pt idx="48">
                  <c:v>655</c:v>
                </c:pt>
                <c:pt idx="49">
                  <c:v>635</c:v>
                </c:pt>
                <c:pt idx="50">
                  <c:v>518</c:v>
                </c:pt>
                <c:pt idx="51">
                  <c:v>529</c:v>
                </c:pt>
                <c:pt idx="52">
                  <c:v>370</c:v>
                </c:pt>
                <c:pt idx="53">
                  <c:v>390</c:v>
                </c:pt>
                <c:pt idx="54">
                  <c:v>589</c:v>
                </c:pt>
                <c:pt idx="55">
                  <c:v>719</c:v>
                </c:pt>
                <c:pt idx="56">
                  <c:v>656</c:v>
                </c:pt>
                <c:pt idx="57">
                  <c:v>599</c:v>
                </c:pt>
                <c:pt idx="58">
                  <c:v>545</c:v>
                </c:pt>
                <c:pt idx="59">
                  <c:v>442</c:v>
                </c:pt>
                <c:pt idx="60">
                  <c:v>476</c:v>
                </c:pt>
                <c:pt idx="61">
                  <c:v>705</c:v>
                </c:pt>
                <c:pt idx="62">
                  <c:v>856</c:v>
                </c:pt>
                <c:pt idx="63">
                  <c:v>843</c:v>
                </c:pt>
                <c:pt idx="64">
                  <c:v>936</c:v>
                </c:pt>
                <c:pt idx="65">
                  <c:v>669</c:v>
                </c:pt>
                <c:pt idx="66">
                  <c:v>447</c:v>
                </c:pt>
                <c:pt idx="67">
                  <c:v>521</c:v>
                </c:pt>
                <c:pt idx="68">
                  <c:v>707</c:v>
                </c:pt>
                <c:pt idx="69">
                  <c:v>715</c:v>
                </c:pt>
                <c:pt idx="70">
                  <c:v>839</c:v>
                </c:pt>
                <c:pt idx="71">
                  <c:v>725</c:v>
                </c:pt>
                <c:pt idx="72">
                  <c:v>545</c:v>
                </c:pt>
                <c:pt idx="73">
                  <c:v>433</c:v>
                </c:pt>
                <c:pt idx="74">
                  <c:v>1008</c:v>
                </c:pt>
                <c:pt idx="75">
                  <c:v>892</c:v>
                </c:pt>
                <c:pt idx="76">
                  <c:v>774</c:v>
                </c:pt>
                <c:pt idx="77">
                  <c:v>886</c:v>
                </c:pt>
                <c:pt idx="78">
                  <c:v>778</c:v>
                </c:pt>
                <c:pt idx="79">
                  <c:v>675</c:v>
                </c:pt>
                <c:pt idx="80">
                  <c:v>493</c:v>
                </c:pt>
                <c:pt idx="81">
                  <c:v>639</c:v>
                </c:pt>
                <c:pt idx="82">
                  <c:v>697</c:v>
                </c:pt>
                <c:pt idx="83">
                  <c:v>671</c:v>
                </c:pt>
                <c:pt idx="84">
                  <c:v>596</c:v>
                </c:pt>
                <c:pt idx="85">
                  <c:v>503</c:v>
                </c:pt>
                <c:pt idx="86">
                  <c:v>504</c:v>
                </c:pt>
                <c:pt idx="87">
                  <c:v>363</c:v>
                </c:pt>
                <c:pt idx="88">
                  <c:v>328</c:v>
                </c:pt>
                <c:pt idx="89">
                  <c:v>320</c:v>
                </c:pt>
                <c:pt idx="90">
                  <c:v>377</c:v>
                </c:pt>
                <c:pt idx="91">
                  <c:v>697</c:v>
                </c:pt>
                <c:pt idx="92">
                  <c:v>587</c:v>
                </c:pt>
                <c:pt idx="93">
                  <c:v>606</c:v>
                </c:pt>
                <c:pt idx="94">
                  <c:v>480</c:v>
                </c:pt>
                <c:pt idx="95">
                  <c:v>430</c:v>
                </c:pt>
                <c:pt idx="96">
                  <c:v>636</c:v>
                </c:pt>
                <c:pt idx="97">
                  <c:v>676</c:v>
                </c:pt>
                <c:pt idx="98">
                  <c:v>671</c:v>
                </c:pt>
                <c:pt idx="99">
                  <c:v>584</c:v>
                </c:pt>
                <c:pt idx="100">
                  <c:v>622</c:v>
                </c:pt>
                <c:pt idx="101">
                  <c:v>405</c:v>
                </c:pt>
                <c:pt idx="102">
                  <c:v>368</c:v>
                </c:pt>
                <c:pt idx="103">
                  <c:v>691</c:v>
                </c:pt>
                <c:pt idx="104">
                  <c:v>718</c:v>
                </c:pt>
                <c:pt idx="105">
                  <c:v>611</c:v>
                </c:pt>
                <c:pt idx="106">
                  <c:v>606</c:v>
                </c:pt>
                <c:pt idx="107">
                  <c:v>520</c:v>
                </c:pt>
                <c:pt idx="108">
                  <c:v>327</c:v>
                </c:pt>
                <c:pt idx="109">
                  <c:v>407</c:v>
                </c:pt>
                <c:pt idx="110">
                  <c:v>717</c:v>
                </c:pt>
                <c:pt idx="111">
                  <c:v>811</c:v>
                </c:pt>
                <c:pt idx="112">
                  <c:v>479</c:v>
                </c:pt>
                <c:pt idx="113">
                  <c:v>613</c:v>
                </c:pt>
                <c:pt idx="114">
                  <c:v>540</c:v>
                </c:pt>
                <c:pt idx="115">
                  <c:v>361</c:v>
                </c:pt>
                <c:pt idx="116">
                  <c:v>425</c:v>
                </c:pt>
                <c:pt idx="117">
                  <c:v>526</c:v>
                </c:pt>
                <c:pt idx="118">
                  <c:v>534</c:v>
                </c:pt>
                <c:pt idx="119">
                  <c:v>752</c:v>
                </c:pt>
                <c:pt idx="120">
                  <c:v>555</c:v>
                </c:pt>
                <c:pt idx="121">
                  <c:v>1028</c:v>
                </c:pt>
                <c:pt idx="122">
                  <c:v>548</c:v>
                </c:pt>
                <c:pt idx="123">
                  <c:v>581</c:v>
                </c:pt>
                <c:pt idx="124">
                  <c:v>675</c:v>
                </c:pt>
                <c:pt idx="125">
                  <c:v>575</c:v>
                </c:pt>
                <c:pt idx="126">
                  <c:v>539</c:v>
                </c:pt>
                <c:pt idx="127">
                  <c:v>499</c:v>
                </c:pt>
                <c:pt idx="128">
                  <c:v>413</c:v>
                </c:pt>
                <c:pt idx="129">
                  <c:v>309</c:v>
                </c:pt>
                <c:pt idx="130">
                  <c:v>336</c:v>
                </c:pt>
                <c:pt idx="131">
                  <c:v>611</c:v>
                </c:pt>
                <c:pt idx="132">
                  <c:v>627</c:v>
                </c:pt>
                <c:pt idx="133">
                  <c:v>603</c:v>
                </c:pt>
                <c:pt idx="134">
                  <c:v>607</c:v>
                </c:pt>
                <c:pt idx="135">
                  <c:v>697</c:v>
                </c:pt>
                <c:pt idx="136">
                  <c:v>453</c:v>
                </c:pt>
                <c:pt idx="137">
                  <c:v>476</c:v>
                </c:pt>
                <c:pt idx="138">
                  <c:v>428</c:v>
                </c:pt>
                <c:pt idx="139">
                  <c:v>596</c:v>
                </c:pt>
                <c:pt idx="140">
                  <c:v>672</c:v>
                </c:pt>
                <c:pt idx="141">
                  <c:v>806</c:v>
                </c:pt>
                <c:pt idx="142">
                  <c:v>560</c:v>
                </c:pt>
                <c:pt idx="143">
                  <c:v>369</c:v>
                </c:pt>
                <c:pt idx="144">
                  <c:v>366</c:v>
                </c:pt>
                <c:pt idx="145">
                  <c:v>549</c:v>
                </c:pt>
                <c:pt idx="146">
                  <c:v>648</c:v>
                </c:pt>
                <c:pt idx="147">
                  <c:v>722</c:v>
                </c:pt>
                <c:pt idx="148">
                  <c:v>679</c:v>
                </c:pt>
                <c:pt idx="149">
                  <c:v>596</c:v>
                </c:pt>
                <c:pt idx="150">
                  <c:v>409</c:v>
                </c:pt>
                <c:pt idx="151">
                  <c:v>348</c:v>
                </c:pt>
                <c:pt idx="152">
                  <c:v>597</c:v>
                </c:pt>
                <c:pt idx="153">
                  <c:v>479</c:v>
                </c:pt>
                <c:pt idx="154">
                  <c:v>521</c:v>
                </c:pt>
                <c:pt idx="155">
                  <c:v>367</c:v>
                </c:pt>
                <c:pt idx="156">
                  <c:v>275</c:v>
                </c:pt>
                <c:pt idx="157">
                  <c:v>246</c:v>
                </c:pt>
                <c:pt idx="158">
                  <c:v>249</c:v>
                </c:pt>
                <c:pt idx="159">
                  <c:v>1342</c:v>
                </c:pt>
                <c:pt idx="160">
                  <c:v>922</c:v>
                </c:pt>
                <c:pt idx="161">
                  <c:v>707</c:v>
                </c:pt>
                <c:pt idx="162">
                  <c:v>575</c:v>
                </c:pt>
                <c:pt idx="163">
                  <c:v>534</c:v>
                </c:pt>
                <c:pt idx="164">
                  <c:v>653</c:v>
                </c:pt>
                <c:pt idx="165">
                  <c:v>727</c:v>
                </c:pt>
                <c:pt idx="166">
                  <c:v>700</c:v>
                </c:pt>
                <c:pt idx="167">
                  <c:v>891</c:v>
                </c:pt>
                <c:pt idx="168">
                  <c:v>1016</c:v>
                </c:pt>
                <c:pt idx="169">
                  <c:v>630</c:v>
                </c:pt>
                <c:pt idx="170">
                  <c:v>1188</c:v>
                </c:pt>
                <c:pt idx="171">
                  <c:v>414</c:v>
                </c:pt>
                <c:pt idx="172">
                  <c:v>758</c:v>
                </c:pt>
                <c:pt idx="173">
                  <c:v>785</c:v>
                </c:pt>
                <c:pt idx="174">
                  <c:v>670</c:v>
                </c:pt>
                <c:pt idx="175">
                  <c:v>1103</c:v>
                </c:pt>
                <c:pt idx="176">
                  <c:v>612</c:v>
                </c:pt>
                <c:pt idx="177">
                  <c:v>591</c:v>
                </c:pt>
                <c:pt idx="178">
                  <c:v>619</c:v>
                </c:pt>
                <c:pt idx="179">
                  <c:v>905</c:v>
                </c:pt>
                <c:pt idx="180">
                  <c:v>1025</c:v>
                </c:pt>
                <c:pt idx="181">
                  <c:v>617</c:v>
                </c:pt>
                <c:pt idx="182">
                  <c:v>880</c:v>
                </c:pt>
                <c:pt idx="183">
                  <c:v>718</c:v>
                </c:pt>
                <c:pt idx="184">
                  <c:v>477</c:v>
                </c:pt>
                <c:pt idx="185">
                  <c:v>417</c:v>
                </c:pt>
                <c:pt idx="186">
                  <c:v>393</c:v>
                </c:pt>
                <c:pt idx="187">
                  <c:v>492</c:v>
                </c:pt>
                <c:pt idx="188">
                  <c:v>502</c:v>
                </c:pt>
                <c:pt idx="189">
                  <c:v>525</c:v>
                </c:pt>
                <c:pt idx="190">
                  <c:v>520</c:v>
                </c:pt>
                <c:pt idx="191">
                  <c:v>474</c:v>
                </c:pt>
                <c:pt idx="192">
                  <c:v>303</c:v>
                </c:pt>
                <c:pt idx="193">
                  <c:v>337</c:v>
                </c:pt>
                <c:pt idx="194">
                  <c:v>587</c:v>
                </c:pt>
                <c:pt idx="195">
                  <c:v>411</c:v>
                </c:pt>
                <c:pt idx="196">
                  <c:v>521</c:v>
                </c:pt>
                <c:pt idx="197">
                  <c:v>576</c:v>
                </c:pt>
                <c:pt idx="198">
                  <c:v>680</c:v>
                </c:pt>
                <c:pt idx="199">
                  <c:v>401</c:v>
                </c:pt>
                <c:pt idx="200">
                  <c:v>592</c:v>
                </c:pt>
                <c:pt idx="201">
                  <c:v>641</c:v>
                </c:pt>
                <c:pt idx="202">
                  <c:v>781</c:v>
                </c:pt>
                <c:pt idx="203">
                  <c:v>647</c:v>
                </c:pt>
                <c:pt idx="204">
                  <c:v>637</c:v>
                </c:pt>
                <c:pt idx="205">
                  <c:v>743</c:v>
                </c:pt>
                <c:pt idx="206">
                  <c:v>596</c:v>
                </c:pt>
                <c:pt idx="207">
                  <c:v>855</c:v>
                </c:pt>
                <c:pt idx="208">
                  <c:v>731</c:v>
                </c:pt>
                <c:pt idx="209">
                  <c:v>735</c:v>
                </c:pt>
                <c:pt idx="210">
                  <c:v>953</c:v>
                </c:pt>
                <c:pt idx="211">
                  <c:v>653</c:v>
                </c:pt>
                <c:pt idx="212">
                  <c:v>612</c:v>
                </c:pt>
                <c:pt idx="213">
                  <c:v>487</c:v>
                </c:pt>
                <c:pt idx="214">
                  <c:v>366</c:v>
                </c:pt>
                <c:pt idx="215">
                  <c:v>536</c:v>
                </c:pt>
                <c:pt idx="216">
                  <c:v>728</c:v>
                </c:pt>
                <c:pt idx="217">
                  <c:v>549</c:v>
                </c:pt>
                <c:pt idx="218">
                  <c:v>647</c:v>
                </c:pt>
                <c:pt idx="219">
                  <c:v>489</c:v>
                </c:pt>
                <c:pt idx="220">
                  <c:v>320</c:v>
                </c:pt>
                <c:pt idx="221">
                  <c:v>356</c:v>
                </c:pt>
                <c:pt idx="222">
                  <c:v>526</c:v>
                </c:pt>
                <c:pt idx="223">
                  <c:v>536</c:v>
                </c:pt>
                <c:pt idx="224">
                  <c:v>480</c:v>
                </c:pt>
                <c:pt idx="225">
                  <c:v>508</c:v>
                </c:pt>
                <c:pt idx="226">
                  <c:v>593</c:v>
                </c:pt>
                <c:pt idx="227">
                  <c:v>429</c:v>
                </c:pt>
                <c:pt idx="228">
                  <c:v>465</c:v>
                </c:pt>
                <c:pt idx="229">
                  <c:v>642</c:v>
                </c:pt>
                <c:pt idx="230">
                  <c:v>656</c:v>
                </c:pt>
                <c:pt idx="231">
                  <c:v>683</c:v>
                </c:pt>
                <c:pt idx="232">
                  <c:v>966</c:v>
                </c:pt>
                <c:pt idx="233">
                  <c:v>927</c:v>
                </c:pt>
                <c:pt idx="234">
                  <c:v>984</c:v>
                </c:pt>
                <c:pt idx="235">
                  <c:v>757</c:v>
                </c:pt>
                <c:pt idx="236">
                  <c:v>843</c:v>
                </c:pt>
                <c:pt idx="237">
                  <c:v>787</c:v>
                </c:pt>
                <c:pt idx="238">
                  <c:v>681</c:v>
                </c:pt>
                <c:pt idx="239">
                  <c:v>723</c:v>
                </c:pt>
                <c:pt idx="240">
                  <c:v>745</c:v>
                </c:pt>
                <c:pt idx="241">
                  <c:v>469</c:v>
                </c:pt>
                <c:pt idx="242">
                  <c:v>433</c:v>
                </c:pt>
                <c:pt idx="243">
                  <c:v>524</c:v>
                </c:pt>
                <c:pt idx="244">
                  <c:v>554</c:v>
                </c:pt>
                <c:pt idx="245">
                  <c:v>571</c:v>
                </c:pt>
                <c:pt idx="246">
                  <c:v>470</c:v>
                </c:pt>
                <c:pt idx="247">
                  <c:v>577</c:v>
                </c:pt>
                <c:pt idx="248">
                  <c:v>464</c:v>
                </c:pt>
                <c:pt idx="249">
                  <c:v>337</c:v>
                </c:pt>
                <c:pt idx="250">
                  <c:v>643</c:v>
                </c:pt>
                <c:pt idx="251">
                  <c:v>839</c:v>
                </c:pt>
                <c:pt idx="252">
                  <c:v>729</c:v>
                </c:pt>
                <c:pt idx="253">
                  <c:v>641</c:v>
                </c:pt>
                <c:pt idx="254">
                  <c:v>615</c:v>
                </c:pt>
                <c:pt idx="255">
                  <c:v>831</c:v>
                </c:pt>
                <c:pt idx="256">
                  <c:v>920</c:v>
                </c:pt>
                <c:pt idx="257">
                  <c:v>845</c:v>
                </c:pt>
                <c:pt idx="258">
                  <c:v>793</c:v>
                </c:pt>
                <c:pt idx="259">
                  <c:v>763</c:v>
                </c:pt>
                <c:pt idx="260">
                  <c:v>554</c:v>
                </c:pt>
                <c:pt idx="261">
                  <c:v>497</c:v>
                </c:pt>
                <c:pt idx="262">
                  <c:v>439</c:v>
                </c:pt>
                <c:pt idx="263">
                  <c:v>467</c:v>
                </c:pt>
                <c:pt idx="264">
                  <c:v>805</c:v>
                </c:pt>
                <c:pt idx="265">
                  <c:v>940</c:v>
                </c:pt>
                <c:pt idx="266">
                  <c:v>903</c:v>
                </c:pt>
                <c:pt idx="267">
                  <c:v>1225</c:v>
                </c:pt>
                <c:pt idx="268">
                  <c:v>946</c:v>
                </c:pt>
                <c:pt idx="269">
                  <c:v>507</c:v>
                </c:pt>
                <c:pt idx="270">
                  <c:v>674</c:v>
                </c:pt>
                <c:pt idx="271">
                  <c:v>1178</c:v>
                </c:pt>
                <c:pt idx="272">
                  <c:v>969</c:v>
                </c:pt>
                <c:pt idx="273">
                  <c:v>912</c:v>
                </c:pt>
                <c:pt idx="274">
                  <c:v>787</c:v>
                </c:pt>
                <c:pt idx="275">
                  <c:v>761</c:v>
                </c:pt>
                <c:pt idx="276">
                  <c:v>525</c:v>
                </c:pt>
                <c:pt idx="277">
                  <c:v>465</c:v>
                </c:pt>
                <c:pt idx="278">
                  <c:v>857</c:v>
                </c:pt>
                <c:pt idx="279">
                  <c:v>830</c:v>
                </c:pt>
                <c:pt idx="280">
                  <c:v>787</c:v>
                </c:pt>
                <c:pt idx="281">
                  <c:v>943</c:v>
                </c:pt>
                <c:pt idx="282">
                  <c:v>803</c:v>
                </c:pt>
                <c:pt idx="283">
                  <c:v>546</c:v>
                </c:pt>
                <c:pt idx="284">
                  <c:v>617</c:v>
                </c:pt>
                <c:pt idx="285">
                  <c:v>778</c:v>
                </c:pt>
                <c:pt idx="286">
                  <c:v>978</c:v>
                </c:pt>
                <c:pt idx="287">
                  <c:v>890</c:v>
                </c:pt>
                <c:pt idx="288">
                  <c:v>776</c:v>
                </c:pt>
                <c:pt idx="289">
                  <c:v>870</c:v>
                </c:pt>
                <c:pt idx="290">
                  <c:v>673</c:v>
                </c:pt>
                <c:pt idx="291">
                  <c:v>736</c:v>
                </c:pt>
                <c:pt idx="292">
                  <c:v>876</c:v>
                </c:pt>
                <c:pt idx="293">
                  <c:v>858</c:v>
                </c:pt>
                <c:pt idx="294">
                  <c:v>834</c:v>
                </c:pt>
                <c:pt idx="295">
                  <c:v>686</c:v>
                </c:pt>
                <c:pt idx="296">
                  <c:v>575</c:v>
                </c:pt>
                <c:pt idx="297">
                  <c:v>732</c:v>
                </c:pt>
                <c:pt idx="298">
                  <c:v>687</c:v>
                </c:pt>
                <c:pt idx="299">
                  <c:v>702</c:v>
                </c:pt>
                <c:pt idx="300">
                  <c:v>686</c:v>
                </c:pt>
                <c:pt idx="301">
                  <c:v>697</c:v>
                </c:pt>
                <c:pt idx="302">
                  <c:v>1170</c:v>
                </c:pt>
                <c:pt idx="303">
                  <c:v>1451</c:v>
                </c:pt>
                <c:pt idx="304">
                  <c:v>951</c:v>
                </c:pt>
                <c:pt idx="305">
                  <c:v>555</c:v>
                </c:pt>
                <c:pt idx="306">
                  <c:v>627</c:v>
                </c:pt>
                <c:pt idx="307">
                  <c:v>723</c:v>
                </c:pt>
                <c:pt idx="308">
                  <c:v>956</c:v>
                </c:pt>
                <c:pt idx="309">
                  <c:v>912</c:v>
                </c:pt>
                <c:pt idx="310">
                  <c:v>1078</c:v>
                </c:pt>
                <c:pt idx="311">
                  <c:v>607</c:v>
                </c:pt>
                <c:pt idx="312">
                  <c:v>889</c:v>
                </c:pt>
                <c:pt idx="313">
                  <c:v>767</c:v>
                </c:pt>
                <c:pt idx="314">
                  <c:v>727</c:v>
                </c:pt>
                <c:pt idx="315">
                  <c:v>1418</c:v>
                </c:pt>
                <c:pt idx="316">
                  <c:v>1142</c:v>
                </c:pt>
                <c:pt idx="317">
                  <c:v>1138</c:v>
                </c:pt>
                <c:pt idx="318">
                  <c:v>734</c:v>
                </c:pt>
                <c:pt idx="319">
                  <c:v>593</c:v>
                </c:pt>
                <c:pt idx="320">
                  <c:v>650</c:v>
                </c:pt>
                <c:pt idx="321">
                  <c:v>863</c:v>
                </c:pt>
                <c:pt idx="322">
                  <c:v>783</c:v>
                </c:pt>
                <c:pt idx="323">
                  <c:v>749</c:v>
                </c:pt>
                <c:pt idx="324">
                  <c:v>759</c:v>
                </c:pt>
                <c:pt idx="325">
                  <c:v>666</c:v>
                </c:pt>
                <c:pt idx="326">
                  <c:v>537</c:v>
                </c:pt>
                <c:pt idx="327">
                  <c:v>753</c:v>
                </c:pt>
                <c:pt idx="328">
                  <c:v>964</c:v>
                </c:pt>
                <c:pt idx="329">
                  <c:v>741</c:v>
                </c:pt>
                <c:pt idx="330">
                  <c:v>1087</c:v>
                </c:pt>
                <c:pt idx="331">
                  <c:v>730</c:v>
                </c:pt>
                <c:pt idx="332">
                  <c:v>3769</c:v>
                </c:pt>
                <c:pt idx="333">
                  <c:v>38151</c:v>
                </c:pt>
                <c:pt idx="334">
                  <c:v>14762</c:v>
                </c:pt>
                <c:pt idx="335">
                  <c:v>2756</c:v>
                </c:pt>
                <c:pt idx="336">
                  <c:v>1466</c:v>
                </c:pt>
                <c:pt idx="337">
                  <c:v>1475</c:v>
                </c:pt>
                <c:pt idx="338">
                  <c:v>1163</c:v>
                </c:pt>
                <c:pt idx="339">
                  <c:v>894</c:v>
                </c:pt>
                <c:pt idx="340">
                  <c:v>857</c:v>
                </c:pt>
                <c:pt idx="341">
                  <c:v>1094</c:v>
                </c:pt>
                <c:pt idx="342">
                  <c:v>1104</c:v>
                </c:pt>
                <c:pt idx="343">
                  <c:v>1362</c:v>
                </c:pt>
                <c:pt idx="344">
                  <c:v>1267</c:v>
                </c:pt>
                <c:pt idx="345">
                  <c:v>896</c:v>
                </c:pt>
                <c:pt idx="346">
                  <c:v>892</c:v>
                </c:pt>
                <c:pt idx="347">
                  <c:v>691</c:v>
                </c:pt>
                <c:pt idx="348">
                  <c:v>888</c:v>
                </c:pt>
                <c:pt idx="349">
                  <c:v>1363</c:v>
                </c:pt>
                <c:pt idx="350">
                  <c:v>2361</c:v>
                </c:pt>
                <c:pt idx="351">
                  <c:v>2287</c:v>
                </c:pt>
                <c:pt idx="352">
                  <c:v>1183</c:v>
                </c:pt>
                <c:pt idx="353">
                  <c:v>1777</c:v>
                </c:pt>
                <c:pt idx="354">
                  <c:v>1205</c:v>
                </c:pt>
                <c:pt idx="355">
                  <c:v>1604</c:v>
                </c:pt>
                <c:pt idx="356">
                  <c:v>1716</c:v>
                </c:pt>
                <c:pt idx="357">
                  <c:v>1858</c:v>
                </c:pt>
                <c:pt idx="358">
                  <c:v>2476</c:v>
                </c:pt>
                <c:pt idx="359">
                  <c:v>2224</c:v>
                </c:pt>
                <c:pt idx="360">
                  <c:v>2513</c:v>
                </c:pt>
                <c:pt idx="361">
                  <c:v>2938</c:v>
                </c:pt>
                <c:pt idx="362">
                  <c:v>2922</c:v>
                </c:pt>
                <c:pt idx="363">
                  <c:v>2215</c:v>
                </c:pt>
                <c:pt idx="364">
                  <c:v>2283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012-46E3-8A45-931F9E2F50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454"/>
          <c:min val="20089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5"/>
        <c:crosses val="min"/>
        <c:crossBetween val="midCat"/>
      </c:valAx>
      <c:valAx>
        <c:axId val="5"/>
        <c:scaling>
          <c:logBase val="10"/>
          <c:orientation val="minMax"/>
          <c:max val="100000"/>
          <c:min val="100"/>
        </c:scaling>
        <c:delete val="0"/>
        <c:axPos val="l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endParaRPr lang="tr-TR"/>
          </a:p>
        </c:txPr>
        <c:crossAx val="4"/>
        <c:crosses val="min"/>
        <c:crossBetween val="midCat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9591287980639955E-2"/>
          <c:y val="6.3106796116504854E-2"/>
          <c:w val="0.91341758537241191"/>
          <c:h val="0.87378640776699024"/>
        </c:manualLayout>
      </c:layout>
      <c:scatterChart>
        <c:scatterStyle val="lineMarker"/>
        <c:varyColors val="0"/>
        <c:ser>
          <c:idx val="0"/>
          <c:order val="0"/>
          <c:spPr>
            <a:ln w="38100" cmpd="sng" algn="ctr">
              <a:solidFill>
                <a:srgbClr val="940D0F"/>
              </a:solidFill>
              <a:prstDash val="solid"/>
            </a:ln>
          </c:spPr>
          <c:marker>
            <c:symbol val="none"/>
          </c:marker>
          <c:xVal>
            <c:numRef>
              <c:f>Sheet1!$A$1:$NA$1</c:f>
              <c:numCache>
                <c:formatCode>General</c:formatCode>
                <c:ptCount val="365"/>
                <c:pt idx="0">
                  <c:v>20089</c:v>
                </c:pt>
                <c:pt idx="1">
                  <c:v>20090</c:v>
                </c:pt>
                <c:pt idx="2">
                  <c:v>20091</c:v>
                </c:pt>
                <c:pt idx="3">
                  <c:v>20092</c:v>
                </c:pt>
                <c:pt idx="4">
                  <c:v>20093</c:v>
                </c:pt>
                <c:pt idx="5">
                  <c:v>20094</c:v>
                </c:pt>
                <c:pt idx="6">
                  <c:v>20095</c:v>
                </c:pt>
                <c:pt idx="7">
                  <c:v>20096</c:v>
                </c:pt>
                <c:pt idx="8">
                  <c:v>20097</c:v>
                </c:pt>
                <c:pt idx="9">
                  <c:v>20098</c:v>
                </c:pt>
                <c:pt idx="10">
                  <c:v>20099</c:v>
                </c:pt>
                <c:pt idx="11">
                  <c:v>20100</c:v>
                </c:pt>
                <c:pt idx="12">
                  <c:v>20101</c:v>
                </c:pt>
                <c:pt idx="13">
                  <c:v>20102</c:v>
                </c:pt>
                <c:pt idx="14">
                  <c:v>20103</c:v>
                </c:pt>
                <c:pt idx="15">
                  <c:v>20104</c:v>
                </c:pt>
                <c:pt idx="16">
                  <c:v>20105</c:v>
                </c:pt>
                <c:pt idx="17">
                  <c:v>20106</c:v>
                </c:pt>
                <c:pt idx="18">
                  <c:v>20107</c:v>
                </c:pt>
                <c:pt idx="19">
                  <c:v>20108</c:v>
                </c:pt>
                <c:pt idx="20">
                  <c:v>20109</c:v>
                </c:pt>
                <c:pt idx="21">
                  <c:v>20110</c:v>
                </c:pt>
                <c:pt idx="22">
                  <c:v>20111</c:v>
                </c:pt>
                <c:pt idx="23">
                  <c:v>20112</c:v>
                </c:pt>
                <c:pt idx="24">
                  <c:v>20113</c:v>
                </c:pt>
                <c:pt idx="25">
                  <c:v>20114</c:v>
                </c:pt>
                <c:pt idx="26">
                  <c:v>20115</c:v>
                </c:pt>
                <c:pt idx="27">
                  <c:v>20116</c:v>
                </c:pt>
                <c:pt idx="28">
                  <c:v>20117</c:v>
                </c:pt>
                <c:pt idx="29">
                  <c:v>20118</c:v>
                </c:pt>
                <c:pt idx="30">
                  <c:v>20119</c:v>
                </c:pt>
                <c:pt idx="31">
                  <c:v>20120</c:v>
                </c:pt>
                <c:pt idx="32">
                  <c:v>20121</c:v>
                </c:pt>
                <c:pt idx="33">
                  <c:v>20122</c:v>
                </c:pt>
                <c:pt idx="34">
                  <c:v>20123</c:v>
                </c:pt>
                <c:pt idx="35">
                  <c:v>20124</c:v>
                </c:pt>
                <c:pt idx="36">
                  <c:v>20125</c:v>
                </c:pt>
                <c:pt idx="37">
                  <c:v>20126</c:v>
                </c:pt>
                <c:pt idx="38">
                  <c:v>20127</c:v>
                </c:pt>
                <c:pt idx="39">
                  <c:v>20128</c:v>
                </c:pt>
                <c:pt idx="40">
                  <c:v>20129</c:v>
                </c:pt>
                <c:pt idx="41">
                  <c:v>20130</c:v>
                </c:pt>
                <c:pt idx="42">
                  <c:v>20131</c:v>
                </c:pt>
                <c:pt idx="43">
                  <c:v>20132</c:v>
                </c:pt>
                <c:pt idx="44">
                  <c:v>20133</c:v>
                </c:pt>
                <c:pt idx="45">
                  <c:v>20134</c:v>
                </c:pt>
                <c:pt idx="46">
                  <c:v>20135</c:v>
                </c:pt>
                <c:pt idx="47">
                  <c:v>20136</c:v>
                </c:pt>
                <c:pt idx="48">
                  <c:v>20137</c:v>
                </c:pt>
                <c:pt idx="49">
                  <c:v>20138</c:v>
                </c:pt>
                <c:pt idx="50">
                  <c:v>20139</c:v>
                </c:pt>
                <c:pt idx="51">
                  <c:v>20140</c:v>
                </c:pt>
                <c:pt idx="52">
                  <c:v>20141</c:v>
                </c:pt>
                <c:pt idx="53">
                  <c:v>20142</c:v>
                </c:pt>
                <c:pt idx="54">
                  <c:v>20143</c:v>
                </c:pt>
                <c:pt idx="55">
                  <c:v>20144</c:v>
                </c:pt>
                <c:pt idx="56">
                  <c:v>20145</c:v>
                </c:pt>
                <c:pt idx="57">
                  <c:v>20146</c:v>
                </c:pt>
                <c:pt idx="58">
                  <c:v>20147</c:v>
                </c:pt>
                <c:pt idx="59">
                  <c:v>20148</c:v>
                </c:pt>
                <c:pt idx="60">
                  <c:v>20149</c:v>
                </c:pt>
                <c:pt idx="61">
                  <c:v>20150</c:v>
                </c:pt>
                <c:pt idx="62">
                  <c:v>20151</c:v>
                </c:pt>
                <c:pt idx="63">
                  <c:v>20152</c:v>
                </c:pt>
                <c:pt idx="64">
                  <c:v>20153</c:v>
                </c:pt>
                <c:pt idx="65">
                  <c:v>20154</c:v>
                </c:pt>
                <c:pt idx="66">
                  <c:v>20155</c:v>
                </c:pt>
                <c:pt idx="67">
                  <c:v>20156</c:v>
                </c:pt>
                <c:pt idx="68">
                  <c:v>20157</c:v>
                </c:pt>
                <c:pt idx="69">
                  <c:v>20158</c:v>
                </c:pt>
                <c:pt idx="70">
                  <c:v>20159</c:v>
                </c:pt>
                <c:pt idx="71">
                  <c:v>20160</c:v>
                </c:pt>
                <c:pt idx="72">
                  <c:v>20161</c:v>
                </c:pt>
                <c:pt idx="73">
                  <c:v>20162</c:v>
                </c:pt>
                <c:pt idx="74">
                  <c:v>20163</c:v>
                </c:pt>
                <c:pt idx="75">
                  <c:v>20164</c:v>
                </c:pt>
                <c:pt idx="76">
                  <c:v>20165</c:v>
                </c:pt>
                <c:pt idx="77">
                  <c:v>20166</c:v>
                </c:pt>
                <c:pt idx="78">
                  <c:v>20167</c:v>
                </c:pt>
                <c:pt idx="79">
                  <c:v>20168</c:v>
                </c:pt>
                <c:pt idx="80">
                  <c:v>20169</c:v>
                </c:pt>
                <c:pt idx="81">
                  <c:v>20170</c:v>
                </c:pt>
                <c:pt idx="82">
                  <c:v>20171</c:v>
                </c:pt>
                <c:pt idx="83">
                  <c:v>20172</c:v>
                </c:pt>
                <c:pt idx="84">
                  <c:v>20173</c:v>
                </c:pt>
                <c:pt idx="85">
                  <c:v>20174</c:v>
                </c:pt>
                <c:pt idx="86">
                  <c:v>20175</c:v>
                </c:pt>
                <c:pt idx="87">
                  <c:v>20176</c:v>
                </c:pt>
                <c:pt idx="88">
                  <c:v>20177</c:v>
                </c:pt>
                <c:pt idx="89">
                  <c:v>20178</c:v>
                </c:pt>
                <c:pt idx="90">
                  <c:v>20179</c:v>
                </c:pt>
                <c:pt idx="91">
                  <c:v>20180</c:v>
                </c:pt>
                <c:pt idx="92">
                  <c:v>20181</c:v>
                </c:pt>
                <c:pt idx="93">
                  <c:v>20182</c:v>
                </c:pt>
                <c:pt idx="94">
                  <c:v>20183</c:v>
                </c:pt>
                <c:pt idx="95">
                  <c:v>20184</c:v>
                </c:pt>
                <c:pt idx="96">
                  <c:v>20185</c:v>
                </c:pt>
                <c:pt idx="97">
                  <c:v>20186</c:v>
                </c:pt>
                <c:pt idx="98">
                  <c:v>20187</c:v>
                </c:pt>
                <c:pt idx="99">
                  <c:v>20188</c:v>
                </c:pt>
                <c:pt idx="100">
                  <c:v>20189</c:v>
                </c:pt>
                <c:pt idx="101">
                  <c:v>20190</c:v>
                </c:pt>
                <c:pt idx="102">
                  <c:v>20191</c:v>
                </c:pt>
                <c:pt idx="103">
                  <c:v>20192</c:v>
                </c:pt>
                <c:pt idx="104">
                  <c:v>20193</c:v>
                </c:pt>
                <c:pt idx="105">
                  <c:v>20194</c:v>
                </c:pt>
                <c:pt idx="106">
                  <c:v>20195</c:v>
                </c:pt>
                <c:pt idx="107">
                  <c:v>20196</c:v>
                </c:pt>
                <c:pt idx="108">
                  <c:v>20197</c:v>
                </c:pt>
                <c:pt idx="109">
                  <c:v>20198</c:v>
                </c:pt>
                <c:pt idx="110">
                  <c:v>20199</c:v>
                </c:pt>
                <c:pt idx="111">
                  <c:v>20200</c:v>
                </c:pt>
                <c:pt idx="112">
                  <c:v>20201</c:v>
                </c:pt>
                <c:pt idx="113">
                  <c:v>20202</c:v>
                </c:pt>
                <c:pt idx="114">
                  <c:v>20203</c:v>
                </c:pt>
                <c:pt idx="115">
                  <c:v>20204</c:v>
                </c:pt>
                <c:pt idx="116">
                  <c:v>20205</c:v>
                </c:pt>
                <c:pt idx="117">
                  <c:v>20206</c:v>
                </c:pt>
                <c:pt idx="118">
                  <c:v>20207</c:v>
                </c:pt>
                <c:pt idx="119">
                  <c:v>20208</c:v>
                </c:pt>
                <c:pt idx="120">
                  <c:v>20209</c:v>
                </c:pt>
                <c:pt idx="121">
                  <c:v>20210</c:v>
                </c:pt>
                <c:pt idx="122">
                  <c:v>20211</c:v>
                </c:pt>
                <c:pt idx="123">
                  <c:v>20212</c:v>
                </c:pt>
                <c:pt idx="124">
                  <c:v>20213</c:v>
                </c:pt>
                <c:pt idx="125">
                  <c:v>20214</c:v>
                </c:pt>
                <c:pt idx="126">
                  <c:v>20215</c:v>
                </c:pt>
                <c:pt idx="127">
                  <c:v>20216</c:v>
                </c:pt>
                <c:pt idx="128">
                  <c:v>20217</c:v>
                </c:pt>
                <c:pt idx="129">
                  <c:v>20218</c:v>
                </c:pt>
                <c:pt idx="130">
                  <c:v>20219</c:v>
                </c:pt>
                <c:pt idx="131">
                  <c:v>20220</c:v>
                </c:pt>
                <c:pt idx="132">
                  <c:v>20221</c:v>
                </c:pt>
                <c:pt idx="133">
                  <c:v>20222</c:v>
                </c:pt>
                <c:pt idx="134">
                  <c:v>20223</c:v>
                </c:pt>
                <c:pt idx="135">
                  <c:v>20224</c:v>
                </c:pt>
                <c:pt idx="136">
                  <c:v>20225</c:v>
                </c:pt>
                <c:pt idx="137">
                  <c:v>20226</c:v>
                </c:pt>
                <c:pt idx="138">
                  <c:v>20227</c:v>
                </c:pt>
                <c:pt idx="139">
                  <c:v>20228</c:v>
                </c:pt>
                <c:pt idx="140">
                  <c:v>20229</c:v>
                </c:pt>
                <c:pt idx="141">
                  <c:v>20230</c:v>
                </c:pt>
                <c:pt idx="142">
                  <c:v>20231</c:v>
                </c:pt>
                <c:pt idx="143">
                  <c:v>20232</c:v>
                </c:pt>
                <c:pt idx="144">
                  <c:v>20233</c:v>
                </c:pt>
                <c:pt idx="145">
                  <c:v>20234</c:v>
                </c:pt>
                <c:pt idx="146">
                  <c:v>20235</c:v>
                </c:pt>
                <c:pt idx="147">
                  <c:v>20236</c:v>
                </c:pt>
                <c:pt idx="148">
                  <c:v>20237</c:v>
                </c:pt>
                <c:pt idx="149">
                  <c:v>20238</c:v>
                </c:pt>
                <c:pt idx="150">
                  <c:v>20239</c:v>
                </c:pt>
                <c:pt idx="151">
                  <c:v>20240</c:v>
                </c:pt>
                <c:pt idx="152">
                  <c:v>20241</c:v>
                </c:pt>
                <c:pt idx="153">
                  <c:v>20242</c:v>
                </c:pt>
                <c:pt idx="154">
                  <c:v>20243</c:v>
                </c:pt>
                <c:pt idx="155">
                  <c:v>20244</c:v>
                </c:pt>
                <c:pt idx="156">
                  <c:v>20245</c:v>
                </c:pt>
                <c:pt idx="157">
                  <c:v>20246</c:v>
                </c:pt>
                <c:pt idx="158">
                  <c:v>20247</c:v>
                </c:pt>
                <c:pt idx="159">
                  <c:v>20248</c:v>
                </c:pt>
                <c:pt idx="160">
                  <c:v>20249</c:v>
                </c:pt>
                <c:pt idx="161">
                  <c:v>20250</c:v>
                </c:pt>
                <c:pt idx="162">
                  <c:v>20251</c:v>
                </c:pt>
                <c:pt idx="163">
                  <c:v>20252</c:v>
                </c:pt>
                <c:pt idx="164">
                  <c:v>20253</c:v>
                </c:pt>
                <c:pt idx="165">
                  <c:v>20254</c:v>
                </c:pt>
                <c:pt idx="166">
                  <c:v>20255</c:v>
                </c:pt>
                <c:pt idx="167">
                  <c:v>20256</c:v>
                </c:pt>
                <c:pt idx="168">
                  <c:v>20257</c:v>
                </c:pt>
                <c:pt idx="169">
                  <c:v>20258</c:v>
                </c:pt>
                <c:pt idx="170">
                  <c:v>20259</c:v>
                </c:pt>
                <c:pt idx="171">
                  <c:v>20260</c:v>
                </c:pt>
                <c:pt idx="172">
                  <c:v>20261</c:v>
                </c:pt>
                <c:pt idx="173">
                  <c:v>20262</c:v>
                </c:pt>
                <c:pt idx="174">
                  <c:v>20263</c:v>
                </c:pt>
                <c:pt idx="175">
                  <c:v>20264</c:v>
                </c:pt>
                <c:pt idx="176">
                  <c:v>20265</c:v>
                </c:pt>
                <c:pt idx="177">
                  <c:v>20266</c:v>
                </c:pt>
                <c:pt idx="178">
                  <c:v>20267</c:v>
                </c:pt>
                <c:pt idx="179">
                  <c:v>20268</c:v>
                </c:pt>
                <c:pt idx="180">
                  <c:v>20269</c:v>
                </c:pt>
                <c:pt idx="181">
                  <c:v>20270</c:v>
                </c:pt>
                <c:pt idx="182">
                  <c:v>20271</c:v>
                </c:pt>
                <c:pt idx="183">
                  <c:v>20272</c:v>
                </c:pt>
                <c:pt idx="184">
                  <c:v>20273</c:v>
                </c:pt>
                <c:pt idx="185">
                  <c:v>20274</c:v>
                </c:pt>
                <c:pt idx="186">
                  <c:v>20275</c:v>
                </c:pt>
                <c:pt idx="187">
                  <c:v>20276</c:v>
                </c:pt>
                <c:pt idx="188">
                  <c:v>20277</c:v>
                </c:pt>
                <c:pt idx="189">
                  <c:v>20278</c:v>
                </c:pt>
                <c:pt idx="190">
                  <c:v>20279</c:v>
                </c:pt>
                <c:pt idx="191">
                  <c:v>20280</c:v>
                </c:pt>
                <c:pt idx="192">
                  <c:v>20281</c:v>
                </c:pt>
                <c:pt idx="193">
                  <c:v>20282</c:v>
                </c:pt>
                <c:pt idx="194">
                  <c:v>20283</c:v>
                </c:pt>
                <c:pt idx="195">
                  <c:v>20284</c:v>
                </c:pt>
                <c:pt idx="196">
                  <c:v>20285</c:v>
                </c:pt>
                <c:pt idx="197">
                  <c:v>20286</c:v>
                </c:pt>
                <c:pt idx="198">
                  <c:v>20287</c:v>
                </c:pt>
                <c:pt idx="199">
                  <c:v>20288</c:v>
                </c:pt>
                <c:pt idx="200">
                  <c:v>20289</c:v>
                </c:pt>
                <c:pt idx="201">
                  <c:v>20290</c:v>
                </c:pt>
                <c:pt idx="202">
                  <c:v>20291</c:v>
                </c:pt>
                <c:pt idx="203">
                  <c:v>20292</c:v>
                </c:pt>
                <c:pt idx="204">
                  <c:v>20293</c:v>
                </c:pt>
                <c:pt idx="205">
                  <c:v>20294</c:v>
                </c:pt>
                <c:pt idx="206">
                  <c:v>20295</c:v>
                </c:pt>
                <c:pt idx="207">
                  <c:v>20296</c:v>
                </c:pt>
                <c:pt idx="208">
                  <c:v>20297</c:v>
                </c:pt>
                <c:pt idx="209">
                  <c:v>20298</c:v>
                </c:pt>
                <c:pt idx="210">
                  <c:v>20299</c:v>
                </c:pt>
                <c:pt idx="211">
                  <c:v>20300</c:v>
                </c:pt>
                <c:pt idx="212">
                  <c:v>20301</c:v>
                </c:pt>
                <c:pt idx="213">
                  <c:v>20302</c:v>
                </c:pt>
                <c:pt idx="214">
                  <c:v>20303</c:v>
                </c:pt>
                <c:pt idx="215">
                  <c:v>20304</c:v>
                </c:pt>
                <c:pt idx="216">
                  <c:v>20305</c:v>
                </c:pt>
                <c:pt idx="217">
                  <c:v>20306</c:v>
                </c:pt>
                <c:pt idx="218">
                  <c:v>20307</c:v>
                </c:pt>
                <c:pt idx="219">
                  <c:v>20308</c:v>
                </c:pt>
                <c:pt idx="220">
                  <c:v>20309</c:v>
                </c:pt>
                <c:pt idx="221">
                  <c:v>20310</c:v>
                </c:pt>
                <c:pt idx="222">
                  <c:v>20311</c:v>
                </c:pt>
                <c:pt idx="223">
                  <c:v>20312</c:v>
                </c:pt>
                <c:pt idx="224">
                  <c:v>20313</c:v>
                </c:pt>
                <c:pt idx="225">
                  <c:v>20314</c:v>
                </c:pt>
                <c:pt idx="226">
                  <c:v>20315</c:v>
                </c:pt>
                <c:pt idx="227">
                  <c:v>20316</c:v>
                </c:pt>
                <c:pt idx="228">
                  <c:v>20317</c:v>
                </c:pt>
                <c:pt idx="229">
                  <c:v>20318</c:v>
                </c:pt>
                <c:pt idx="230">
                  <c:v>20319</c:v>
                </c:pt>
                <c:pt idx="231">
                  <c:v>20320</c:v>
                </c:pt>
                <c:pt idx="232">
                  <c:v>20321</c:v>
                </c:pt>
                <c:pt idx="233">
                  <c:v>20322</c:v>
                </c:pt>
                <c:pt idx="234">
                  <c:v>20323</c:v>
                </c:pt>
                <c:pt idx="235">
                  <c:v>20324</c:v>
                </c:pt>
                <c:pt idx="236">
                  <c:v>20325</c:v>
                </c:pt>
                <c:pt idx="237">
                  <c:v>20326</c:v>
                </c:pt>
                <c:pt idx="238">
                  <c:v>20327</c:v>
                </c:pt>
                <c:pt idx="239">
                  <c:v>20328</c:v>
                </c:pt>
                <c:pt idx="240">
                  <c:v>20329</c:v>
                </c:pt>
                <c:pt idx="241">
                  <c:v>20330</c:v>
                </c:pt>
                <c:pt idx="242">
                  <c:v>20331</c:v>
                </c:pt>
                <c:pt idx="243">
                  <c:v>20332</c:v>
                </c:pt>
                <c:pt idx="244">
                  <c:v>20333</c:v>
                </c:pt>
                <c:pt idx="245">
                  <c:v>20334</c:v>
                </c:pt>
                <c:pt idx="246">
                  <c:v>20335</c:v>
                </c:pt>
                <c:pt idx="247">
                  <c:v>20336</c:v>
                </c:pt>
                <c:pt idx="248">
                  <c:v>20337</c:v>
                </c:pt>
                <c:pt idx="249">
                  <c:v>20338</c:v>
                </c:pt>
                <c:pt idx="250">
                  <c:v>20339</c:v>
                </c:pt>
                <c:pt idx="251">
                  <c:v>20340</c:v>
                </c:pt>
                <c:pt idx="252">
                  <c:v>20341</c:v>
                </c:pt>
                <c:pt idx="253">
                  <c:v>20342</c:v>
                </c:pt>
                <c:pt idx="254">
                  <c:v>20343</c:v>
                </c:pt>
                <c:pt idx="255">
                  <c:v>20344</c:v>
                </c:pt>
                <c:pt idx="256">
                  <c:v>20345</c:v>
                </c:pt>
                <c:pt idx="257">
                  <c:v>20346</c:v>
                </c:pt>
                <c:pt idx="258">
                  <c:v>20347</c:v>
                </c:pt>
                <c:pt idx="259">
                  <c:v>20348</c:v>
                </c:pt>
                <c:pt idx="260">
                  <c:v>20349</c:v>
                </c:pt>
                <c:pt idx="261">
                  <c:v>20350</c:v>
                </c:pt>
                <c:pt idx="262">
                  <c:v>20351</c:v>
                </c:pt>
                <c:pt idx="263">
                  <c:v>20352</c:v>
                </c:pt>
                <c:pt idx="264">
                  <c:v>20353</c:v>
                </c:pt>
                <c:pt idx="265">
                  <c:v>20354</c:v>
                </c:pt>
                <c:pt idx="266">
                  <c:v>20355</c:v>
                </c:pt>
                <c:pt idx="267">
                  <c:v>20356</c:v>
                </c:pt>
                <c:pt idx="268">
                  <c:v>20357</c:v>
                </c:pt>
                <c:pt idx="269">
                  <c:v>20358</c:v>
                </c:pt>
                <c:pt idx="270">
                  <c:v>20359</c:v>
                </c:pt>
                <c:pt idx="271">
                  <c:v>20360</c:v>
                </c:pt>
                <c:pt idx="272">
                  <c:v>20361</c:v>
                </c:pt>
                <c:pt idx="273">
                  <c:v>20362</c:v>
                </c:pt>
                <c:pt idx="274">
                  <c:v>20363</c:v>
                </c:pt>
                <c:pt idx="275">
                  <c:v>20364</c:v>
                </c:pt>
                <c:pt idx="276">
                  <c:v>20365</c:v>
                </c:pt>
                <c:pt idx="277">
                  <c:v>20366</c:v>
                </c:pt>
                <c:pt idx="278">
                  <c:v>20367</c:v>
                </c:pt>
                <c:pt idx="279">
                  <c:v>20368</c:v>
                </c:pt>
                <c:pt idx="280">
                  <c:v>20369</c:v>
                </c:pt>
                <c:pt idx="281">
                  <c:v>20370</c:v>
                </c:pt>
                <c:pt idx="282">
                  <c:v>20371</c:v>
                </c:pt>
                <c:pt idx="283">
                  <c:v>20372</c:v>
                </c:pt>
                <c:pt idx="284">
                  <c:v>20373</c:v>
                </c:pt>
                <c:pt idx="285">
                  <c:v>20374</c:v>
                </c:pt>
                <c:pt idx="286">
                  <c:v>20375</c:v>
                </c:pt>
                <c:pt idx="287">
                  <c:v>20376</c:v>
                </c:pt>
                <c:pt idx="288">
                  <c:v>20377</c:v>
                </c:pt>
                <c:pt idx="289">
                  <c:v>20378</c:v>
                </c:pt>
                <c:pt idx="290">
                  <c:v>20379</c:v>
                </c:pt>
                <c:pt idx="291">
                  <c:v>20380</c:v>
                </c:pt>
                <c:pt idx="292">
                  <c:v>20381</c:v>
                </c:pt>
                <c:pt idx="293">
                  <c:v>20382</c:v>
                </c:pt>
                <c:pt idx="294">
                  <c:v>20383</c:v>
                </c:pt>
                <c:pt idx="295">
                  <c:v>20384</c:v>
                </c:pt>
                <c:pt idx="296">
                  <c:v>20385</c:v>
                </c:pt>
                <c:pt idx="297">
                  <c:v>20386</c:v>
                </c:pt>
                <c:pt idx="298">
                  <c:v>20387</c:v>
                </c:pt>
                <c:pt idx="299">
                  <c:v>20388</c:v>
                </c:pt>
                <c:pt idx="300">
                  <c:v>20389</c:v>
                </c:pt>
                <c:pt idx="301">
                  <c:v>20390</c:v>
                </c:pt>
                <c:pt idx="302">
                  <c:v>20391</c:v>
                </c:pt>
                <c:pt idx="303">
                  <c:v>20392</c:v>
                </c:pt>
                <c:pt idx="304">
                  <c:v>20393</c:v>
                </c:pt>
                <c:pt idx="305">
                  <c:v>20394</c:v>
                </c:pt>
                <c:pt idx="306">
                  <c:v>20395</c:v>
                </c:pt>
                <c:pt idx="307">
                  <c:v>20396</c:v>
                </c:pt>
                <c:pt idx="308">
                  <c:v>20397</c:v>
                </c:pt>
                <c:pt idx="309">
                  <c:v>20398</c:v>
                </c:pt>
                <c:pt idx="310">
                  <c:v>20399</c:v>
                </c:pt>
                <c:pt idx="311">
                  <c:v>20400</c:v>
                </c:pt>
                <c:pt idx="312">
                  <c:v>20401</c:v>
                </c:pt>
                <c:pt idx="313">
                  <c:v>20402</c:v>
                </c:pt>
                <c:pt idx="314">
                  <c:v>20403</c:v>
                </c:pt>
                <c:pt idx="315">
                  <c:v>20404</c:v>
                </c:pt>
                <c:pt idx="316">
                  <c:v>20405</c:v>
                </c:pt>
                <c:pt idx="317">
                  <c:v>20406</c:v>
                </c:pt>
                <c:pt idx="318">
                  <c:v>20407</c:v>
                </c:pt>
                <c:pt idx="319">
                  <c:v>20408</c:v>
                </c:pt>
                <c:pt idx="320">
                  <c:v>20409</c:v>
                </c:pt>
                <c:pt idx="321">
                  <c:v>20410</c:v>
                </c:pt>
                <c:pt idx="322">
                  <c:v>20411</c:v>
                </c:pt>
                <c:pt idx="323">
                  <c:v>20412</c:v>
                </c:pt>
                <c:pt idx="324">
                  <c:v>20413</c:v>
                </c:pt>
                <c:pt idx="325">
                  <c:v>20414</c:v>
                </c:pt>
                <c:pt idx="326">
                  <c:v>20415</c:v>
                </c:pt>
                <c:pt idx="327">
                  <c:v>20416</c:v>
                </c:pt>
                <c:pt idx="328">
                  <c:v>20417</c:v>
                </c:pt>
                <c:pt idx="329">
                  <c:v>20418</c:v>
                </c:pt>
                <c:pt idx="330">
                  <c:v>20419</c:v>
                </c:pt>
                <c:pt idx="331">
                  <c:v>20420</c:v>
                </c:pt>
                <c:pt idx="332">
                  <c:v>20421</c:v>
                </c:pt>
                <c:pt idx="333">
                  <c:v>20422</c:v>
                </c:pt>
                <c:pt idx="334">
                  <c:v>20423</c:v>
                </c:pt>
                <c:pt idx="335">
                  <c:v>20424</c:v>
                </c:pt>
                <c:pt idx="336">
                  <c:v>20425</c:v>
                </c:pt>
                <c:pt idx="337">
                  <c:v>20426</c:v>
                </c:pt>
                <c:pt idx="338">
                  <c:v>20427</c:v>
                </c:pt>
                <c:pt idx="339">
                  <c:v>20428</c:v>
                </c:pt>
                <c:pt idx="340">
                  <c:v>20429</c:v>
                </c:pt>
                <c:pt idx="341">
                  <c:v>20430</c:v>
                </c:pt>
                <c:pt idx="342">
                  <c:v>20431</c:v>
                </c:pt>
                <c:pt idx="343">
                  <c:v>20432</c:v>
                </c:pt>
                <c:pt idx="344">
                  <c:v>20433</c:v>
                </c:pt>
                <c:pt idx="345">
                  <c:v>20434</c:v>
                </c:pt>
                <c:pt idx="346">
                  <c:v>20435</c:v>
                </c:pt>
                <c:pt idx="347">
                  <c:v>20436</c:v>
                </c:pt>
                <c:pt idx="348">
                  <c:v>20437</c:v>
                </c:pt>
                <c:pt idx="349">
                  <c:v>20438</c:v>
                </c:pt>
                <c:pt idx="350">
                  <c:v>20439</c:v>
                </c:pt>
                <c:pt idx="351">
                  <c:v>20440</c:v>
                </c:pt>
                <c:pt idx="352">
                  <c:v>20441</c:v>
                </c:pt>
                <c:pt idx="353">
                  <c:v>20442</c:v>
                </c:pt>
                <c:pt idx="354">
                  <c:v>20443</c:v>
                </c:pt>
                <c:pt idx="355">
                  <c:v>20444</c:v>
                </c:pt>
                <c:pt idx="356">
                  <c:v>20445</c:v>
                </c:pt>
                <c:pt idx="357">
                  <c:v>20446</c:v>
                </c:pt>
                <c:pt idx="358">
                  <c:v>20447</c:v>
                </c:pt>
                <c:pt idx="359">
                  <c:v>20448</c:v>
                </c:pt>
                <c:pt idx="360">
                  <c:v>20449</c:v>
                </c:pt>
                <c:pt idx="361">
                  <c:v>20450</c:v>
                </c:pt>
                <c:pt idx="362">
                  <c:v>20451</c:v>
                </c:pt>
                <c:pt idx="363">
                  <c:v>20452</c:v>
                </c:pt>
                <c:pt idx="364">
                  <c:v>20453</c:v>
                </c:pt>
              </c:numCache>
            </c:numRef>
          </c:xVal>
          <c:yVal>
            <c:numRef>
              <c:f>Sheet1!$A$2:$NA$2</c:f>
              <c:numCache>
                <c:formatCode>General</c:formatCode>
                <c:ptCount val="365"/>
                <c:pt idx="0">
                  <c:v>20322</c:v>
                </c:pt>
                <c:pt idx="1">
                  <c:v>20297</c:v>
                </c:pt>
                <c:pt idx="2">
                  <c:v>20407</c:v>
                </c:pt>
                <c:pt idx="3">
                  <c:v>20230</c:v>
                </c:pt>
                <c:pt idx="4">
                  <c:v>20169</c:v>
                </c:pt>
                <c:pt idx="5">
                  <c:v>20496</c:v>
                </c:pt>
                <c:pt idx="6">
                  <c:v>20710</c:v>
                </c:pt>
                <c:pt idx="7">
                  <c:v>20778</c:v>
                </c:pt>
                <c:pt idx="8">
                  <c:v>20577</c:v>
                </c:pt>
                <c:pt idx="9">
                  <c:v>20233</c:v>
                </c:pt>
                <c:pt idx="10">
                  <c:v>20065</c:v>
                </c:pt>
                <c:pt idx="11">
                  <c:v>19985</c:v>
                </c:pt>
                <c:pt idx="12">
                  <c:v>20240</c:v>
                </c:pt>
                <c:pt idx="13">
                  <c:v>20404</c:v>
                </c:pt>
                <c:pt idx="14">
                  <c:v>20555</c:v>
                </c:pt>
                <c:pt idx="15">
                  <c:v>20575</c:v>
                </c:pt>
                <c:pt idx="16">
                  <c:v>20647</c:v>
                </c:pt>
                <c:pt idx="17">
                  <c:v>20416</c:v>
                </c:pt>
                <c:pt idx="18">
                  <c:v>20313</c:v>
                </c:pt>
                <c:pt idx="19">
                  <c:v>20557</c:v>
                </c:pt>
                <c:pt idx="20">
                  <c:v>20625</c:v>
                </c:pt>
                <c:pt idx="21">
                  <c:v>20617</c:v>
                </c:pt>
                <c:pt idx="22">
                  <c:v>20584</c:v>
                </c:pt>
                <c:pt idx="23">
                  <c:v>20187</c:v>
                </c:pt>
                <c:pt idx="24">
                  <c:v>18813</c:v>
                </c:pt>
                <c:pt idx="25">
                  <c:v>18438</c:v>
                </c:pt>
                <c:pt idx="26">
                  <c:v>18488</c:v>
                </c:pt>
                <c:pt idx="27">
                  <c:v>18632</c:v>
                </c:pt>
                <c:pt idx="28">
                  <c:v>18821</c:v>
                </c:pt>
                <c:pt idx="29">
                  <c:v>18941</c:v>
                </c:pt>
                <c:pt idx="30">
                  <c:v>18933</c:v>
                </c:pt>
                <c:pt idx="31">
                  <c:v>18514</c:v>
                </c:pt>
                <c:pt idx="32">
                  <c:v>18127</c:v>
                </c:pt>
                <c:pt idx="33">
                  <c:v>18115</c:v>
                </c:pt>
                <c:pt idx="34">
                  <c:v>18059</c:v>
                </c:pt>
                <c:pt idx="35">
                  <c:v>17864</c:v>
                </c:pt>
                <c:pt idx="36">
                  <c:v>17677</c:v>
                </c:pt>
                <c:pt idx="37">
                  <c:v>17474</c:v>
                </c:pt>
                <c:pt idx="38">
                  <c:v>17261</c:v>
                </c:pt>
                <c:pt idx="39">
                  <c:v>17224</c:v>
                </c:pt>
                <c:pt idx="40">
                  <c:v>17377</c:v>
                </c:pt>
                <c:pt idx="41">
                  <c:v>17391</c:v>
                </c:pt>
                <c:pt idx="42">
                  <c:v>17396</c:v>
                </c:pt>
                <c:pt idx="43">
                  <c:v>17359</c:v>
                </c:pt>
                <c:pt idx="44">
                  <c:v>17032</c:v>
                </c:pt>
                <c:pt idx="45">
                  <c:v>16697</c:v>
                </c:pt>
                <c:pt idx="46">
                  <c:v>16457</c:v>
                </c:pt>
                <c:pt idx="47">
                  <c:v>16554</c:v>
                </c:pt>
                <c:pt idx="48">
                  <c:v>16545</c:v>
                </c:pt>
                <c:pt idx="49">
                  <c:v>16319</c:v>
                </c:pt>
                <c:pt idx="50">
                  <c:v>16131</c:v>
                </c:pt>
                <c:pt idx="51">
                  <c:v>15804</c:v>
                </c:pt>
                <c:pt idx="52">
                  <c:v>15152</c:v>
                </c:pt>
                <c:pt idx="53">
                  <c:v>14896</c:v>
                </c:pt>
                <c:pt idx="54">
                  <c:v>14999</c:v>
                </c:pt>
                <c:pt idx="55">
                  <c:v>15165</c:v>
                </c:pt>
                <c:pt idx="56">
                  <c:v>15162</c:v>
                </c:pt>
                <c:pt idx="57">
                  <c:v>15089</c:v>
                </c:pt>
                <c:pt idx="58">
                  <c:v>14764</c:v>
                </c:pt>
                <c:pt idx="59">
                  <c:v>14572</c:v>
                </c:pt>
                <c:pt idx="60">
                  <c:v>14519</c:v>
                </c:pt>
                <c:pt idx="61">
                  <c:v>14758</c:v>
                </c:pt>
                <c:pt idx="62">
                  <c:v>15087</c:v>
                </c:pt>
                <c:pt idx="63">
                  <c:v>15218</c:v>
                </c:pt>
                <c:pt idx="64">
                  <c:v>15448</c:v>
                </c:pt>
                <c:pt idx="65">
                  <c:v>15394</c:v>
                </c:pt>
                <c:pt idx="66">
                  <c:v>15128</c:v>
                </c:pt>
                <c:pt idx="67">
                  <c:v>14984</c:v>
                </c:pt>
                <c:pt idx="68">
                  <c:v>15190</c:v>
                </c:pt>
                <c:pt idx="69">
                  <c:v>15265</c:v>
                </c:pt>
                <c:pt idx="70">
                  <c:v>15312</c:v>
                </c:pt>
                <c:pt idx="71">
                  <c:v>15367</c:v>
                </c:pt>
                <c:pt idx="72">
                  <c:v>15095</c:v>
                </c:pt>
                <c:pt idx="73">
                  <c:v>14833</c:v>
                </c:pt>
                <c:pt idx="74">
                  <c:v>15262</c:v>
                </c:pt>
                <c:pt idx="75">
                  <c:v>15611</c:v>
                </c:pt>
                <c:pt idx="76">
                  <c:v>15833</c:v>
                </c:pt>
                <c:pt idx="77">
                  <c:v>16074</c:v>
                </c:pt>
                <c:pt idx="78">
                  <c:v>16139</c:v>
                </c:pt>
                <c:pt idx="79">
                  <c:v>16156</c:v>
                </c:pt>
                <c:pt idx="80">
                  <c:v>16161</c:v>
                </c:pt>
                <c:pt idx="81">
                  <c:v>16256</c:v>
                </c:pt>
                <c:pt idx="82">
                  <c:v>16507</c:v>
                </c:pt>
                <c:pt idx="83">
                  <c:v>16697</c:v>
                </c:pt>
                <c:pt idx="84">
                  <c:v>16714</c:v>
                </c:pt>
                <c:pt idx="85">
                  <c:v>16537</c:v>
                </c:pt>
                <c:pt idx="86">
                  <c:v>16445</c:v>
                </c:pt>
                <c:pt idx="87">
                  <c:v>16250</c:v>
                </c:pt>
                <c:pt idx="88">
                  <c:v>16076</c:v>
                </c:pt>
                <c:pt idx="89">
                  <c:v>15969</c:v>
                </c:pt>
                <c:pt idx="90">
                  <c:v>15884</c:v>
                </c:pt>
                <c:pt idx="91">
                  <c:v>15909</c:v>
                </c:pt>
                <c:pt idx="92">
                  <c:v>15724</c:v>
                </c:pt>
                <c:pt idx="93">
                  <c:v>15540</c:v>
                </c:pt>
                <c:pt idx="94">
                  <c:v>15175</c:v>
                </c:pt>
                <c:pt idx="95">
                  <c:v>14984</c:v>
                </c:pt>
                <c:pt idx="96">
                  <c:v>15102</c:v>
                </c:pt>
                <c:pt idx="97">
                  <c:v>15218</c:v>
                </c:pt>
                <c:pt idx="98">
                  <c:v>15180</c:v>
                </c:pt>
                <c:pt idx="99">
                  <c:v>15102</c:v>
                </c:pt>
                <c:pt idx="100">
                  <c:v>14918</c:v>
                </c:pt>
                <c:pt idx="101">
                  <c:v>14663</c:v>
                </c:pt>
                <c:pt idx="102">
                  <c:v>14522</c:v>
                </c:pt>
                <c:pt idx="103">
                  <c:v>14697</c:v>
                </c:pt>
                <c:pt idx="104">
                  <c:v>14393</c:v>
                </c:pt>
                <c:pt idx="105">
                  <c:v>14189</c:v>
                </c:pt>
                <c:pt idx="106">
                  <c:v>14056</c:v>
                </c:pt>
                <c:pt idx="107">
                  <c:v>13744</c:v>
                </c:pt>
                <c:pt idx="108">
                  <c:v>13397</c:v>
                </c:pt>
                <c:pt idx="109">
                  <c:v>13207</c:v>
                </c:pt>
                <c:pt idx="110">
                  <c:v>13345</c:v>
                </c:pt>
                <c:pt idx="111">
                  <c:v>13421</c:v>
                </c:pt>
                <c:pt idx="112">
                  <c:v>13244</c:v>
                </c:pt>
                <c:pt idx="113">
                  <c:v>13229</c:v>
                </c:pt>
                <c:pt idx="114">
                  <c:v>13164</c:v>
                </c:pt>
                <c:pt idx="115">
                  <c:v>13056</c:v>
                </c:pt>
                <c:pt idx="116">
                  <c:v>13002</c:v>
                </c:pt>
                <c:pt idx="117">
                  <c:v>13113</c:v>
                </c:pt>
                <c:pt idx="118">
                  <c:v>13257</c:v>
                </c:pt>
                <c:pt idx="119">
                  <c:v>13563</c:v>
                </c:pt>
                <c:pt idx="120">
                  <c:v>13722</c:v>
                </c:pt>
                <c:pt idx="121">
                  <c:v>13975</c:v>
                </c:pt>
                <c:pt idx="122">
                  <c:v>13932</c:v>
                </c:pt>
                <c:pt idx="123">
                  <c:v>13895</c:v>
                </c:pt>
                <c:pt idx="124">
                  <c:v>14038</c:v>
                </c:pt>
                <c:pt idx="125">
                  <c:v>14147</c:v>
                </c:pt>
                <c:pt idx="126">
                  <c:v>14075</c:v>
                </c:pt>
                <c:pt idx="127">
                  <c:v>13915</c:v>
                </c:pt>
                <c:pt idx="128">
                  <c:v>13711</c:v>
                </c:pt>
                <c:pt idx="129">
                  <c:v>13489</c:v>
                </c:pt>
                <c:pt idx="130">
                  <c:v>13292</c:v>
                </c:pt>
                <c:pt idx="131">
                  <c:v>13452</c:v>
                </c:pt>
                <c:pt idx="132">
                  <c:v>13641</c:v>
                </c:pt>
                <c:pt idx="133">
                  <c:v>13576</c:v>
                </c:pt>
                <c:pt idx="134">
                  <c:v>13484</c:v>
                </c:pt>
                <c:pt idx="135">
                  <c:v>13521</c:v>
                </c:pt>
                <c:pt idx="136">
                  <c:v>13399</c:v>
                </c:pt>
                <c:pt idx="137">
                  <c:v>13372</c:v>
                </c:pt>
                <c:pt idx="138">
                  <c:v>13445</c:v>
                </c:pt>
                <c:pt idx="139">
                  <c:v>13550</c:v>
                </c:pt>
                <c:pt idx="140">
                  <c:v>13507</c:v>
                </c:pt>
                <c:pt idx="141">
                  <c:v>13550</c:v>
                </c:pt>
                <c:pt idx="142">
                  <c:v>13607</c:v>
                </c:pt>
                <c:pt idx="143">
                  <c:v>13402</c:v>
                </c:pt>
                <c:pt idx="144">
                  <c:v>13273</c:v>
                </c:pt>
                <c:pt idx="145">
                  <c:v>13429</c:v>
                </c:pt>
                <c:pt idx="146">
                  <c:v>13568</c:v>
                </c:pt>
                <c:pt idx="147">
                  <c:v>13743</c:v>
                </c:pt>
                <c:pt idx="148">
                  <c:v>13860</c:v>
                </c:pt>
                <c:pt idx="149">
                  <c:v>13730</c:v>
                </c:pt>
                <c:pt idx="150">
                  <c:v>13600</c:v>
                </c:pt>
                <c:pt idx="151">
                  <c:v>13028</c:v>
                </c:pt>
                <c:pt idx="152">
                  <c:v>13038</c:v>
                </c:pt>
                <c:pt idx="153">
                  <c:v>12956</c:v>
                </c:pt>
                <c:pt idx="154">
                  <c:v>12815</c:v>
                </c:pt>
                <c:pt idx="155">
                  <c:v>12637</c:v>
                </c:pt>
                <c:pt idx="156">
                  <c:v>12443</c:v>
                </c:pt>
                <c:pt idx="157">
                  <c:v>12260</c:v>
                </c:pt>
                <c:pt idx="158">
                  <c:v>12128</c:v>
                </c:pt>
                <c:pt idx="159">
                  <c:v>13029</c:v>
                </c:pt>
                <c:pt idx="160">
                  <c:v>13456</c:v>
                </c:pt>
                <c:pt idx="161">
                  <c:v>13507</c:v>
                </c:pt>
                <c:pt idx="162">
                  <c:v>13464</c:v>
                </c:pt>
                <c:pt idx="163">
                  <c:v>13439</c:v>
                </c:pt>
                <c:pt idx="164">
                  <c:v>13498</c:v>
                </c:pt>
                <c:pt idx="165">
                  <c:v>13566</c:v>
                </c:pt>
                <c:pt idx="166">
                  <c:v>13776</c:v>
                </c:pt>
                <c:pt idx="167">
                  <c:v>14111</c:v>
                </c:pt>
                <c:pt idx="168">
                  <c:v>14605</c:v>
                </c:pt>
                <c:pt idx="169">
                  <c:v>14640</c:v>
                </c:pt>
                <c:pt idx="170">
                  <c:v>15155</c:v>
                </c:pt>
                <c:pt idx="171">
                  <c:v>14831</c:v>
                </c:pt>
                <c:pt idx="172">
                  <c:v>15038</c:v>
                </c:pt>
                <c:pt idx="173">
                  <c:v>15365</c:v>
                </c:pt>
                <c:pt idx="174">
                  <c:v>15605</c:v>
                </c:pt>
                <c:pt idx="175">
                  <c:v>16108</c:v>
                </c:pt>
                <c:pt idx="176">
                  <c:v>16076</c:v>
                </c:pt>
                <c:pt idx="177">
                  <c:v>15961</c:v>
                </c:pt>
                <c:pt idx="178">
                  <c:v>15954</c:v>
                </c:pt>
                <c:pt idx="179">
                  <c:v>16325</c:v>
                </c:pt>
                <c:pt idx="180">
                  <c:v>16896</c:v>
                </c:pt>
                <c:pt idx="181">
                  <c:v>17092</c:v>
                </c:pt>
                <c:pt idx="182">
                  <c:v>17368</c:v>
                </c:pt>
                <c:pt idx="183">
                  <c:v>17535</c:v>
                </c:pt>
                <c:pt idx="184">
                  <c:v>17493</c:v>
                </c:pt>
                <c:pt idx="185">
                  <c:v>17553</c:v>
                </c:pt>
                <c:pt idx="186">
                  <c:v>17641</c:v>
                </c:pt>
                <c:pt idx="187">
                  <c:v>17819</c:v>
                </c:pt>
                <c:pt idx="188">
                  <c:v>18021</c:v>
                </c:pt>
                <c:pt idx="189">
                  <c:v>17283</c:v>
                </c:pt>
                <c:pt idx="190">
                  <c:v>16984</c:v>
                </c:pt>
                <c:pt idx="191">
                  <c:v>16835</c:v>
                </c:pt>
                <c:pt idx="192">
                  <c:v>16651</c:v>
                </c:pt>
                <c:pt idx="193">
                  <c:v>16502</c:v>
                </c:pt>
                <c:pt idx="194">
                  <c:v>16471</c:v>
                </c:pt>
                <c:pt idx="195">
                  <c:v>16202</c:v>
                </c:pt>
                <c:pt idx="196">
                  <c:v>16062</c:v>
                </c:pt>
                <c:pt idx="197">
                  <c:v>15808</c:v>
                </c:pt>
                <c:pt idx="198">
                  <c:v>15516</c:v>
                </c:pt>
                <c:pt idx="199">
                  <c:v>15357</c:v>
                </c:pt>
                <c:pt idx="200">
                  <c:v>14835</c:v>
                </c:pt>
                <c:pt idx="201">
                  <c:v>15013</c:v>
                </c:pt>
                <c:pt idx="202">
                  <c:v>14992</c:v>
                </c:pt>
                <c:pt idx="203">
                  <c:v>14884</c:v>
                </c:pt>
                <c:pt idx="204">
                  <c:v>14865</c:v>
                </c:pt>
                <c:pt idx="205">
                  <c:v>14518</c:v>
                </c:pt>
                <c:pt idx="206">
                  <c:v>14554</c:v>
                </c:pt>
                <c:pt idx="207">
                  <c:v>14794</c:v>
                </c:pt>
                <c:pt idx="208">
                  <c:v>14853</c:v>
                </c:pt>
                <c:pt idx="209">
                  <c:v>14629</c:v>
                </c:pt>
                <c:pt idx="210">
                  <c:v>14517</c:v>
                </c:pt>
                <c:pt idx="211">
                  <c:v>14583</c:v>
                </c:pt>
                <c:pt idx="212">
                  <c:v>14346</c:v>
                </c:pt>
                <c:pt idx="213">
                  <c:v>14196</c:v>
                </c:pt>
                <c:pt idx="214">
                  <c:v>14146</c:v>
                </c:pt>
                <c:pt idx="215">
                  <c:v>14228</c:v>
                </c:pt>
                <c:pt idx="216">
                  <c:v>14487</c:v>
                </c:pt>
                <c:pt idx="217">
                  <c:v>14527</c:v>
                </c:pt>
                <c:pt idx="218">
                  <c:v>14643</c:v>
                </c:pt>
                <c:pt idx="219">
                  <c:v>14613</c:v>
                </c:pt>
                <c:pt idx="220">
                  <c:v>14474</c:v>
                </c:pt>
                <c:pt idx="221">
                  <c:v>14379</c:v>
                </c:pt>
                <c:pt idx="222">
                  <c:v>14537</c:v>
                </c:pt>
                <c:pt idx="223">
                  <c:v>14668</c:v>
                </c:pt>
                <c:pt idx="224">
                  <c:v>14553</c:v>
                </c:pt>
                <c:pt idx="225">
                  <c:v>14625</c:v>
                </c:pt>
                <c:pt idx="226">
                  <c:v>14678</c:v>
                </c:pt>
                <c:pt idx="227">
                  <c:v>14586</c:v>
                </c:pt>
                <c:pt idx="228">
                  <c:v>14468</c:v>
                </c:pt>
                <c:pt idx="229">
                  <c:v>14641</c:v>
                </c:pt>
                <c:pt idx="230">
                  <c:v>14664</c:v>
                </c:pt>
                <c:pt idx="231">
                  <c:v>14719</c:v>
                </c:pt>
                <c:pt idx="232">
                  <c:v>14916</c:v>
                </c:pt>
                <c:pt idx="233">
                  <c:v>15187</c:v>
                </c:pt>
                <c:pt idx="234">
                  <c:v>15590</c:v>
                </c:pt>
                <c:pt idx="235">
                  <c:v>15680</c:v>
                </c:pt>
                <c:pt idx="236">
                  <c:v>15916</c:v>
                </c:pt>
                <c:pt idx="237">
                  <c:v>15889</c:v>
                </c:pt>
                <c:pt idx="238">
                  <c:v>15874</c:v>
                </c:pt>
                <c:pt idx="239">
                  <c:v>15898</c:v>
                </c:pt>
                <c:pt idx="240">
                  <c:v>15717</c:v>
                </c:pt>
                <c:pt idx="241">
                  <c:v>15592</c:v>
                </c:pt>
                <c:pt idx="242">
                  <c:v>15466</c:v>
                </c:pt>
                <c:pt idx="243">
                  <c:v>15461</c:v>
                </c:pt>
                <c:pt idx="244">
                  <c:v>15592</c:v>
                </c:pt>
                <c:pt idx="245">
                  <c:v>15636</c:v>
                </c:pt>
                <c:pt idx="246">
                  <c:v>15435</c:v>
                </c:pt>
                <c:pt idx="247">
                  <c:v>15474</c:v>
                </c:pt>
                <c:pt idx="248">
                  <c:v>15338</c:v>
                </c:pt>
                <c:pt idx="249">
                  <c:v>15220</c:v>
                </c:pt>
                <c:pt idx="250">
                  <c:v>15456</c:v>
                </c:pt>
                <c:pt idx="251">
                  <c:v>15837</c:v>
                </c:pt>
                <c:pt idx="252">
                  <c:v>16002</c:v>
                </c:pt>
                <c:pt idx="253">
                  <c:v>16076</c:v>
                </c:pt>
                <c:pt idx="254">
                  <c:v>16158</c:v>
                </c:pt>
                <c:pt idx="255">
                  <c:v>16497</c:v>
                </c:pt>
                <c:pt idx="256">
                  <c:v>16865</c:v>
                </c:pt>
                <c:pt idx="257">
                  <c:v>17182</c:v>
                </c:pt>
                <c:pt idx="258">
                  <c:v>17410</c:v>
                </c:pt>
                <c:pt idx="259">
                  <c:v>17534</c:v>
                </c:pt>
                <c:pt idx="260">
                  <c:v>17456</c:v>
                </c:pt>
                <c:pt idx="261">
                  <c:v>17300</c:v>
                </c:pt>
                <c:pt idx="262">
                  <c:v>16876</c:v>
                </c:pt>
                <c:pt idx="263">
                  <c:v>16513</c:v>
                </c:pt>
                <c:pt idx="264">
                  <c:v>16270</c:v>
                </c:pt>
                <c:pt idx="265">
                  <c:v>16352</c:v>
                </c:pt>
                <c:pt idx="266">
                  <c:v>16326</c:v>
                </c:pt>
                <c:pt idx="267">
                  <c:v>16665</c:v>
                </c:pt>
                <c:pt idx="268">
                  <c:v>16877</c:v>
                </c:pt>
                <c:pt idx="269">
                  <c:v>16674</c:v>
                </c:pt>
                <c:pt idx="270">
                  <c:v>16638</c:v>
                </c:pt>
                <c:pt idx="271">
                  <c:v>17208</c:v>
                </c:pt>
                <c:pt idx="272">
                  <c:v>17642</c:v>
                </c:pt>
                <c:pt idx="273">
                  <c:v>17975</c:v>
                </c:pt>
                <c:pt idx="274">
                  <c:v>18161</c:v>
                </c:pt>
                <c:pt idx="275">
                  <c:v>18335</c:v>
                </c:pt>
                <c:pt idx="276">
                  <c:v>18417</c:v>
                </c:pt>
                <c:pt idx="277">
                  <c:v>18346</c:v>
                </c:pt>
                <c:pt idx="278">
                  <c:v>18700</c:v>
                </c:pt>
                <c:pt idx="279">
                  <c:v>19110</c:v>
                </c:pt>
                <c:pt idx="280">
                  <c:v>19261</c:v>
                </c:pt>
                <c:pt idx="281">
                  <c:v>19398</c:v>
                </c:pt>
                <c:pt idx="282">
                  <c:v>19511</c:v>
                </c:pt>
                <c:pt idx="283">
                  <c:v>19496</c:v>
                </c:pt>
                <c:pt idx="284">
                  <c:v>19562</c:v>
                </c:pt>
                <c:pt idx="285">
                  <c:v>19480</c:v>
                </c:pt>
                <c:pt idx="286">
                  <c:v>19459</c:v>
                </c:pt>
                <c:pt idx="287">
                  <c:v>19517</c:v>
                </c:pt>
                <c:pt idx="288">
                  <c:v>19522</c:v>
                </c:pt>
                <c:pt idx="289">
                  <c:v>19622</c:v>
                </c:pt>
                <c:pt idx="290">
                  <c:v>19758</c:v>
                </c:pt>
                <c:pt idx="291">
                  <c:v>19999</c:v>
                </c:pt>
                <c:pt idx="292">
                  <c:v>20329</c:v>
                </c:pt>
                <c:pt idx="293">
                  <c:v>20623</c:v>
                </c:pt>
                <c:pt idx="294">
                  <c:v>20640</c:v>
                </c:pt>
                <c:pt idx="295">
                  <c:v>20420</c:v>
                </c:pt>
                <c:pt idx="296">
                  <c:v>20179</c:v>
                </c:pt>
                <c:pt idx="297">
                  <c:v>19811</c:v>
                </c:pt>
                <c:pt idx="298">
                  <c:v>19632</c:v>
                </c:pt>
                <c:pt idx="299">
                  <c:v>19795</c:v>
                </c:pt>
                <c:pt idx="300">
                  <c:v>19805</c:v>
                </c:pt>
                <c:pt idx="301">
                  <c:v>19456</c:v>
                </c:pt>
                <c:pt idx="302">
                  <c:v>19704</c:v>
                </c:pt>
                <c:pt idx="303">
                  <c:v>20309</c:v>
                </c:pt>
                <c:pt idx="304">
                  <c:v>20557</c:v>
                </c:pt>
                <c:pt idx="305">
                  <c:v>20413</c:v>
                </c:pt>
                <c:pt idx="306">
                  <c:v>20480</c:v>
                </c:pt>
                <c:pt idx="307">
                  <c:v>20678</c:v>
                </c:pt>
                <c:pt idx="308">
                  <c:v>20763</c:v>
                </c:pt>
                <c:pt idx="309">
                  <c:v>20849</c:v>
                </c:pt>
                <c:pt idx="310">
                  <c:v>21126</c:v>
                </c:pt>
                <c:pt idx="311">
                  <c:v>20854</c:v>
                </c:pt>
                <c:pt idx="312">
                  <c:v>20940</c:v>
                </c:pt>
                <c:pt idx="313">
                  <c:v>21104</c:v>
                </c:pt>
                <c:pt idx="314">
                  <c:v>21165</c:v>
                </c:pt>
                <c:pt idx="315">
                  <c:v>21800</c:v>
                </c:pt>
                <c:pt idx="316">
                  <c:v>22006</c:v>
                </c:pt>
                <c:pt idx="317">
                  <c:v>22300</c:v>
                </c:pt>
                <c:pt idx="318">
                  <c:v>22334</c:v>
                </c:pt>
                <c:pt idx="319">
                  <c:v>22133</c:v>
                </c:pt>
                <c:pt idx="320">
                  <c:v>22111</c:v>
                </c:pt>
                <c:pt idx="321">
                  <c:v>22221</c:v>
                </c:pt>
                <c:pt idx="322">
                  <c:v>22182</c:v>
                </c:pt>
                <c:pt idx="323">
                  <c:v>22071</c:v>
                </c:pt>
                <c:pt idx="324">
                  <c:v>22003</c:v>
                </c:pt>
                <c:pt idx="325">
                  <c:v>22038</c:v>
                </c:pt>
                <c:pt idx="326">
                  <c:v>22017</c:v>
                </c:pt>
                <c:pt idx="327">
                  <c:v>21985</c:v>
                </c:pt>
                <c:pt idx="328">
                  <c:v>22217</c:v>
                </c:pt>
                <c:pt idx="329">
                  <c:v>22248</c:v>
                </c:pt>
                <c:pt idx="330">
                  <c:v>22643</c:v>
                </c:pt>
                <c:pt idx="331">
                  <c:v>22625</c:v>
                </c:pt>
                <c:pt idx="332">
                  <c:v>25128</c:v>
                </c:pt>
                <c:pt idx="333">
                  <c:v>61273</c:v>
                </c:pt>
                <c:pt idx="334">
                  <c:v>74515</c:v>
                </c:pt>
                <c:pt idx="335">
                  <c:v>76510</c:v>
                </c:pt>
                <c:pt idx="336">
                  <c:v>77250</c:v>
                </c:pt>
                <c:pt idx="337">
                  <c:v>77947</c:v>
                </c:pt>
                <c:pt idx="338">
                  <c:v>78070</c:v>
                </c:pt>
                <c:pt idx="339">
                  <c:v>78047</c:v>
                </c:pt>
                <c:pt idx="340">
                  <c:v>77834</c:v>
                </c:pt>
                <c:pt idx="341">
                  <c:v>78177</c:v>
                </c:pt>
                <c:pt idx="342">
                  <c:v>78305</c:v>
                </c:pt>
                <c:pt idx="343">
                  <c:v>78858</c:v>
                </c:pt>
                <c:pt idx="344">
                  <c:v>79371</c:v>
                </c:pt>
                <c:pt idx="345">
                  <c:v>78862</c:v>
                </c:pt>
                <c:pt idx="346">
                  <c:v>78675</c:v>
                </c:pt>
                <c:pt idx="347">
                  <c:v>78265</c:v>
                </c:pt>
                <c:pt idx="348">
                  <c:v>78329</c:v>
                </c:pt>
                <c:pt idx="349">
                  <c:v>79023</c:v>
                </c:pt>
                <c:pt idx="350">
                  <c:v>80633</c:v>
                </c:pt>
                <c:pt idx="351">
                  <c:v>81989</c:v>
                </c:pt>
                <c:pt idx="352">
                  <c:v>82366</c:v>
                </c:pt>
                <c:pt idx="353">
                  <c:v>83465</c:v>
                </c:pt>
                <c:pt idx="354">
                  <c:v>83976</c:v>
                </c:pt>
                <c:pt idx="355">
                  <c:v>84819</c:v>
                </c:pt>
                <c:pt idx="356">
                  <c:v>85925</c:v>
                </c:pt>
                <c:pt idx="357">
                  <c:v>86982</c:v>
                </c:pt>
                <c:pt idx="358">
                  <c:v>88476</c:v>
                </c:pt>
                <c:pt idx="359">
                  <c:v>89975</c:v>
                </c:pt>
                <c:pt idx="360">
                  <c:v>91423</c:v>
                </c:pt>
                <c:pt idx="361">
                  <c:v>93669</c:v>
                </c:pt>
                <c:pt idx="362">
                  <c:v>92829</c:v>
                </c:pt>
                <c:pt idx="363">
                  <c:v>57392</c:v>
                </c:pt>
                <c:pt idx="364">
                  <c:v>45458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BC9-4637-BF40-41A382F9F35D}"/>
            </c:ext>
          </c:extLst>
        </c:ser>
        <c:ser>
          <c:idx val="1"/>
          <c:order val="1"/>
          <c:spPr>
            <a:ln w="38100" cmpd="sng" algn="ctr">
              <a:solidFill>
                <a:srgbClr val="364D6E"/>
              </a:solidFill>
              <a:prstDash val="solid"/>
            </a:ln>
          </c:spPr>
          <c:marker>
            <c:symbol val="none"/>
          </c:marker>
          <c:xVal>
            <c:numRef>
              <c:f>Sheet1!$A$1:$NA$1</c:f>
              <c:numCache>
                <c:formatCode>General</c:formatCode>
                <c:ptCount val="365"/>
                <c:pt idx="0">
                  <c:v>20089</c:v>
                </c:pt>
                <c:pt idx="1">
                  <c:v>20090</c:v>
                </c:pt>
                <c:pt idx="2">
                  <c:v>20091</c:v>
                </c:pt>
                <c:pt idx="3">
                  <c:v>20092</c:v>
                </c:pt>
                <c:pt idx="4">
                  <c:v>20093</c:v>
                </c:pt>
                <c:pt idx="5">
                  <c:v>20094</c:v>
                </c:pt>
                <c:pt idx="6">
                  <c:v>20095</c:v>
                </c:pt>
                <c:pt idx="7">
                  <c:v>20096</c:v>
                </c:pt>
                <c:pt idx="8">
                  <c:v>20097</c:v>
                </c:pt>
                <c:pt idx="9">
                  <c:v>20098</c:v>
                </c:pt>
                <c:pt idx="10">
                  <c:v>20099</c:v>
                </c:pt>
                <c:pt idx="11">
                  <c:v>20100</c:v>
                </c:pt>
                <c:pt idx="12">
                  <c:v>20101</c:v>
                </c:pt>
                <c:pt idx="13">
                  <c:v>20102</c:v>
                </c:pt>
                <c:pt idx="14">
                  <c:v>20103</c:v>
                </c:pt>
                <c:pt idx="15">
                  <c:v>20104</c:v>
                </c:pt>
                <c:pt idx="16">
                  <c:v>20105</c:v>
                </c:pt>
                <c:pt idx="17">
                  <c:v>20106</c:v>
                </c:pt>
                <c:pt idx="18">
                  <c:v>20107</c:v>
                </c:pt>
                <c:pt idx="19">
                  <c:v>20108</c:v>
                </c:pt>
                <c:pt idx="20">
                  <c:v>20109</c:v>
                </c:pt>
                <c:pt idx="21">
                  <c:v>20110</c:v>
                </c:pt>
                <c:pt idx="22">
                  <c:v>20111</c:v>
                </c:pt>
                <c:pt idx="23">
                  <c:v>20112</c:v>
                </c:pt>
                <c:pt idx="24">
                  <c:v>20113</c:v>
                </c:pt>
                <c:pt idx="25">
                  <c:v>20114</c:v>
                </c:pt>
                <c:pt idx="26">
                  <c:v>20115</c:v>
                </c:pt>
                <c:pt idx="27">
                  <c:v>20116</c:v>
                </c:pt>
                <c:pt idx="28">
                  <c:v>20117</c:v>
                </c:pt>
                <c:pt idx="29">
                  <c:v>20118</c:v>
                </c:pt>
                <c:pt idx="30">
                  <c:v>20119</c:v>
                </c:pt>
                <c:pt idx="31">
                  <c:v>20120</c:v>
                </c:pt>
                <c:pt idx="32">
                  <c:v>20121</c:v>
                </c:pt>
                <c:pt idx="33">
                  <c:v>20122</c:v>
                </c:pt>
                <c:pt idx="34">
                  <c:v>20123</c:v>
                </c:pt>
                <c:pt idx="35">
                  <c:v>20124</c:v>
                </c:pt>
                <c:pt idx="36">
                  <c:v>20125</c:v>
                </c:pt>
                <c:pt idx="37">
                  <c:v>20126</c:v>
                </c:pt>
                <c:pt idx="38">
                  <c:v>20127</c:v>
                </c:pt>
                <c:pt idx="39">
                  <c:v>20128</c:v>
                </c:pt>
                <c:pt idx="40">
                  <c:v>20129</c:v>
                </c:pt>
                <c:pt idx="41">
                  <c:v>20130</c:v>
                </c:pt>
                <c:pt idx="42">
                  <c:v>20131</c:v>
                </c:pt>
                <c:pt idx="43">
                  <c:v>20132</c:v>
                </c:pt>
                <c:pt idx="44">
                  <c:v>20133</c:v>
                </c:pt>
                <c:pt idx="45">
                  <c:v>20134</c:v>
                </c:pt>
                <c:pt idx="46">
                  <c:v>20135</c:v>
                </c:pt>
                <c:pt idx="47">
                  <c:v>20136</c:v>
                </c:pt>
                <c:pt idx="48">
                  <c:v>20137</c:v>
                </c:pt>
                <c:pt idx="49">
                  <c:v>20138</c:v>
                </c:pt>
                <c:pt idx="50">
                  <c:v>20139</c:v>
                </c:pt>
                <c:pt idx="51">
                  <c:v>20140</c:v>
                </c:pt>
                <c:pt idx="52">
                  <c:v>20141</c:v>
                </c:pt>
                <c:pt idx="53">
                  <c:v>20142</c:v>
                </c:pt>
                <c:pt idx="54">
                  <c:v>20143</c:v>
                </c:pt>
                <c:pt idx="55">
                  <c:v>20144</c:v>
                </c:pt>
                <c:pt idx="56">
                  <c:v>20145</c:v>
                </c:pt>
                <c:pt idx="57">
                  <c:v>20146</c:v>
                </c:pt>
                <c:pt idx="58">
                  <c:v>20147</c:v>
                </c:pt>
                <c:pt idx="59">
                  <c:v>20148</c:v>
                </c:pt>
                <c:pt idx="60">
                  <c:v>20149</c:v>
                </c:pt>
                <c:pt idx="61">
                  <c:v>20150</c:v>
                </c:pt>
                <c:pt idx="62">
                  <c:v>20151</c:v>
                </c:pt>
                <c:pt idx="63">
                  <c:v>20152</c:v>
                </c:pt>
                <c:pt idx="64">
                  <c:v>20153</c:v>
                </c:pt>
                <c:pt idx="65">
                  <c:v>20154</c:v>
                </c:pt>
                <c:pt idx="66">
                  <c:v>20155</c:v>
                </c:pt>
                <c:pt idx="67">
                  <c:v>20156</c:v>
                </c:pt>
                <c:pt idx="68">
                  <c:v>20157</c:v>
                </c:pt>
                <c:pt idx="69">
                  <c:v>20158</c:v>
                </c:pt>
                <c:pt idx="70">
                  <c:v>20159</c:v>
                </c:pt>
                <c:pt idx="71">
                  <c:v>20160</c:v>
                </c:pt>
                <c:pt idx="72">
                  <c:v>20161</c:v>
                </c:pt>
                <c:pt idx="73">
                  <c:v>20162</c:v>
                </c:pt>
                <c:pt idx="74">
                  <c:v>20163</c:v>
                </c:pt>
                <c:pt idx="75">
                  <c:v>20164</c:v>
                </c:pt>
                <c:pt idx="76">
                  <c:v>20165</c:v>
                </c:pt>
                <c:pt idx="77">
                  <c:v>20166</c:v>
                </c:pt>
                <c:pt idx="78">
                  <c:v>20167</c:v>
                </c:pt>
                <c:pt idx="79">
                  <c:v>20168</c:v>
                </c:pt>
                <c:pt idx="80">
                  <c:v>20169</c:v>
                </c:pt>
                <c:pt idx="81">
                  <c:v>20170</c:v>
                </c:pt>
                <c:pt idx="82">
                  <c:v>20171</c:v>
                </c:pt>
                <c:pt idx="83">
                  <c:v>20172</c:v>
                </c:pt>
                <c:pt idx="84">
                  <c:v>20173</c:v>
                </c:pt>
                <c:pt idx="85">
                  <c:v>20174</c:v>
                </c:pt>
                <c:pt idx="86">
                  <c:v>20175</c:v>
                </c:pt>
                <c:pt idx="87">
                  <c:v>20176</c:v>
                </c:pt>
                <c:pt idx="88">
                  <c:v>20177</c:v>
                </c:pt>
                <c:pt idx="89">
                  <c:v>20178</c:v>
                </c:pt>
                <c:pt idx="90">
                  <c:v>20179</c:v>
                </c:pt>
                <c:pt idx="91">
                  <c:v>20180</c:v>
                </c:pt>
                <c:pt idx="92">
                  <c:v>20181</c:v>
                </c:pt>
                <c:pt idx="93">
                  <c:v>20182</c:v>
                </c:pt>
                <c:pt idx="94">
                  <c:v>20183</c:v>
                </c:pt>
                <c:pt idx="95">
                  <c:v>20184</c:v>
                </c:pt>
                <c:pt idx="96">
                  <c:v>20185</c:v>
                </c:pt>
                <c:pt idx="97">
                  <c:v>20186</c:v>
                </c:pt>
                <c:pt idx="98">
                  <c:v>20187</c:v>
                </c:pt>
                <c:pt idx="99">
                  <c:v>20188</c:v>
                </c:pt>
                <c:pt idx="100">
                  <c:v>20189</c:v>
                </c:pt>
                <c:pt idx="101">
                  <c:v>20190</c:v>
                </c:pt>
                <c:pt idx="102">
                  <c:v>20191</c:v>
                </c:pt>
                <c:pt idx="103">
                  <c:v>20192</c:v>
                </c:pt>
                <c:pt idx="104">
                  <c:v>20193</c:v>
                </c:pt>
                <c:pt idx="105">
                  <c:v>20194</c:v>
                </c:pt>
                <c:pt idx="106">
                  <c:v>20195</c:v>
                </c:pt>
                <c:pt idx="107">
                  <c:v>20196</c:v>
                </c:pt>
                <c:pt idx="108">
                  <c:v>20197</c:v>
                </c:pt>
                <c:pt idx="109">
                  <c:v>20198</c:v>
                </c:pt>
                <c:pt idx="110">
                  <c:v>20199</c:v>
                </c:pt>
                <c:pt idx="111">
                  <c:v>20200</c:v>
                </c:pt>
                <c:pt idx="112">
                  <c:v>20201</c:v>
                </c:pt>
                <c:pt idx="113">
                  <c:v>20202</c:v>
                </c:pt>
                <c:pt idx="114">
                  <c:v>20203</c:v>
                </c:pt>
                <c:pt idx="115">
                  <c:v>20204</c:v>
                </c:pt>
                <c:pt idx="116">
                  <c:v>20205</c:v>
                </c:pt>
                <c:pt idx="117">
                  <c:v>20206</c:v>
                </c:pt>
                <c:pt idx="118">
                  <c:v>20207</c:v>
                </c:pt>
                <c:pt idx="119">
                  <c:v>20208</c:v>
                </c:pt>
                <c:pt idx="120">
                  <c:v>20209</c:v>
                </c:pt>
                <c:pt idx="121">
                  <c:v>20210</c:v>
                </c:pt>
                <c:pt idx="122">
                  <c:v>20211</c:v>
                </c:pt>
                <c:pt idx="123">
                  <c:v>20212</c:v>
                </c:pt>
                <c:pt idx="124">
                  <c:v>20213</c:v>
                </c:pt>
                <c:pt idx="125">
                  <c:v>20214</c:v>
                </c:pt>
                <c:pt idx="126">
                  <c:v>20215</c:v>
                </c:pt>
                <c:pt idx="127">
                  <c:v>20216</c:v>
                </c:pt>
                <c:pt idx="128">
                  <c:v>20217</c:v>
                </c:pt>
                <c:pt idx="129">
                  <c:v>20218</c:v>
                </c:pt>
                <c:pt idx="130">
                  <c:v>20219</c:v>
                </c:pt>
                <c:pt idx="131">
                  <c:v>20220</c:v>
                </c:pt>
                <c:pt idx="132">
                  <c:v>20221</c:v>
                </c:pt>
                <c:pt idx="133">
                  <c:v>20222</c:v>
                </c:pt>
                <c:pt idx="134">
                  <c:v>20223</c:v>
                </c:pt>
                <c:pt idx="135">
                  <c:v>20224</c:v>
                </c:pt>
                <c:pt idx="136">
                  <c:v>20225</c:v>
                </c:pt>
                <c:pt idx="137">
                  <c:v>20226</c:v>
                </c:pt>
                <c:pt idx="138">
                  <c:v>20227</c:v>
                </c:pt>
                <c:pt idx="139">
                  <c:v>20228</c:v>
                </c:pt>
                <c:pt idx="140">
                  <c:v>20229</c:v>
                </c:pt>
                <c:pt idx="141">
                  <c:v>20230</c:v>
                </c:pt>
                <c:pt idx="142">
                  <c:v>20231</c:v>
                </c:pt>
                <c:pt idx="143">
                  <c:v>20232</c:v>
                </c:pt>
                <c:pt idx="144">
                  <c:v>20233</c:v>
                </c:pt>
                <c:pt idx="145">
                  <c:v>20234</c:v>
                </c:pt>
                <c:pt idx="146">
                  <c:v>20235</c:v>
                </c:pt>
                <c:pt idx="147">
                  <c:v>20236</c:v>
                </c:pt>
                <c:pt idx="148">
                  <c:v>20237</c:v>
                </c:pt>
                <c:pt idx="149">
                  <c:v>20238</c:v>
                </c:pt>
                <c:pt idx="150">
                  <c:v>20239</c:v>
                </c:pt>
                <c:pt idx="151">
                  <c:v>20240</c:v>
                </c:pt>
                <c:pt idx="152">
                  <c:v>20241</c:v>
                </c:pt>
                <c:pt idx="153">
                  <c:v>20242</c:v>
                </c:pt>
                <c:pt idx="154">
                  <c:v>20243</c:v>
                </c:pt>
                <c:pt idx="155">
                  <c:v>20244</c:v>
                </c:pt>
                <c:pt idx="156">
                  <c:v>20245</c:v>
                </c:pt>
                <c:pt idx="157">
                  <c:v>20246</c:v>
                </c:pt>
                <c:pt idx="158">
                  <c:v>20247</c:v>
                </c:pt>
                <c:pt idx="159">
                  <c:v>20248</c:v>
                </c:pt>
                <c:pt idx="160">
                  <c:v>20249</c:v>
                </c:pt>
                <c:pt idx="161">
                  <c:v>20250</c:v>
                </c:pt>
                <c:pt idx="162">
                  <c:v>20251</c:v>
                </c:pt>
                <c:pt idx="163">
                  <c:v>20252</c:v>
                </c:pt>
                <c:pt idx="164">
                  <c:v>20253</c:v>
                </c:pt>
                <c:pt idx="165">
                  <c:v>20254</c:v>
                </c:pt>
                <c:pt idx="166">
                  <c:v>20255</c:v>
                </c:pt>
                <c:pt idx="167">
                  <c:v>20256</c:v>
                </c:pt>
                <c:pt idx="168">
                  <c:v>20257</c:v>
                </c:pt>
                <c:pt idx="169">
                  <c:v>20258</c:v>
                </c:pt>
                <c:pt idx="170">
                  <c:v>20259</c:v>
                </c:pt>
                <c:pt idx="171">
                  <c:v>20260</c:v>
                </c:pt>
                <c:pt idx="172">
                  <c:v>20261</c:v>
                </c:pt>
                <c:pt idx="173">
                  <c:v>20262</c:v>
                </c:pt>
                <c:pt idx="174">
                  <c:v>20263</c:v>
                </c:pt>
                <c:pt idx="175">
                  <c:v>20264</c:v>
                </c:pt>
                <c:pt idx="176">
                  <c:v>20265</c:v>
                </c:pt>
                <c:pt idx="177">
                  <c:v>20266</c:v>
                </c:pt>
                <c:pt idx="178">
                  <c:v>20267</c:v>
                </c:pt>
                <c:pt idx="179">
                  <c:v>20268</c:v>
                </c:pt>
                <c:pt idx="180">
                  <c:v>20269</c:v>
                </c:pt>
                <c:pt idx="181">
                  <c:v>20270</c:v>
                </c:pt>
                <c:pt idx="182">
                  <c:v>20271</c:v>
                </c:pt>
                <c:pt idx="183">
                  <c:v>20272</c:v>
                </c:pt>
                <c:pt idx="184">
                  <c:v>20273</c:v>
                </c:pt>
                <c:pt idx="185">
                  <c:v>20274</c:v>
                </c:pt>
                <c:pt idx="186">
                  <c:v>20275</c:v>
                </c:pt>
                <c:pt idx="187">
                  <c:v>20276</c:v>
                </c:pt>
                <c:pt idx="188">
                  <c:v>20277</c:v>
                </c:pt>
                <c:pt idx="189">
                  <c:v>20278</c:v>
                </c:pt>
                <c:pt idx="190">
                  <c:v>20279</c:v>
                </c:pt>
                <c:pt idx="191">
                  <c:v>20280</c:v>
                </c:pt>
                <c:pt idx="192">
                  <c:v>20281</c:v>
                </c:pt>
                <c:pt idx="193">
                  <c:v>20282</c:v>
                </c:pt>
                <c:pt idx="194">
                  <c:v>20283</c:v>
                </c:pt>
                <c:pt idx="195">
                  <c:v>20284</c:v>
                </c:pt>
                <c:pt idx="196">
                  <c:v>20285</c:v>
                </c:pt>
                <c:pt idx="197">
                  <c:v>20286</c:v>
                </c:pt>
                <c:pt idx="198">
                  <c:v>20287</c:v>
                </c:pt>
                <c:pt idx="199">
                  <c:v>20288</c:v>
                </c:pt>
                <c:pt idx="200">
                  <c:v>20289</c:v>
                </c:pt>
                <c:pt idx="201">
                  <c:v>20290</c:v>
                </c:pt>
                <c:pt idx="202">
                  <c:v>20291</c:v>
                </c:pt>
                <c:pt idx="203">
                  <c:v>20292</c:v>
                </c:pt>
                <c:pt idx="204">
                  <c:v>20293</c:v>
                </c:pt>
                <c:pt idx="205">
                  <c:v>20294</c:v>
                </c:pt>
                <c:pt idx="206">
                  <c:v>20295</c:v>
                </c:pt>
                <c:pt idx="207">
                  <c:v>20296</c:v>
                </c:pt>
                <c:pt idx="208">
                  <c:v>20297</c:v>
                </c:pt>
                <c:pt idx="209">
                  <c:v>20298</c:v>
                </c:pt>
                <c:pt idx="210">
                  <c:v>20299</c:v>
                </c:pt>
                <c:pt idx="211">
                  <c:v>20300</c:v>
                </c:pt>
                <c:pt idx="212">
                  <c:v>20301</c:v>
                </c:pt>
                <c:pt idx="213">
                  <c:v>20302</c:v>
                </c:pt>
                <c:pt idx="214">
                  <c:v>20303</c:v>
                </c:pt>
                <c:pt idx="215">
                  <c:v>20304</c:v>
                </c:pt>
                <c:pt idx="216">
                  <c:v>20305</c:v>
                </c:pt>
                <c:pt idx="217">
                  <c:v>20306</c:v>
                </c:pt>
                <c:pt idx="218">
                  <c:v>20307</c:v>
                </c:pt>
                <c:pt idx="219">
                  <c:v>20308</c:v>
                </c:pt>
                <c:pt idx="220">
                  <c:v>20309</c:v>
                </c:pt>
                <c:pt idx="221">
                  <c:v>20310</c:v>
                </c:pt>
                <c:pt idx="222">
                  <c:v>20311</c:v>
                </c:pt>
                <c:pt idx="223">
                  <c:v>20312</c:v>
                </c:pt>
                <c:pt idx="224">
                  <c:v>20313</c:v>
                </c:pt>
                <c:pt idx="225">
                  <c:v>20314</c:v>
                </c:pt>
                <c:pt idx="226">
                  <c:v>20315</c:v>
                </c:pt>
                <c:pt idx="227">
                  <c:v>20316</c:v>
                </c:pt>
                <c:pt idx="228">
                  <c:v>20317</c:v>
                </c:pt>
                <c:pt idx="229">
                  <c:v>20318</c:v>
                </c:pt>
                <c:pt idx="230">
                  <c:v>20319</c:v>
                </c:pt>
                <c:pt idx="231">
                  <c:v>20320</c:v>
                </c:pt>
                <c:pt idx="232">
                  <c:v>20321</c:v>
                </c:pt>
                <c:pt idx="233">
                  <c:v>20322</c:v>
                </c:pt>
                <c:pt idx="234">
                  <c:v>20323</c:v>
                </c:pt>
                <c:pt idx="235">
                  <c:v>20324</c:v>
                </c:pt>
                <c:pt idx="236">
                  <c:v>20325</c:v>
                </c:pt>
                <c:pt idx="237">
                  <c:v>20326</c:v>
                </c:pt>
                <c:pt idx="238">
                  <c:v>20327</c:v>
                </c:pt>
                <c:pt idx="239">
                  <c:v>20328</c:v>
                </c:pt>
                <c:pt idx="240">
                  <c:v>20329</c:v>
                </c:pt>
                <c:pt idx="241">
                  <c:v>20330</c:v>
                </c:pt>
                <c:pt idx="242">
                  <c:v>20331</c:v>
                </c:pt>
                <c:pt idx="243">
                  <c:v>20332</c:v>
                </c:pt>
                <c:pt idx="244">
                  <c:v>20333</c:v>
                </c:pt>
                <c:pt idx="245">
                  <c:v>20334</c:v>
                </c:pt>
                <c:pt idx="246">
                  <c:v>20335</c:v>
                </c:pt>
                <c:pt idx="247">
                  <c:v>20336</c:v>
                </c:pt>
                <c:pt idx="248">
                  <c:v>20337</c:v>
                </c:pt>
                <c:pt idx="249">
                  <c:v>20338</c:v>
                </c:pt>
                <c:pt idx="250">
                  <c:v>20339</c:v>
                </c:pt>
                <c:pt idx="251">
                  <c:v>20340</c:v>
                </c:pt>
                <c:pt idx="252">
                  <c:v>20341</c:v>
                </c:pt>
                <c:pt idx="253">
                  <c:v>20342</c:v>
                </c:pt>
                <c:pt idx="254">
                  <c:v>20343</c:v>
                </c:pt>
                <c:pt idx="255">
                  <c:v>20344</c:v>
                </c:pt>
                <c:pt idx="256">
                  <c:v>20345</c:v>
                </c:pt>
                <c:pt idx="257">
                  <c:v>20346</c:v>
                </c:pt>
                <c:pt idx="258">
                  <c:v>20347</c:v>
                </c:pt>
                <c:pt idx="259">
                  <c:v>20348</c:v>
                </c:pt>
                <c:pt idx="260">
                  <c:v>20349</c:v>
                </c:pt>
                <c:pt idx="261">
                  <c:v>20350</c:v>
                </c:pt>
                <c:pt idx="262">
                  <c:v>20351</c:v>
                </c:pt>
                <c:pt idx="263">
                  <c:v>20352</c:v>
                </c:pt>
                <c:pt idx="264">
                  <c:v>20353</c:v>
                </c:pt>
                <c:pt idx="265">
                  <c:v>20354</c:v>
                </c:pt>
                <c:pt idx="266">
                  <c:v>20355</c:v>
                </c:pt>
                <c:pt idx="267">
                  <c:v>20356</c:v>
                </c:pt>
                <c:pt idx="268">
                  <c:v>20357</c:v>
                </c:pt>
                <c:pt idx="269">
                  <c:v>20358</c:v>
                </c:pt>
                <c:pt idx="270">
                  <c:v>20359</c:v>
                </c:pt>
                <c:pt idx="271">
                  <c:v>20360</c:v>
                </c:pt>
                <c:pt idx="272">
                  <c:v>20361</c:v>
                </c:pt>
                <c:pt idx="273">
                  <c:v>20362</c:v>
                </c:pt>
                <c:pt idx="274">
                  <c:v>20363</c:v>
                </c:pt>
                <c:pt idx="275">
                  <c:v>20364</c:v>
                </c:pt>
                <c:pt idx="276">
                  <c:v>20365</c:v>
                </c:pt>
                <c:pt idx="277">
                  <c:v>20366</c:v>
                </c:pt>
                <c:pt idx="278">
                  <c:v>20367</c:v>
                </c:pt>
                <c:pt idx="279">
                  <c:v>20368</c:v>
                </c:pt>
                <c:pt idx="280">
                  <c:v>20369</c:v>
                </c:pt>
                <c:pt idx="281">
                  <c:v>20370</c:v>
                </c:pt>
                <c:pt idx="282">
                  <c:v>20371</c:v>
                </c:pt>
                <c:pt idx="283">
                  <c:v>20372</c:v>
                </c:pt>
                <c:pt idx="284">
                  <c:v>20373</c:v>
                </c:pt>
                <c:pt idx="285">
                  <c:v>20374</c:v>
                </c:pt>
                <c:pt idx="286">
                  <c:v>20375</c:v>
                </c:pt>
                <c:pt idx="287">
                  <c:v>20376</c:v>
                </c:pt>
                <c:pt idx="288">
                  <c:v>20377</c:v>
                </c:pt>
                <c:pt idx="289">
                  <c:v>20378</c:v>
                </c:pt>
                <c:pt idx="290">
                  <c:v>20379</c:v>
                </c:pt>
                <c:pt idx="291">
                  <c:v>20380</c:v>
                </c:pt>
                <c:pt idx="292">
                  <c:v>20381</c:v>
                </c:pt>
                <c:pt idx="293">
                  <c:v>20382</c:v>
                </c:pt>
                <c:pt idx="294">
                  <c:v>20383</c:v>
                </c:pt>
                <c:pt idx="295">
                  <c:v>20384</c:v>
                </c:pt>
                <c:pt idx="296">
                  <c:v>20385</c:v>
                </c:pt>
                <c:pt idx="297">
                  <c:v>20386</c:v>
                </c:pt>
                <c:pt idx="298">
                  <c:v>20387</c:v>
                </c:pt>
                <c:pt idx="299">
                  <c:v>20388</c:v>
                </c:pt>
                <c:pt idx="300">
                  <c:v>20389</c:v>
                </c:pt>
                <c:pt idx="301">
                  <c:v>20390</c:v>
                </c:pt>
                <c:pt idx="302">
                  <c:v>20391</c:v>
                </c:pt>
                <c:pt idx="303">
                  <c:v>20392</c:v>
                </c:pt>
                <c:pt idx="304">
                  <c:v>20393</c:v>
                </c:pt>
                <c:pt idx="305">
                  <c:v>20394</c:v>
                </c:pt>
                <c:pt idx="306">
                  <c:v>20395</c:v>
                </c:pt>
                <c:pt idx="307">
                  <c:v>20396</c:v>
                </c:pt>
                <c:pt idx="308">
                  <c:v>20397</c:v>
                </c:pt>
                <c:pt idx="309">
                  <c:v>20398</c:v>
                </c:pt>
                <c:pt idx="310">
                  <c:v>20399</c:v>
                </c:pt>
                <c:pt idx="311">
                  <c:v>20400</c:v>
                </c:pt>
                <c:pt idx="312">
                  <c:v>20401</c:v>
                </c:pt>
                <c:pt idx="313">
                  <c:v>20402</c:v>
                </c:pt>
                <c:pt idx="314">
                  <c:v>20403</c:v>
                </c:pt>
                <c:pt idx="315">
                  <c:v>20404</c:v>
                </c:pt>
                <c:pt idx="316">
                  <c:v>20405</c:v>
                </c:pt>
                <c:pt idx="317">
                  <c:v>20406</c:v>
                </c:pt>
                <c:pt idx="318">
                  <c:v>20407</c:v>
                </c:pt>
                <c:pt idx="319">
                  <c:v>20408</c:v>
                </c:pt>
                <c:pt idx="320">
                  <c:v>20409</c:v>
                </c:pt>
                <c:pt idx="321">
                  <c:v>20410</c:v>
                </c:pt>
                <c:pt idx="322">
                  <c:v>20411</c:v>
                </c:pt>
                <c:pt idx="323">
                  <c:v>20412</c:v>
                </c:pt>
                <c:pt idx="324">
                  <c:v>20413</c:v>
                </c:pt>
                <c:pt idx="325">
                  <c:v>20414</c:v>
                </c:pt>
                <c:pt idx="326">
                  <c:v>20415</c:v>
                </c:pt>
                <c:pt idx="327">
                  <c:v>20416</c:v>
                </c:pt>
                <c:pt idx="328">
                  <c:v>20417</c:v>
                </c:pt>
                <c:pt idx="329">
                  <c:v>20418</c:v>
                </c:pt>
                <c:pt idx="330">
                  <c:v>20419</c:v>
                </c:pt>
                <c:pt idx="331">
                  <c:v>20420</c:v>
                </c:pt>
                <c:pt idx="332">
                  <c:v>20421</c:v>
                </c:pt>
                <c:pt idx="333">
                  <c:v>20422</c:v>
                </c:pt>
                <c:pt idx="334">
                  <c:v>20423</c:v>
                </c:pt>
                <c:pt idx="335">
                  <c:v>20424</c:v>
                </c:pt>
                <c:pt idx="336">
                  <c:v>20425</c:v>
                </c:pt>
                <c:pt idx="337">
                  <c:v>20426</c:v>
                </c:pt>
                <c:pt idx="338">
                  <c:v>20427</c:v>
                </c:pt>
                <c:pt idx="339">
                  <c:v>20428</c:v>
                </c:pt>
                <c:pt idx="340">
                  <c:v>20429</c:v>
                </c:pt>
                <c:pt idx="341">
                  <c:v>20430</c:v>
                </c:pt>
                <c:pt idx="342">
                  <c:v>20431</c:v>
                </c:pt>
                <c:pt idx="343">
                  <c:v>20432</c:v>
                </c:pt>
                <c:pt idx="344">
                  <c:v>20433</c:v>
                </c:pt>
                <c:pt idx="345">
                  <c:v>20434</c:v>
                </c:pt>
                <c:pt idx="346">
                  <c:v>20435</c:v>
                </c:pt>
                <c:pt idx="347">
                  <c:v>20436</c:v>
                </c:pt>
                <c:pt idx="348">
                  <c:v>20437</c:v>
                </c:pt>
                <c:pt idx="349">
                  <c:v>20438</c:v>
                </c:pt>
                <c:pt idx="350">
                  <c:v>20439</c:v>
                </c:pt>
                <c:pt idx="351">
                  <c:v>20440</c:v>
                </c:pt>
                <c:pt idx="352">
                  <c:v>20441</c:v>
                </c:pt>
                <c:pt idx="353">
                  <c:v>20442</c:v>
                </c:pt>
                <c:pt idx="354">
                  <c:v>20443</c:v>
                </c:pt>
                <c:pt idx="355">
                  <c:v>20444</c:v>
                </c:pt>
                <c:pt idx="356">
                  <c:v>20445</c:v>
                </c:pt>
                <c:pt idx="357">
                  <c:v>20446</c:v>
                </c:pt>
                <c:pt idx="358">
                  <c:v>20447</c:v>
                </c:pt>
                <c:pt idx="359">
                  <c:v>20448</c:v>
                </c:pt>
                <c:pt idx="360">
                  <c:v>20449</c:v>
                </c:pt>
                <c:pt idx="361">
                  <c:v>20450</c:v>
                </c:pt>
                <c:pt idx="362">
                  <c:v>20451</c:v>
                </c:pt>
                <c:pt idx="363">
                  <c:v>20452</c:v>
                </c:pt>
                <c:pt idx="364">
                  <c:v>20453</c:v>
                </c:pt>
              </c:numCache>
            </c:numRef>
          </c:xVal>
          <c:yVal>
            <c:numRef>
              <c:f>Sheet1!$A$3:$NA$3</c:f>
              <c:numCache>
                <c:formatCode>General</c:formatCode>
                <c:ptCount val="365"/>
                <c:pt idx="0">
                  <c:v>24082</c:v>
                </c:pt>
                <c:pt idx="1">
                  <c:v>24075</c:v>
                </c:pt>
                <c:pt idx="2">
                  <c:v>24163</c:v>
                </c:pt>
                <c:pt idx="3">
                  <c:v>23916</c:v>
                </c:pt>
                <c:pt idx="4">
                  <c:v>23823</c:v>
                </c:pt>
                <c:pt idx="5">
                  <c:v>24210</c:v>
                </c:pt>
                <c:pt idx="6">
                  <c:v>24519</c:v>
                </c:pt>
                <c:pt idx="7">
                  <c:v>24600</c:v>
                </c:pt>
                <c:pt idx="8">
                  <c:v>24403</c:v>
                </c:pt>
                <c:pt idx="9">
                  <c:v>24038</c:v>
                </c:pt>
                <c:pt idx="10">
                  <c:v>23801</c:v>
                </c:pt>
                <c:pt idx="11">
                  <c:v>23651</c:v>
                </c:pt>
                <c:pt idx="12">
                  <c:v>23997</c:v>
                </c:pt>
                <c:pt idx="13">
                  <c:v>24175</c:v>
                </c:pt>
                <c:pt idx="14">
                  <c:v>24357</c:v>
                </c:pt>
                <c:pt idx="15">
                  <c:v>24371</c:v>
                </c:pt>
                <c:pt idx="16">
                  <c:v>24454</c:v>
                </c:pt>
                <c:pt idx="17">
                  <c:v>24165</c:v>
                </c:pt>
                <c:pt idx="18">
                  <c:v>24040</c:v>
                </c:pt>
                <c:pt idx="19">
                  <c:v>24356</c:v>
                </c:pt>
                <c:pt idx="20">
                  <c:v>24510</c:v>
                </c:pt>
                <c:pt idx="21">
                  <c:v>24494</c:v>
                </c:pt>
                <c:pt idx="22">
                  <c:v>24386</c:v>
                </c:pt>
                <c:pt idx="23">
                  <c:v>23912</c:v>
                </c:pt>
                <c:pt idx="24">
                  <c:v>22369</c:v>
                </c:pt>
                <c:pt idx="25">
                  <c:v>21887</c:v>
                </c:pt>
                <c:pt idx="26">
                  <c:v>21964</c:v>
                </c:pt>
                <c:pt idx="27">
                  <c:v>22164</c:v>
                </c:pt>
                <c:pt idx="28">
                  <c:v>22379</c:v>
                </c:pt>
                <c:pt idx="29">
                  <c:v>22508</c:v>
                </c:pt>
                <c:pt idx="30">
                  <c:v>22544</c:v>
                </c:pt>
                <c:pt idx="31">
                  <c:v>22016</c:v>
                </c:pt>
                <c:pt idx="32">
                  <c:v>21567</c:v>
                </c:pt>
                <c:pt idx="33">
                  <c:v>21612</c:v>
                </c:pt>
                <c:pt idx="34">
                  <c:v>21575</c:v>
                </c:pt>
                <c:pt idx="35">
                  <c:v>21368</c:v>
                </c:pt>
                <c:pt idx="36">
                  <c:v>21163</c:v>
                </c:pt>
                <c:pt idx="37">
                  <c:v>20930</c:v>
                </c:pt>
                <c:pt idx="38">
                  <c:v>20647</c:v>
                </c:pt>
                <c:pt idx="39">
                  <c:v>20581</c:v>
                </c:pt>
                <c:pt idx="40">
                  <c:v>20793</c:v>
                </c:pt>
                <c:pt idx="41">
                  <c:v>20843</c:v>
                </c:pt>
                <c:pt idx="42">
                  <c:v>20868</c:v>
                </c:pt>
                <c:pt idx="43">
                  <c:v>20864</c:v>
                </c:pt>
                <c:pt idx="44">
                  <c:v>20527</c:v>
                </c:pt>
                <c:pt idx="45">
                  <c:v>20123</c:v>
                </c:pt>
                <c:pt idx="46">
                  <c:v>19822</c:v>
                </c:pt>
                <c:pt idx="47">
                  <c:v>19935</c:v>
                </c:pt>
                <c:pt idx="48">
                  <c:v>19952</c:v>
                </c:pt>
                <c:pt idx="49">
                  <c:v>19668</c:v>
                </c:pt>
                <c:pt idx="50">
                  <c:v>19421</c:v>
                </c:pt>
                <c:pt idx="51">
                  <c:v>19038</c:v>
                </c:pt>
                <c:pt idx="52">
                  <c:v>18311</c:v>
                </c:pt>
                <c:pt idx="53">
                  <c:v>18018</c:v>
                </c:pt>
                <c:pt idx="54">
                  <c:v>18173</c:v>
                </c:pt>
                <c:pt idx="55">
                  <c:v>18409</c:v>
                </c:pt>
                <c:pt idx="56">
                  <c:v>18456</c:v>
                </c:pt>
                <c:pt idx="57">
                  <c:v>18370</c:v>
                </c:pt>
                <c:pt idx="58">
                  <c:v>17987</c:v>
                </c:pt>
                <c:pt idx="59">
                  <c:v>17739</c:v>
                </c:pt>
                <c:pt idx="60">
                  <c:v>17643</c:v>
                </c:pt>
                <c:pt idx="61">
                  <c:v>17957</c:v>
                </c:pt>
                <c:pt idx="62">
                  <c:v>18397</c:v>
                </c:pt>
                <c:pt idx="63">
                  <c:v>18536</c:v>
                </c:pt>
                <c:pt idx="64">
                  <c:v>18812</c:v>
                </c:pt>
                <c:pt idx="65">
                  <c:v>18756</c:v>
                </c:pt>
                <c:pt idx="66">
                  <c:v>18412</c:v>
                </c:pt>
                <c:pt idx="67">
                  <c:v>18239</c:v>
                </c:pt>
                <c:pt idx="68">
                  <c:v>18502</c:v>
                </c:pt>
                <c:pt idx="69">
                  <c:v>18643</c:v>
                </c:pt>
                <c:pt idx="70">
                  <c:v>18730</c:v>
                </c:pt>
                <c:pt idx="71">
                  <c:v>18816</c:v>
                </c:pt>
                <c:pt idx="72">
                  <c:v>18465</c:v>
                </c:pt>
                <c:pt idx="73">
                  <c:v>18132</c:v>
                </c:pt>
                <c:pt idx="74">
                  <c:v>18556</c:v>
                </c:pt>
                <c:pt idx="75">
                  <c:v>19016</c:v>
                </c:pt>
                <c:pt idx="76">
                  <c:v>19310</c:v>
                </c:pt>
                <c:pt idx="77">
                  <c:v>19624</c:v>
                </c:pt>
                <c:pt idx="78">
                  <c:v>19747</c:v>
                </c:pt>
                <c:pt idx="79">
                  <c:v>19787</c:v>
                </c:pt>
                <c:pt idx="80">
                  <c:v>19762</c:v>
                </c:pt>
                <c:pt idx="81">
                  <c:v>19872</c:v>
                </c:pt>
                <c:pt idx="82">
                  <c:v>20199</c:v>
                </c:pt>
                <c:pt idx="83">
                  <c:v>20480</c:v>
                </c:pt>
                <c:pt idx="84">
                  <c:v>20487</c:v>
                </c:pt>
                <c:pt idx="85">
                  <c:v>20271</c:v>
                </c:pt>
                <c:pt idx="86">
                  <c:v>20119</c:v>
                </c:pt>
                <c:pt idx="87">
                  <c:v>19883</c:v>
                </c:pt>
                <c:pt idx="88">
                  <c:v>19666</c:v>
                </c:pt>
                <c:pt idx="89">
                  <c:v>19544</c:v>
                </c:pt>
                <c:pt idx="90">
                  <c:v>19445</c:v>
                </c:pt>
                <c:pt idx="91">
                  <c:v>19437</c:v>
                </c:pt>
                <c:pt idx="92">
                  <c:v>19168</c:v>
                </c:pt>
                <c:pt idx="93">
                  <c:v>18931</c:v>
                </c:pt>
                <c:pt idx="94">
                  <c:v>18475</c:v>
                </c:pt>
                <c:pt idx="95">
                  <c:v>18236</c:v>
                </c:pt>
                <c:pt idx="96">
                  <c:v>18425</c:v>
                </c:pt>
                <c:pt idx="97">
                  <c:v>18580</c:v>
                </c:pt>
                <c:pt idx="98">
                  <c:v>18544</c:v>
                </c:pt>
                <c:pt idx="99">
                  <c:v>18413</c:v>
                </c:pt>
                <c:pt idx="100">
                  <c:v>18196</c:v>
                </c:pt>
                <c:pt idx="101">
                  <c:v>17876</c:v>
                </c:pt>
                <c:pt idx="102">
                  <c:v>17699</c:v>
                </c:pt>
                <c:pt idx="103">
                  <c:v>17957</c:v>
                </c:pt>
                <c:pt idx="104">
                  <c:v>17667</c:v>
                </c:pt>
                <c:pt idx="105">
                  <c:v>17386</c:v>
                </c:pt>
                <c:pt idx="106">
                  <c:v>17218</c:v>
                </c:pt>
                <c:pt idx="107">
                  <c:v>16852</c:v>
                </c:pt>
                <c:pt idx="108">
                  <c:v>16401</c:v>
                </c:pt>
                <c:pt idx="109">
                  <c:v>16133</c:v>
                </c:pt>
                <c:pt idx="110">
                  <c:v>16357</c:v>
                </c:pt>
                <c:pt idx="111">
                  <c:v>16529</c:v>
                </c:pt>
                <c:pt idx="112">
                  <c:v>16311</c:v>
                </c:pt>
                <c:pt idx="113">
                  <c:v>16253</c:v>
                </c:pt>
                <c:pt idx="114">
                  <c:v>16197</c:v>
                </c:pt>
                <c:pt idx="115">
                  <c:v>16055</c:v>
                </c:pt>
                <c:pt idx="116">
                  <c:v>15976</c:v>
                </c:pt>
                <c:pt idx="117">
                  <c:v>16139</c:v>
                </c:pt>
                <c:pt idx="118">
                  <c:v>16345</c:v>
                </c:pt>
                <c:pt idx="119">
                  <c:v>16777</c:v>
                </c:pt>
                <c:pt idx="120">
                  <c:v>16955</c:v>
                </c:pt>
                <c:pt idx="121">
                  <c:v>17286</c:v>
                </c:pt>
                <c:pt idx="122">
                  <c:v>17247</c:v>
                </c:pt>
                <c:pt idx="123">
                  <c:v>17222</c:v>
                </c:pt>
                <c:pt idx="124">
                  <c:v>17417</c:v>
                </c:pt>
                <c:pt idx="125">
                  <c:v>17562</c:v>
                </c:pt>
                <c:pt idx="126">
                  <c:v>17465</c:v>
                </c:pt>
                <c:pt idx="127">
                  <c:v>17288</c:v>
                </c:pt>
                <c:pt idx="128">
                  <c:v>17030</c:v>
                </c:pt>
                <c:pt idx="129">
                  <c:v>16755</c:v>
                </c:pt>
                <c:pt idx="130">
                  <c:v>16469</c:v>
                </c:pt>
                <c:pt idx="131">
                  <c:v>16675</c:v>
                </c:pt>
                <c:pt idx="132">
                  <c:v>16934</c:v>
                </c:pt>
                <c:pt idx="133">
                  <c:v>16846</c:v>
                </c:pt>
                <c:pt idx="134">
                  <c:v>16735</c:v>
                </c:pt>
                <c:pt idx="135">
                  <c:v>16821</c:v>
                </c:pt>
                <c:pt idx="136">
                  <c:v>16668</c:v>
                </c:pt>
                <c:pt idx="137">
                  <c:v>16624</c:v>
                </c:pt>
                <c:pt idx="138">
                  <c:v>16725</c:v>
                </c:pt>
                <c:pt idx="139">
                  <c:v>16914</c:v>
                </c:pt>
                <c:pt idx="140">
                  <c:v>16869</c:v>
                </c:pt>
                <c:pt idx="141">
                  <c:v>16864</c:v>
                </c:pt>
                <c:pt idx="142">
                  <c:v>16945</c:v>
                </c:pt>
                <c:pt idx="143">
                  <c:v>16701</c:v>
                </c:pt>
                <c:pt idx="144">
                  <c:v>16527</c:v>
                </c:pt>
                <c:pt idx="145">
                  <c:v>16715</c:v>
                </c:pt>
                <c:pt idx="146">
                  <c:v>16938</c:v>
                </c:pt>
                <c:pt idx="147">
                  <c:v>17134</c:v>
                </c:pt>
                <c:pt idx="148">
                  <c:v>17279</c:v>
                </c:pt>
                <c:pt idx="149">
                  <c:v>17123</c:v>
                </c:pt>
                <c:pt idx="150">
                  <c:v>16977</c:v>
                </c:pt>
                <c:pt idx="151">
                  <c:v>16297</c:v>
                </c:pt>
                <c:pt idx="152">
                  <c:v>16346</c:v>
                </c:pt>
                <c:pt idx="153">
                  <c:v>16244</c:v>
                </c:pt>
                <c:pt idx="154">
                  <c:v>16090</c:v>
                </c:pt>
                <c:pt idx="155">
                  <c:v>15882</c:v>
                </c:pt>
                <c:pt idx="156">
                  <c:v>15618</c:v>
                </c:pt>
                <c:pt idx="157">
                  <c:v>15365</c:v>
                </c:pt>
                <c:pt idx="158">
                  <c:v>15201</c:v>
                </c:pt>
                <c:pt idx="159">
                  <c:v>16234</c:v>
                </c:pt>
                <c:pt idx="160">
                  <c:v>16820</c:v>
                </c:pt>
                <c:pt idx="161">
                  <c:v>16916</c:v>
                </c:pt>
                <c:pt idx="162">
                  <c:v>16864</c:v>
                </c:pt>
                <c:pt idx="163">
                  <c:v>16795</c:v>
                </c:pt>
                <c:pt idx="164">
                  <c:v>16841</c:v>
                </c:pt>
                <c:pt idx="165">
                  <c:v>16871</c:v>
                </c:pt>
                <c:pt idx="166">
                  <c:v>17118</c:v>
                </c:pt>
                <c:pt idx="167">
                  <c:v>17533</c:v>
                </c:pt>
                <c:pt idx="168">
                  <c:v>18121</c:v>
                </c:pt>
                <c:pt idx="169">
                  <c:v>18155</c:v>
                </c:pt>
                <c:pt idx="170">
                  <c:v>18671</c:v>
                </c:pt>
                <c:pt idx="171">
                  <c:v>18279</c:v>
                </c:pt>
                <c:pt idx="172">
                  <c:v>18477</c:v>
                </c:pt>
                <c:pt idx="173">
                  <c:v>18893</c:v>
                </c:pt>
                <c:pt idx="174">
                  <c:v>19197</c:v>
                </c:pt>
                <c:pt idx="175">
                  <c:v>19751</c:v>
                </c:pt>
                <c:pt idx="176">
                  <c:v>19715</c:v>
                </c:pt>
                <c:pt idx="177">
                  <c:v>19584</c:v>
                </c:pt>
                <c:pt idx="178">
                  <c:v>19524</c:v>
                </c:pt>
                <c:pt idx="179">
                  <c:v>19833</c:v>
                </c:pt>
                <c:pt idx="180">
                  <c:v>20449</c:v>
                </c:pt>
                <c:pt idx="181">
                  <c:v>20718</c:v>
                </c:pt>
                <c:pt idx="182">
                  <c:v>21001</c:v>
                </c:pt>
                <c:pt idx="183">
                  <c:v>21240</c:v>
                </c:pt>
                <c:pt idx="184">
                  <c:v>21196</c:v>
                </c:pt>
                <c:pt idx="185">
                  <c:v>21246</c:v>
                </c:pt>
                <c:pt idx="186">
                  <c:v>21364</c:v>
                </c:pt>
                <c:pt idx="187">
                  <c:v>21610</c:v>
                </c:pt>
                <c:pt idx="188">
                  <c:v>21863</c:v>
                </c:pt>
                <c:pt idx="189">
                  <c:v>21046</c:v>
                </c:pt>
                <c:pt idx="190">
                  <c:v>20644</c:v>
                </c:pt>
                <c:pt idx="191">
                  <c:v>20411</c:v>
                </c:pt>
                <c:pt idx="192">
                  <c:v>20139</c:v>
                </c:pt>
                <c:pt idx="193">
                  <c:v>19942</c:v>
                </c:pt>
                <c:pt idx="194">
                  <c:v>19876</c:v>
                </c:pt>
                <c:pt idx="195">
                  <c:v>19560</c:v>
                </c:pt>
                <c:pt idx="196">
                  <c:v>19381</c:v>
                </c:pt>
                <c:pt idx="197">
                  <c:v>19066</c:v>
                </c:pt>
                <c:pt idx="198">
                  <c:v>18730</c:v>
                </c:pt>
                <c:pt idx="199">
                  <c:v>18501</c:v>
                </c:pt>
                <c:pt idx="200">
                  <c:v>17905</c:v>
                </c:pt>
                <c:pt idx="201">
                  <c:v>18132</c:v>
                </c:pt>
                <c:pt idx="202">
                  <c:v>18155</c:v>
                </c:pt>
                <c:pt idx="203">
                  <c:v>18017</c:v>
                </c:pt>
                <c:pt idx="204">
                  <c:v>17984</c:v>
                </c:pt>
                <c:pt idx="205">
                  <c:v>17624</c:v>
                </c:pt>
                <c:pt idx="206">
                  <c:v>17608</c:v>
                </c:pt>
                <c:pt idx="207">
                  <c:v>17872</c:v>
                </c:pt>
                <c:pt idx="208">
                  <c:v>17984</c:v>
                </c:pt>
                <c:pt idx="209">
                  <c:v>17814</c:v>
                </c:pt>
                <c:pt idx="210">
                  <c:v>17742</c:v>
                </c:pt>
                <c:pt idx="211">
                  <c:v>17778</c:v>
                </c:pt>
                <c:pt idx="212">
                  <c:v>17510</c:v>
                </c:pt>
                <c:pt idx="213">
                  <c:v>17279</c:v>
                </c:pt>
                <c:pt idx="214">
                  <c:v>17168</c:v>
                </c:pt>
                <c:pt idx="215">
                  <c:v>17287</c:v>
                </c:pt>
                <c:pt idx="216">
                  <c:v>17622</c:v>
                </c:pt>
                <c:pt idx="217">
                  <c:v>17679</c:v>
                </c:pt>
                <c:pt idx="218">
                  <c:v>17824</c:v>
                </c:pt>
                <c:pt idx="219">
                  <c:v>17788</c:v>
                </c:pt>
                <c:pt idx="220">
                  <c:v>17588</c:v>
                </c:pt>
                <c:pt idx="221">
                  <c:v>17470</c:v>
                </c:pt>
                <c:pt idx="222">
                  <c:v>17693</c:v>
                </c:pt>
                <c:pt idx="223">
                  <c:v>17892</c:v>
                </c:pt>
                <c:pt idx="224">
                  <c:v>17785</c:v>
                </c:pt>
                <c:pt idx="225">
                  <c:v>17882</c:v>
                </c:pt>
                <c:pt idx="226">
                  <c:v>17954</c:v>
                </c:pt>
                <c:pt idx="227">
                  <c:v>17807</c:v>
                </c:pt>
                <c:pt idx="228">
                  <c:v>17592</c:v>
                </c:pt>
                <c:pt idx="229">
                  <c:v>17833</c:v>
                </c:pt>
                <c:pt idx="230">
                  <c:v>17897</c:v>
                </c:pt>
                <c:pt idx="231">
                  <c:v>17939</c:v>
                </c:pt>
                <c:pt idx="232">
                  <c:v>18124</c:v>
                </c:pt>
                <c:pt idx="233">
                  <c:v>18404</c:v>
                </c:pt>
                <c:pt idx="234">
                  <c:v>18751</c:v>
                </c:pt>
                <c:pt idx="235">
                  <c:v>18765</c:v>
                </c:pt>
                <c:pt idx="236">
                  <c:v>19012</c:v>
                </c:pt>
                <c:pt idx="237">
                  <c:v>18944</c:v>
                </c:pt>
                <c:pt idx="238">
                  <c:v>18894</c:v>
                </c:pt>
                <c:pt idx="239">
                  <c:v>18882</c:v>
                </c:pt>
                <c:pt idx="240">
                  <c:v>18674</c:v>
                </c:pt>
                <c:pt idx="241">
                  <c:v>18490</c:v>
                </c:pt>
                <c:pt idx="242">
                  <c:v>18311</c:v>
                </c:pt>
                <c:pt idx="243">
                  <c:v>18348</c:v>
                </c:pt>
                <c:pt idx="244">
                  <c:v>18536</c:v>
                </c:pt>
                <c:pt idx="245">
                  <c:v>18571</c:v>
                </c:pt>
                <c:pt idx="246">
                  <c:v>18313</c:v>
                </c:pt>
                <c:pt idx="247">
                  <c:v>18341</c:v>
                </c:pt>
                <c:pt idx="248">
                  <c:v>18158</c:v>
                </c:pt>
                <c:pt idx="249">
                  <c:v>18006</c:v>
                </c:pt>
                <c:pt idx="250">
                  <c:v>18329</c:v>
                </c:pt>
                <c:pt idx="251">
                  <c:v>18812</c:v>
                </c:pt>
                <c:pt idx="252">
                  <c:v>19015</c:v>
                </c:pt>
                <c:pt idx="253">
                  <c:v>19120</c:v>
                </c:pt>
                <c:pt idx="254">
                  <c:v>19255</c:v>
                </c:pt>
                <c:pt idx="255">
                  <c:v>19578</c:v>
                </c:pt>
                <c:pt idx="256">
                  <c:v>19905</c:v>
                </c:pt>
                <c:pt idx="257">
                  <c:v>20321</c:v>
                </c:pt>
                <c:pt idx="258">
                  <c:v>20649</c:v>
                </c:pt>
                <c:pt idx="259">
                  <c:v>20770</c:v>
                </c:pt>
                <c:pt idx="260">
                  <c:v>20668</c:v>
                </c:pt>
                <c:pt idx="261">
                  <c:v>20482</c:v>
                </c:pt>
                <c:pt idx="262">
                  <c:v>19955</c:v>
                </c:pt>
                <c:pt idx="263">
                  <c:v>19495</c:v>
                </c:pt>
                <c:pt idx="264">
                  <c:v>19316</c:v>
                </c:pt>
                <c:pt idx="265">
                  <c:v>19499</c:v>
                </c:pt>
                <c:pt idx="266">
                  <c:v>19559</c:v>
                </c:pt>
                <c:pt idx="267">
                  <c:v>19997</c:v>
                </c:pt>
                <c:pt idx="268">
                  <c:v>20262</c:v>
                </c:pt>
                <c:pt idx="269">
                  <c:v>20046</c:v>
                </c:pt>
                <c:pt idx="270">
                  <c:v>19975</c:v>
                </c:pt>
                <c:pt idx="271">
                  <c:v>20684</c:v>
                </c:pt>
                <c:pt idx="272">
                  <c:v>21220</c:v>
                </c:pt>
                <c:pt idx="273">
                  <c:v>21608</c:v>
                </c:pt>
                <c:pt idx="274">
                  <c:v>21841</c:v>
                </c:pt>
                <c:pt idx="275">
                  <c:v>22031</c:v>
                </c:pt>
                <c:pt idx="276">
                  <c:v>22086</c:v>
                </c:pt>
                <c:pt idx="277">
                  <c:v>21974</c:v>
                </c:pt>
                <c:pt idx="278">
                  <c:v>22367</c:v>
                </c:pt>
                <c:pt idx="279">
                  <c:v>22860</c:v>
                </c:pt>
                <c:pt idx="280">
                  <c:v>23004</c:v>
                </c:pt>
                <c:pt idx="281">
                  <c:v>23108</c:v>
                </c:pt>
                <c:pt idx="282">
                  <c:v>23182</c:v>
                </c:pt>
                <c:pt idx="283">
                  <c:v>23087</c:v>
                </c:pt>
                <c:pt idx="284">
                  <c:v>23089</c:v>
                </c:pt>
                <c:pt idx="285">
                  <c:v>23036</c:v>
                </c:pt>
                <c:pt idx="286">
                  <c:v>23094</c:v>
                </c:pt>
                <c:pt idx="287">
                  <c:v>23139</c:v>
                </c:pt>
                <c:pt idx="288">
                  <c:v>23122</c:v>
                </c:pt>
                <c:pt idx="289">
                  <c:v>23229</c:v>
                </c:pt>
                <c:pt idx="290">
                  <c:v>23348</c:v>
                </c:pt>
                <c:pt idx="291">
                  <c:v>23587</c:v>
                </c:pt>
                <c:pt idx="292">
                  <c:v>24024</c:v>
                </c:pt>
                <c:pt idx="293">
                  <c:v>24415</c:v>
                </c:pt>
                <c:pt idx="294">
                  <c:v>24444</c:v>
                </c:pt>
                <c:pt idx="295">
                  <c:v>24190</c:v>
                </c:pt>
                <c:pt idx="296">
                  <c:v>23862</c:v>
                </c:pt>
                <c:pt idx="297">
                  <c:v>23369</c:v>
                </c:pt>
                <c:pt idx="298">
                  <c:v>23110</c:v>
                </c:pt>
                <c:pt idx="299">
                  <c:v>23305</c:v>
                </c:pt>
                <c:pt idx="300">
                  <c:v>23317</c:v>
                </c:pt>
                <c:pt idx="301">
                  <c:v>22836</c:v>
                </c:pt>
                <c:pt idx="302">
                  <c:v>23037</c:v>
                </c:pt>
                <c:pt idx="303">
                  <c:v>23576</c:v>
                </c:pt>
                <c:pt idx="304">
                  <c:v>23740</c:v>
                </c:pt>
                <c:pt idx="305">
                  <c:v>23534</c:v>
                </c:pt>
                <c:pt idx="306">
                  <c:v>23636</c:v>
                </c:pt>
                <c:pt idx="307">
                  <c:v>23894</c:v>
                </c:pt>
                <c:pt idx="308">
                  <c:v>23993</c:v>
                </c:pt>
                <c:pt idx="309">
                  <c:v>24075</c:v>
                </c:pt>
                <c:pt idx="310">
                  <c:v>24366</c:v>
                </c:pt>
                <c:pt idx="311">
                  <c:v>24030</c:v>
                </c:pt>
                <c:pt idx="312">
                  <c:v>24116</c:v>
                </c:pt>
                <c:pt idx="313">
                  <c:v>24337</c:v>
                </c:pt>
                <c:pt idx="314">
                  <c:v>24447</c:v>
                </c:pt>
                <c:pt idx="315">
                  <c:v>25087</c:v>
                </c:pt>
                <c:pt idx="316">
                  <c:v>25251</c:v>
                </c:pt>
                <c:pt idx="317">
                  <c:v>25499</c:v>
                </c:pt>
                <c:pt idx="318">
                  <c:v>25457</c:v>
                </c:pt>
                <c:pt idx="319">
                  <c:v>25180</c:v>
                </c:pt>
                <c:pt idx="320">
                  <c:v>25157</c:v>
                </c:pt>
                <c:pt idx="321">
                  <c:v>25284</c:v>
                </c:pt>
                <c:pt idx="322">
                  <c:v>25191</c:v>
                </c:pt>
                <c:pt idx="323">
                  <c:v>25082</c:v>
                </c:pt>
                <c:pt idx="324">
                  <c:v>25007</c:v>
                </c:pt>
                <c:pt idx="325">
                  <c:v>24987</c:v>
                </c:pt>
                <c:pt idx="326">
                  <c:v>24949</c:v>
                </c:pt>
                <c:pt idx="327">
                  <c:v>24970</c:v>
                </c:pt>
                <c:pt idx="328">
                  <c:v>25247</c:v>
                </c:pt>
                <c:pt idx="329">
                  <c:v>25286</c:v>
                </c:pt>
                <c:pt idx="330">
                  <c:v>25687</c:v>
                </c:pt>
                <c:pt idx="331">
                  <c:v>25720</c:v>
                </c:pt>
                <c:pt idx="332">
                  <c:v>28319</c:v>
                </c:pt>
                <c:pt idx="333">
                  <c:v>65019</c:v>
                </c:pt>
                <c:pt idx="334">
                  <c:v>78830</c:v>
                </c:pt>
                <c:pt idx="335">
                  <c:v>81031</c:v>
                </c:pt>
                <c:pt idx="336">
                  <c:v>81870</c:v>
                </c:pt>
                <c:pt idx="337">
                  <c:v>82622</c:v>
                </c:pt>
                <c:pt idx="338">
                  <c:v>82829</c:v>
                </c:pt>
                <c:pt idx="339">
                  <c:v>82811</c:v>
                </c:pt>
                <c:pt idx="340">
                  <c:v>82590</c:v>
                </c:pt>
                <c:pt idx="341">
                  <c:v>83077</c:v>
                </c:pt>
                <c:pt idx="342">
                  <c:v>83292</c:v>
                </c:pt>
                <c:pt idx="343">
                  <c:v>83887</c:v>
                </c:pt>
                <c:pt idx="344">
                  <c:v>84427</c:v>
                </c:pt>
                <c:pt idx="345">
                  <c:v>83905</c:v>
                </c:pt>
                <c:pt idx="346">
                  <c:v>83655</c:v>
                </c:pt>
                <c:pt idx="347">
                  <c:v>83208</c:v>
                </c:pt>
                <c:pt idx="348">
                  <c:v>83362</c:v>
                </c:pt>
                <c:pt idx="349">
                  <c:v>84132</c:v>
                </c:pt>
                <c:pt idx="350">
                  <c:v>85843</c:v>
                </c:pt>
                <c:pt idx="351">
                  <c:v>87267</c:v>
                </c:pt>
                <c:pt idx="352">
                  <c:v>87667</c:v>
                </c:pt>
                <c:pt idx="353">
                  <c:v>88695</c:v>
                </c:pt>
                <c:pt idx="354">
                  <c:v>89141</c:v>
                </c:pt>
                <c:pt idx="355">
                  <c:v>90079</c:v>
                </c:pt>
                <c:pt idx="356">
                  <c:v>91258</c:v>
                </c:pt>
                <c:pt idx="357">
                  <c:v>92363</c:v>
                </c:pt>
                <c:pt idx="358">
                  <c:v>93875</c:v>
                </c:pt>
                <c:pt idx="359">
                  <c:v>95358</c:v>
                </c:pt>
                <c:pt idx="360">
                  <c:v>96784</c:v>
                </c:pt>
                <c:pt idx="361">
                  <c:v>98992</c:v>
                </c:pt>
                <c:pt idx="362">
                  <c:v>98145</c:v>
                </c:pt>
                <c:pt idx="363">
                  <c:v>62209</c:v>
                </c:pt>
                <c:pt idx="364">
                  <c:v>49730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BC9-4637-BF40-41A382F9F3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454"/>
          <c:min val="20089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5"/>
        <c:crosses val="min"/>
        <c:crossBetween val="midCat"/>
      </c:valAx>
      <c:valAx>
        <c:axId val="5"/>
        <c:scaling>
          <c:orientation val="minMax"/>
          <c:max val="100000"/>
          <c:min val="0"/>
        </c:scaling>
        <c:delete val="0"/>
        <c:axPos val="l"/>
        <c:majorGridlines>
          <c:spPr>
            <a:ln w="3175" cmpd="sng" algn="ctr">
              <a:solidFill>
                <a:schemeClr val="tx1"/>
              </a:solidFill>
              <a:prstDash val="solid"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>
                <a:solidFill>
                  <a:schemeClr val="tx1"/>
                </a:solidFill>
                <a:latin typeface="Arial"/>
                <a:ea typeface="+mn-ea"/>
                <a:cs typeface="+mn-cs"/>
              </a:defRPr>
            </a:pPr>
            <a:endParaRPr lang="tr-TR"/>
          </a:p>
        </c:txPr>
        <c:crossAx val="4"/>
        <c:crosses val="min"/>
        <c:crossBetween val="midCat"/>
        <c:majorUnit val="250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7661290322580644"/>
          <c:y val="6.5915300546448091E-2"/>
          <c:w val="0.64717741935483875"/>
          <c:h val="0.86816939890710387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4.032258064516129E-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bg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8ED-4A96-8F34-954335E8D5D3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bg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68ED-4A96-8F34-954335E8D5D3}"/>
                </c:ext>
              </c:extLst>
            </c:dLbl>
            <c:dLbl>
              <c:idx val="2"/>
              <c:layout>
                <c:manualLayout>
                  <c:x val="7.6209677419354832E-2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68ED-4A96-8F34-954335E8D5D3}"/>
                </c:ext>
              </c:extLst>
            </c:dLbl>
            <c:dLbl>
              <c:idx val="3"/>
              <c:layout>
                <c:manualLayout>
                  <c:x val="7.6612903225806453E-2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68ED-4A96-8F34-954335E8D5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Sheet1!$A$1:$F$1</c:f>
              <c:numCache>
                <c:formatCode>General</c:formatCode>
                <c:ptCount val="6"/>
                <c:pt idx="0">
                  <c:v>219941</c:v>
                </c:pt>
                <c:pt idx="1">
                  <c:v>208805</c:v>
                </c:pt>
                <c:pt idx="2">
                  <c:v>5092</c:v>
                </c:pt>
                <c:pt idx="3">
                  <c:v>5030</c:v>
                </c:pt>
                <c:pt idx="4">
                  <c:v>153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ED-4A96-8F34-954335E8D5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414860175"/>
        <c:axId val="1"/>
      </c:barChart>
      <c:catAx>
        <c:axId val="1414860175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19941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4148601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709677419354838"/>
          <c:y val="6.1720498880716339E-2"/>
          <c:w val="0.72580645161290325"/>
          <c:h val="0.8765590022385673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bg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228-487A-AF9F-8D6678A33D51}"/>
                </c:ext>
              </c:extLst>
            </c:dLbl>
            <c:dLbl>
              <c:idx val="1"/>
              <c:layout>
                <c:manualLayout>
                  <c:x val="-4.032258064516129E-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bg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228-487A-AF9F-8D6678A33D51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bg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228-487A-AF9F-8D6678A33D51}"/>
                </c:ext>
              </c:extLst>
            </c:dLbl>
            <c:dLbl>
              <c:idx val="3"/>
              <c:layout>
                <c:manualLayout>
                  <c:x val="0.12701612903225806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D228-487A-AF9F-8D6678A33D51}"/>
                </c:ext>
              </c:extLst>
            </c:dLbl>
            <c:dLbl>
              <c:idx val="4"/>
              <c:layout>
                <c:manualLayout>
                  <c:x val="8.669354838709678E-2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D228-487A-AF9F-8D6678A33D51}"/>
                </c:ext>
              </c:extLst>
            </c:dLbl>
            <c:dLbl>
              <c:idx val="5"/>
              <c:layout>
                <c:manualLayout>
                  <c:x val="5.2016129032258066E-2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D228-487A-AF9F-8D6678A33D51}"/>
                </c:ext>
              </c:extLst>
            </c:dLbl>
            <c:dLbl>
              <c:idx val="6"/>
              <c:layout>
                <c:manualLayout>
                  <c:x val="5.0806451612903224E-2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>
                      <a:solidFill>
                        <a:schemeClr val="tx1"/>
                      </a:solidFill>
                      <a:latin typeface="Arial"/>
                      <a:ea typeface="+mn-ea"/>
                      <a:cs typeface="+mn-cs"/>
                    </a:defRPr>
                  </a:pPr>
                  <a:endParaRPr lang="tr-T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D228-487A-AF9F-8D6678A33D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124430</c:v>
                </c:pt>
                <c:pt idx="1">
                  <c:v>91200</c:v>
                </c:pt>
                <c:pt idx="2">
                  <c:v>33250</c:v>
                </c:pt>
                <c:pt idx="3">
                  <c:v>15552</c:v>
                </c:pt>
                <c:pt idx="4">
                  <c:v>6172</c:v>
                </c:pt>
                <c:pt idx="5">
                  <c:v>534</c:v>
                </c:pt>
                <c:pt idx="6">
                  <c:v>215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228-487A-AF9F-8D6678A33D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77191648"/>
        <c:axId val="1"/>
      </c:barChart>
      <c:catAx>
        <c:axId val="777191648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443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77719164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294154-533D-9192-AFEE-67172A4C69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CC2DBE-EC08-7EF3-22D3-287D089BEA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DECE7-DB40-44E7-9358-C752C9E6E97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F92F5E-2E91-60B4-7916-D92EB6515A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A47073-5C28-19C5-F4B0-9860C45DF2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67DF8B-8F9F-484D-9E03-CD4985A8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967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1E8D00BA-8157-45F7-ADC5-1BC9E0F93763}" type="datetimeFigureOut">
              <a:rPr lang="en-US" smtClean="0"/>
              <a:pPr/>
              <a:t>2/2/2026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2F47CF39-0074-4317-9C51-B82C4B7E23F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73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7CF39-0074-4317-9C51-B82C4B7E23F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079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7CF39-0074-4317-9C51-B82C4B7E23F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040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15F54-1447-016C-A23F-F275F42BB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AFF1A0F0-833D-AE2C-A4AD-CFC454334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2DDE5C86-3E47-D23F-B95D-3E44763E1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C27A6E14-84E4-74AB-C481-F5744B545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7CF39-0074-4317-9C51-B82C4B7E23F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796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1AC58-A7A5-6C61-5DEE-0CBA8A70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4B88F2DC-2973-2967-4874-884F7940E6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F5E194F9-C20C-B445-CE85-DF5BB817A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562D9F75-BAE3-6505-0777-4A30D79F6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7CF39-0074-4317-9C51-B82C4B7E23F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604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ADE44-59EF-351D-BFF3-63A3C9E15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>
            <a:extLst>
              <a:ext uri="{FF2B5EF4-FFF2-40B4-BE49-F238E27FC236}">
                <a16:creationId xmlns:a16="http://schemas.microsoft.com/office/drawing/2014/main" id="{CE44376F-DD7F-5BF8-F59C-4E9C5341DB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>
            <a:extLst>
              <a:ext uri="{FF2B5EF4-FFF2-40B4-BE49-F238E27FC236}">
                <a16:creationId xmlns:a16="http://schemas.microsoft.com/office/drawing/2014/main" id="{6BF50627-80F9-31A5-BA49-8D8797342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EFB39922-1082-AE4C-A544-40908328C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7CF39-0074-4317-9C51-B82C4B7E23F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703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4.jpg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Nesne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1992511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6" imgH="416" progId="TCLayout.ActiveDocument.1">
                  <p:embed/>
                </p:oleObj>
              </mc:Choice>
              <mc:Fallback>
                <p:oleObj name="think-cell Slide" r:id="rId3" imgW="416" imgH="416" progId="TCLayout.ActiveDocument.1">
                  <p:embed/>
                  <p:pic>
                    <p:nvPicPr>
                      <p:cNvPr id="6" name="Nesne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 Alt Başlık"/>
          <p:cNvSpPr>
            <a:spLocks noGrp="1"/>
          </p:cNvSpPr>
          <p:nvPr>
            <p:ph type="subTitle" idx="1" hasCustomPrompt="1"/>
          </p:nvPr>
        </p:nvSpPr>
        <p:spPr>
          <a:xfrm>
            <a:off x="1114700" y="3886200"/>
            <a:ext cx="10398033" cy="1752600"/>
          </a:xfrm>
        </p:spPr>
        <p:txBody>
          <a:bodyPr/>
          <a:lstStyle>
            <a:lvl1pPr marL="0" indent="0" algn="r" rtl="0">
              <a:buNone/>
              <a:defRPr b="1">
                <a:solidFill>
                  <a:srgbClr val="1F318D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noProof="0"/>
              <a:t>Asıl alt başlık stilini düzenlemek için tıklatın</a:t>
            </a:r>
            <a:endParaRPr lang="en-US" dirty="0"/>
          </a:p>
        </p:txBody>
      </p:sp>
      <p:pic>
        <p:nvPicPr>
          <p:cNvPr id="10" name="Resim 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144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Nesne 5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2359230"/>
              </p:ext>
            </p:extLst>
          </p:nvPr>
        </p:nvGraphicFramePr>
        <p:xfrm>
          <a:off x="2119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6" imgH="416" progId="TCLayout.ActiveDocument.1">
                  <p:embed/>
                </p:oleObj>
              </mc:Choice>
              <mc:Fallback>
                <p:oleObj name="think-cell Slide" r:id="rId4" imgW="416" imgH="416" progId="TCLayout.ActiveDocument.1">
                  <p:embed/>
                  <p:pic>
                    <p:nvPicPr>
                      <p:cNvPr id="6" name="Nesne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1593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ikdörtgen 6" hidden="1"/>
          <p:cNvSpPr/>
          <p:nvPr>
            <p:custDataLst>
              <p:tags r:id="rId2"/>
            </p:custDataLst>
          </p:nvPr>
        </p:nvSpPr>
        <p:spPr bwMode="auto">
          <a:xfrm>
            <a:off x="1" y="0"/>
            <a:ext cx="211667" cy="158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endParaRPr lang="en-US" sz="3600" b="1" dirty="0">
              <a:solidFill>
                <a:srgbClr val="000000"/>
              </a:solidFill>
              <a:sym typeface="Tahoma" panose="020B0604030504040204" pitchFamily="34" charset="0"/>
            </a:endParaRPr>
          </a:p>
        </p:txBody>
      </p:sp>
      <p:sp>
        <p:nvSpPr>
          <p:cNvPr id="2" name="1 Başlık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Asıl başlık stili için tıklatın</a:t>
            </a:r>
            <a:endParaRPr lang="en-US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rtl="0">
              <a:defRPr>
                <a:latin typeface="+mj-lt"/>
                <a:cs typeface="Arial" panose="020B0604020202020204" pitchFamily="34" charset="0"/>
              </a:defRPr>
            </a:lvl1pPr>
            <a:lvl2pPr rtl="0">
              <a:defRPr>
                <a:latin typeface="+mj-lt"/>
                <a:cs typeface="Arial" panose="020B0604020202020204" pitchFamily="34" charset="0"/>
              </a:defRPr>
            </a:lvl2pPr>
            <a:lvl3pPr rtl="0">
              <a:defRPr>
                <a:latin typeface="+mj-lt"/>
                <a:cs typeface="Arial" panose="020B0604020202020204" pitchFamily="34" charset="0"/>
              </a:defRPr>
            </a:lvl3pPr>
            <a:lvl4pPr rtl="0">
              <a:defRPr>
                <a:latin typeface="+mj-lt"/>
                <a:cs typeface="Arial" panose="020B0604020202020204" pitchFamily="34" charset="0"/>
              </a:defRPr>
            </a:lvl4pPr>
            <a:lvl5pPr rtl="0">
              <a:defRPr>
                <a:latin typeface="+mj-lt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Asıl metin stillerini düzenlemek için tıklatın</a:t>
            </a:r>
          </a:p>
          <a:p>
            <a:pPr lvl="1"/>
            <a:r>
              <a:rPr lang="en-US" noProof="0"/>
              <a:t>İkinci düzey</a:t>
            </a:r>
          </a:p>
          <a:p>
            <a:pPr lvl="2"/>
            <a:r>
              <a:rPr lang="en-US" noProof="0"/>
              <a:t>Üçüncü düzey</a:t>
            </a:r>
          </a:p>
          <a:p>
            <a:pPr lvl="3"/>
            <a:r>
              <a:rPr lang="en-US" noProof="0"/>
              <a:t>Dördüncü düzey</a:t>
            </a:r>
          </a:p>
          <a:p>
            <a:pPr lvl="4"/>
            <a:r>
              <a:rPr lang="en-US" noProof="0"/>
              <a:t>Beşinci düzey</a:t>
            </a:r>
            <a:endParaRPr lang="en-US" noProof="0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 rtl="0">
              <a:defRPr>
                <a:latin typeface="+mj-lt"/>
                <a:cs typeface="Arial" panose="020B0604020202020204" pitchFamily="34" charset="0"/>
              </a:defRPr>
            </a:lvl1pPr>
          </a:lstStyle>
          <a:p>
            <a:fld id="{07E531B1-FA9B-4D05-8633-5B9F82DD65D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914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9FD1974-3E00-FA97-E5FE-2F6E8619C6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1239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FD1974-3E00-FA97-E5FE-2F6E8619C6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E100209-1175-870D-202F-563A533B02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55136" y="740663"/>
            <a:ext cx="3157730" cy="298621"/>
          </a:xfrm>
          <a:solidFill>
            <a:schemeClr val="bg1">
              <a:alpha val="30000"/>
            </a:schemeClr>
          </a:solidFill>
        </p:spPr>
        <p:txBody>
          <a:bodyPr vert="horz"/>
          <a:lstStyle>
            <a:lvl1pPr rtl="0"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#INSERT ACTION WORD HERE#</a:t>
            </a:r>
            <a:endParaRPr lang="en-US" dirty="0"/>
          </a:p>
        </p:txBody>
      </p:sp>
      <p:sp>
        <p:nvSpPr>
          <p:cNvPr id="64" name="Content Placeholder 63">
            <a:extLst>
              <a:ext uri="{FF2B5EF4-FFF2-40B4-BE49-F238E27FC236}">
                <a16:creationId xmlns:a16="http://schemas.microsoft.com/office/drawing/2014/main" id="{DA87A993-A410-C7F0-6C2D-F69DAF11BF1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0" y="713231"/>
            <a:ext cx="3739896" cy="5846147"/>
          </a:xfrm>
          <a:solidFill>
            <a:srgbClr val="002060"/>
          </a:solidFill>
        </p:spPr>
        <p:txBody>
          <a:bodyPr anchor="ctr"/>
          <a:lstStyle>
            <a:lvl1pPr marL="0" indent="0" algn="ctr" rtl="0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/>
              <a:t>#INSERT ACTION WORD HERE#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35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heme" Target="../theme/theme1.xml"/><Relationship Id="rId9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9 Nesne" hidden="1"/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388750409"/>
              </p:ext>
            </p:extLst>
          </p:nvPr>
        </p:nvGraphicFramePr>
        <p:xfrm>
          <a:off x="2119" y="1593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0" name="9 Nesne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9" y="1593"/>
                        <a:ext cx="2116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ikdörtgen 2" hidden="1"/>
          <p:cNvSpPr/>
          <p:nvPr>
            <p:custDataLst>
              <p:tags r:id="rId6"/>
            </p:custDataLst>
          </p:nvPr>
        </p:nvSpPr>
        <p:spPr bwMode="auto">
          <a:xfrm>
            <a:off x="1" y="0"/>
            <a:ext cx="211667" cy="158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spcCol="0" rtlCol="0" anchor="t" anchorCtr="0" compatLnSpc="1">
            <a:prstTxWarp prst="textNoShape">
              <a:avLst/>
            </a:prstTxWarp>
            <a:no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endParaRPr lang="en-US" sz="3600" b="1" dirty="0">
              <a:solidFill>
                <a:srgbClr val="000000"/>
              </a:solidFill>
              <a:sym typeface="Tahoma" panose="020B0604030504040204" pitchFamily="34" charset="0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838200"/>
            <a:ext cx="11379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Asıl </a:t>
            </a:r>
            <a:r>
              <a:rPr lang="en-US" noProof="0"/>
              <a:t>başlık</a:t>
            </a:r>
            <a:r>
              <a:rPr lang="en-US"/>
              <a:t> stili için tıklatın</a:t>
            </a:r>
            <a:endParaRPr lang="en-US" dirty="0"/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752600"/>
            <a:ext cx="11379200" cy="4730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Asıl metin stillerini düzenlemek için tıklatın</a:t>
            </a:r>
          </a:p>
          <a:p>
            <a:pPr lvl="1"/>
            <a:r>
              <a:rPr lang="en-US"/>
              <a:t>İkinci düzey</a:t>
            </a:r>
          </a:p>
          <a:p>
            <a:pPr lvl="2"/>
            <a:r>
              <a:rPr lang="en-US"/>
              <a:t>Üçüncü düzey</a:t>
            </a:r>
          </a:p>
          <a:p>
            <a:pPr lvl="3"/>
            <a:r>
              <a:rPr lang="en-US"/>
              <a:t>Dördüncü düzey</a:t>
            </a:r>
          </a:p>
          <a:p>
            <a:pPr lvl="4"/>
            <a:r>
              <a:rPr lang="en-US"/>
              <a:t>Beşinci düzey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785600" y="6559378"/>
            <a:ext cx="400908" cy="298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rtl="0">
              <a:defRPr sz="1400" b="0">
                <a:solidFill>
                  <a:srgbClr val="CBDDE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E531B1-FA9B-4D05-8633-5B9F82DD65D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764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1F318D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1F318D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E60000"/>
        </a:buClr>
        <a:buSzPct val="85000"/>
        <a:buFont typeface="Wingdings" pitchFamily="2" charset="2"/>
        <a:buChar char="n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1F318D"/>
        </a:buClr>
        <a:buSzPct val="90000"/>
        <a:buFont typeface="Wingdings" pitchFamily="2" charset="2"/>
        <a:buChar char="è"/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8.jpeg"/><Relationship Id="rId4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image" Target="../media/image6.emf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oleObject" Target="../embeddings/oleObject6.bin"/><Relationship Id="rId2" Type="http://schemas.openxmlformats.org/officeDocument/2006/relationships/tags" Target="../tags/tag11.xml"/><Relationship Id="rId16" Type="http://schemas.openxmlformats.org/officeDocument/2006/relationships/notesSlide" Target="../notesSlides/notesSlide2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19.xml"/><Relationship Id="rId19" Type="http://schemas.openxmlformats.org/officeDocument/2006/relationships/chart" Target="../charts/chart1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13" Type="http://schemas.openxmlformats.org/officeDocument/2006/relationships/tags" Target="../tags/tag36.xml"/><Relationship Id="rId18" Type="http://schemas.openxmlformats.org/officeDocument/2006/relationships/image" Target="../media/image6.emf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12" Type="http://schemas.openxmlformats.org/officeDocument/2006/relationships/tags" Target="../tags/tag35.xml"/><Relationship Id="rId17" Type="http://schemas.openxmlformats.org/officeDocument/2006/relationships/oleObject" Target="../embeddings/oleObject7.bin"/><Relationship Id="rId2" Type="http://schemas.openxmlformats.org/officeDocument/2006/relationships/tags" Target="../tags/tag25.xml"/><Relationship Id="rId16" Type="http://schemas.openxmlformats.org/officeDocument/2006/relationships/notesSlide" Target="../notesSlides/notesSlide3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tags" Target="../tags/tag34.xml"/><Relationship Id="rId5" Type="http://schemas.openxmlformats.org/officeDocument/2006/relationships/tags" Target="../tags/tag28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33.xml"/><Relationship Id="rId19" Type="http://schemas.openxmlformats.org/officeDocument/2006/relationships/chart" Target="../charts/chart2.xml"/><Relationship Id="rId4" Type="http://schemas.openxmlformats.org/officeDocument/2006/relationships/tags" Target="../tags/tag27.xml"/><Relationship Id="rId9" Type="http://schemas.openxmlformats.org/officeDocument/2006/relationships/tags" Target="../tags/tag32.xml"/><Relationship Id="rId14" Type="http://schemas.openxmlformats.org/officeDocument/2006/relationships/tags" Target="../tags/tag37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50.xml"/><Relationship Id="rId18" Type="http://schemas.openxmlformats.org/officeDocument/2006/relationships/tags" Target="../tags/tag55.xml"/><Relationship Id="rId26" Type="http://schemas.openxmlformats.org/officeDocument/2006/relationships/tags" Target="../tags/tag63.xml"/><Relationship Id="rId21" Type="http://schemas.openxmlformats.org/officeDocument/2006/relationships/tags" Target="../tags/tag58.xml"/><Relationship Id="rId34" Type="http://schemas.openxmlformats.org/officeDocument/2006/relationships/notesSlide" Target="../notesSlides/notesSlide4.xml"/><Relationship Id="rId7" Type="http://schemas.openxmlformats.org/officeDocument/2006/relationships/tags" Target="../tags/tag44.xml"/><Relationship Id="rId12" Type="http://schemas.openxmlformats.org/officeDocument/2006/relationships/tags" Target="../tags/tag49.xml"/><Relationship Id="rId17" Type="http://schemas.openxmlformats.org/officeDocument/2006/relationships/tags" Target="../tags/tag54.xml"/><Relationship Id="rId25" Type="http://schemas.openxmlformats.org/officeDocument/2006/relationships/tags" Target="../tags/tag62.xml"/><Relationship Id="rId3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6" Type="http://schemas.openxmlformats.org/officeDocument/2006/relationships/tags" Target="../tags/tag53.xml"/><Relationship Id="rId20" Type="http://schemas.openxmlformats.org/officeDocument/2006/relationships/tags" Target="../tags/tag57.xml"/><Relationship Id="rId29" Type="http://schemas.openxmlformats.org/officeDocument/2006/relationships/tags" Target="../tags/tag66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tags" Target="../tags/tag48.xml"/><Relationship Id="rId24" Type="http://schemas.openxmlformats.org/officeDocument/2006/relationships/tags" Target="../tags/tag61.xml"/><Relationship Id="rId32" Type="http://schemas.openxmlformats.org/officeDocument/2006/relationships/tags" Target="../tags/tag69.xml"/><Relationship Id="rId37" Type="http://schemas.openxmlformats.org/officeDocument/2006/relationships/chart" Target="../charts/chart3.xml"/><Relationship Id="rId5" Type="http://schemas.openxmlformats.org/officeDocument/2006/relationships/tags" Target="../tags/tag42.xml"/><Relationship Id="rId15" Type="http://schemas.openxmlformats.org/officeDocument/2006/relationships/tags" Target="../tags/tag52.xml"/><Relationship Id="rId23" Type="http://schemas.openxmlformats.org/officeDocument/2006/relationships/tags" Target="../tags/tag60.xml"/><Relationship Id="rId28" Type="http://schemas.openxmlformats.org/officeDocument/2006/relationships/tags" Target="../tags/tag65.xml"/><Relationship Id="rId36" Type="http://schemas.openxmlformats.org/officeDocument/2006/relationships/image" Target="../media/image6.emf"/><Relationship Id="rId10" Type="http://schemas.openxmlformats.org/officeDocument/2006/relationships/tags" Target="../tags/tag47.xml"/><Relationship Id="rId19" Type="http://schemas.openxmlformats.org/officeDocument/2006/relationships/tags" Target="../tags/tag56.xml"/><Relationship Id="rId31" Type="http://schemas.openxmlformats.org/officeDocument/2006/relationships/tags" Target="../tags/tag68.xml"/><Relationship Id="rId4" Type="http://schemas.openxmlformats.org/officeDocument/2006/relationships/tags" Target="../tags/tag41.xml"/><Relationship Id="rId9" Type="http://schemas.openxmlformats.org/officeDocument/2006/relationships/tags" Target="../tags/tag46.xml"/><Relationship Id="rId14" Type="http://schemas.openxmlformats.org/officeDocument/2006/relationships/tags" Target="../tags/tag51.xml"/><Relationship Id="rId22" Type="http://schemas.openxmlformats.org/officeDocument/2006/relationships/tags" Target="../tags/tag59.xml"/><Relationship Id="rId27" Type="http://schemas.openxmlformats.org/officeDocument/2006/relationships/tags" Target="../tags/tag64.xml"/><Relationship Id="rId30" Type="http://schemas.openxmlformats.org/officeDocument/2006/relationships/tags" Target="../tags/tag67.xml"/><Relationship Id="rId35" Type="http://schemas.openxmlformats.org/officeDocument/2006/relationships/oleObject" Target="../embeddings/oleObject8.bin"/><Relationship Id="rId8" Type="http://schemas.openxmlformats.org/officeDocument/2006/relationships/tags" Target="../tags/tag45.xml"/><Relationship Id="rId3" Type="http://schemas.openxmlformats.org/officeDocument/2006/relationships/tags" Target="../tags/tag40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82.xml"/><Relationship Id="rId18" Type="http://schemas.openxmlformats.org/officeDocument/2006/relationships/tags" Target="../tags/tag87.xml"/><Relationship Id="rId26" Type="http://schemas.openxmlformats.org/officeDocument/2006/relationships/tags" Target="../tags/tag95.xml"/><Relationship Id="rId21" Type="http://schemas.openxmlformats.org/officeDocument/2006/relationships/tags" Target="../tags/tag90.xml"/><Relationship Id="rId34" Type="http://schemas.openxmlformats.org/officeDocument/2006/relationships/notesSlide" Target="../notesSlides/notesSlide5.xml"/><Relationship Id="rId7" Type="http://schemas.openxmlformats.org/officeDocument/2006/relationships/tags" Target="../tags/tag76.xml"/><Relationship Id="rId12" Type="http://schemas.openxmlformats.org/officeDocument/2006/relationships/tags" Target="../tags/tag81.xml"/><Relationship Id="rId17" Type="http://schemas.openxmlformats.org/officeDocument/2006/relationships/tags" Target="../tags/tag86.xml"/><Relationship Id="rId25" Type="http://schemas.openxmlformats.org/officeDocument/2006/relationships/tags" Target="../tags/tag94.xml"/><Relationship Id="rId3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6" Type="http://schemas.openxmlformats.org/officeDocument/2006/relationships/tags" Target="../tags/tag85.xml"/><Relationship Id="rId20" Type="http://schemas.openxmlformats.org/officeDocument/2006/relationships/tags" Target="../tags/tag89.xml"/><Relationship Id="rId29" Type="http://schemas.openxmlformats.org/officeDocument/2006/relationships/tags" Target="../tags/tag98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24" Type="http://schemas.openxmlformats.org/officeDocument/2006/relationships/tags" Target="../tags/tag93.xml"/><Relationship Id="rId32" Type="http://schemas.openxmlformats.org/officeDocument/2006/relationships/tags" Target="../tags/tag101.xml"/><Relationship Id="rId37" Type="http://schemas.openxmlformats.org/officeDocument/2006/relationships/chart" Target="../charts/chart4.xml"/><Relationship Id="rId5" Type="http://schemas.openxmlformats.org/officeDocument/2006/relationships/tags" Target="../tags/tag74.xml"/><Relationship Id="rId15" Type="http://schemas.openxmlformats.org/officeDocument/2006/relationships/tags" Target="../tags/tag84.xml"/><Relationship Id="rId23" Type="http://schemas.openxmlformats.org/officeDocument/2006/relationships/tags" Target="../tags/tag92.xml"/><Relationship Id="rId28" Type="http://schemas.openxmlformats.org/officeDocument/2006/relationships/tags" Target="../tags/tag97.xml"/><Relationship Id="rId36" Type="http://schemas.openxmlformats.org/officeDocument/2006/relationships/image" Target="../media/image6.emf"/><Relationship Id="rId10" Type="http://schemas.openxmlformats.org/officeDocument/2006/relationships/tags" Target="../tags/tag79.xml"/><Relationship Id="rId19" Type="http://schemas.openxmlformats.org/officeDocument/2006/relationships/tags" Target="../tags/tag88.xml"/><Relationship Id="rId31" Type="http://schemas.openxmlformats.org/officeDocument/2006/relationships/tags" Target="../tags/tag100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tags" Target="../tags/tag83.xml"/><Relationship Id="rId22" Type="http://schemas.openxmlformats.org/officeDocument/2006/relationships/tags" Target="../tags/tag91.xml"/><Relationship Id="rId27" Type="http://schemas.openxmlformats.org/officeDocument/2006/relationships/tags" Target="../tags/tag96.xml"/><Relationship Id="rId30" Type="http://schemas.openxmlformats.org/officeDocument/2006/relationships/tags" Target="../tags/tag99.xml"/><Relationship Id="rId35" Type="http://schemas.openxmlformats.org/officeDocument/2006/relationships/oleObject" Target="../embeddings/oleObject9.bin"/><Relationship Id="rId8" Type="http://schemas.openxmlformats.org/officeDocument/2006/relationships/tags" Target="../tags/tag77.xml"/><Relationship Id="rId3" Type="http://schemas.openxmlformats.org/officeDocument/2006/relationships/tags" Target="../tags/tag7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09.xml"/><Relationship Id="rId13" Type="http://schemas.openxmlformats.org/officeDocument/2006/relationships/image" Target="../media/image7.emf"/><Relationship Id="rId3" Type="http://schemas.openxmlformats.org/officeDocument/2006/relationships/tags" Target="../tags/tag104.xml"/><Relationship Id="rId7" Type="http://schemas.openxmlformats.org/officeDocument/2006/relationships/tags" Target="../tags/tag108.xml"/><Relationship Id="rId12" Type="http://schemas.openxmlformats.org/officeDocument/2006/relationships/oleObject" Target="../embeddings/oleObject10.bin"/><Relationship Id="rId2" Type="http://schemas.openxmlformats.org/officeDocument/2006/relationships/tags" Target="../tags/tag103.xml"/><Relationship Id="rId1" Type="http://schemas.openxmlformats.org/officeDocument/2006/relationships/tags" Target="../tags/tag102.xml"/><Relationship Id="rId6" Type="http://schemas.openxmlformats.org/officeDocument/2006/relationships/tags" Target="../tags/tag107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06.xml"/><Relationship Id="rId10" Type="http://schemas.openxmlformats.org/officeDocument/2006/relationships/tags" Target="../tags/tag111.xml"/><Relationship Id="rId4" Type="http://schemas.openxmlformats.org/officeDocument/2006/relationships/tags" Target="../tags/tag105.xml"/><Relationship Id="rId9" Type="http://schemas.openxmlformats.org/officeDocument/2006/relationships/tags" Target="../tags/tag110.xml"/><Relationship Id="rId1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chart" Target="../charts/chart6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image" Target="../media/image7.emf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oleObject" Target="../embeddings/oleObject11.bin"/><Relationship Id="rId5" Type="http://schemas.openxmlformats.org/officeDocument/2006/relationships/tags" Target="../tags/tag11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15.xml"/><Relationship Id="rId9" Type="http://schemas.openxmlformats.org/officeDocument/2006/relationships/tags" Target="../tags/tag1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1.xml"/><Relationship Id="rId5" Type="http://schemas.openxmlformats.org/officeDocument/2006/relationships/image" Target="../media/image9.png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2.xml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3.xml"/><Relationship Id="rId4" Type="http://schemas.openxmlformats.org/officeDocument/2006/relationships/image" Target="../media/image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4.xml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5.x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0F61B4F-D7A2-62B1-BC3E-52540D224CC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985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F61B4F-D7A2-62B1-BC3E-52540D224C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Alt Başlık 1">
            <a:extLst>
              <a:ext uri="{FF2B5EF4-FFF2-40B4-BE49-F238E27FC236}">
                <a16:creationId xmlns:a16="http://schemas.microsoft.com/office/drawing/2014/main" id="{920F7D73-10BE-DA16-0BA0-2F68D65C74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noProof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TEPAV </a:t>
            </a:r>
            <a:r>
              <a:rPr lang="tr-TR" noProof="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Websitesi</a:t>
            </a:r>
            <a:endParaRPr lang="en-US" noProof="0" dirty="0">
              <a:solidFill>
                <a:schemeClr val="bg1">
                  <a:lumMod val="6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5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1923A54-7FD8-86FB-7643-B44C3594193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68598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54" imgH="454" progId="TCLayout.ActiveDocument.1">
                  <p:embed/>
                </p:oleObj>
              </mc:Choice>
              <mc:Fallback>
                <p:oleObj name="think-cell Slide" r:id="rId3" imgW="454" imgH="45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1923A54-7FD8-86FB-7643-B44C359419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İçerik Yer Tutucusu 6" descr="metin, harita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3F5D8746-709B-BD50-F8D0-CE4541C787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278" y="68263"/>
            <a:ext cx="4755443" cy="6721475"/>
          </a:xfrm>
          <a:noFill/>
        </p:spPr>
      </p:pic>
      <p:sp>
        <p:nvSpPr>
          <p:cNvPr id="5" name="Dikdörtgen 4">
            <a:extLst>
              <a:ext uri="{FF2B5EF4-FFF2-40B4-BE49-F238E27FC236}">
                <a16:creationId xmlns:a16="http://schemas.microsoft.com/office/drawing/2014/main" id="{9D7AB8A3-5E07-8641-2D3A-6A493FD2FD39}"/>
              </a:ext>
            </a:extLst>
          </p:cNvPr>
          <p:cNvSpPr/>
          <p:nvPr/>
        </p:nvSpPr>
        <p:spPr bwMode="auto">
          <a:xfrm>
            <a:off x="4463269" y="4298205"/>
            <a:ext cx="393008" cy="1703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167</a:t>
            </a:r>
          </a:p>
        </p:txBody>
      </p:sp>
      <p:pic>
        <p:nvPicPr>
          <p:cNvPr id="8" name="İçerik Yer Tutucusu 6" descr="metin, harita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CF93A604-C8B2-344C-F98F-147FB44F6A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54" t="66585" r="22581" b="30728"/>
          <a:stretch>
            <a:fillRect/>
          </a:stretch>
        </p:blipFill>
        <p:spPr bwMode="auto">
          <a:xfrm>
            <a:off x="7475877" y="4549133"/>
            <a:ext cx="393008" cy="180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İçerik Yer Tutucusu 6" descr="metin, harita, ekran görüntüs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6171772C-DD5E-0752-843B-6C4B3CCE59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77" t="66837" r="12374" b="31232"/>
          <a:stretch>
            <a:fillRect/>
          </a:stretch>
        </p:blipFill>
        <p:spPr bwMode="auto">
          <a:xfrm>
            <a:off x="6974902" y="4564857"/>
            <a:ext cx="482600" cy="129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Dikdörtgen 1">
            <a:extLst>
              <a:ext uri="{FF2B5EF4-FFF2-40B4-BE49-F238E27FC236}">
                <a16:creationId xmlns:a16="http://schemas.microsoft.com/office/drawing/2014/main" id="{8A5EF169-6BCD-E019-991D-90A31F28087F}"/>
              </a:ext>
            </a:extLst>
          </p:cNvPr>
          <p:cNvSpPr/>
          <p:nvPr/>
        </p:nvSpPr>
        <p:spPr bwMode="auto">
          <a:xfrm>
            <a:off x="4252688" y="480948"/>
            <a:ext cx="871544" cy="1703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Oranlar aynı -&gt;</a:t>
            </a:r>
          </a:p>
        </p:txBody>
      </p:sp>
      <p:sp>
        <p:nvSpPr>
          <p:cNvPr id="3" name="Dikdörtgen 2">
            <a:extLst>
              <a:ext uri="{FF2B5EF4-FFF2-40B4-BE49-F238E27FC236}">
                <a16:creationId xmlns:a16="http://schemas.microsoft.com/office/drawing/2014/main" id="{6853E956-49CB-FA28-44EC-AE6B70E6B51C}"/>
              </a:ext>
            </a:extLst>
          </p:cNvPr>
          <p:cNvSpPr/>
          <p:nvPr/>
        </p:nvSpPr>
        <p:spPr bwMode="auto">
          <a:xfrm>
            <a:off x="2697238" y="4459464"/>
            <a:ext cx="1021040" cy="1703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Ülkeler aynı sıralama değişmiş</a:t>
            </a:r>
          </a:p>
        </p:txBody>
      </p:sp>
      <p:sp>
        <p:nvSpPr>
          <p:cNvPr id="12" name="Dikdörtgen 11">
            <a:extLst>
              <a:ext uri="{FF2B5EF4-FFF2-40B4-BE49-F238E27FC236}">
                <a16:creationId xmlns:a16="http://schemas.microsoft.com/office/drawing/2014/main" id="{4659067D-9498-58E3-76CC-091E28E1608B}"/>
              </a:ext>
            </a:extLst>
          </p:cNvPr>
          <p:cNvSpPr/>
          <p:nvPr/>
        </p:nvSpPr>
        <p:spPr bwMode="auto">
          <a:xfrm>
            <a:off x="2970627" y="5023693"/>
            <a:ext cx="1021040" cy="1703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İller aynı</a:t>
            </a:r>
          </a:p>
        </p:txBody>
      </p:sp>
      <p:sp>
        <p:nvSpPr>
          <p:cNvPr id="13" name="Dikdörtgen 12">
            <a:extLst>
              <a:ext uri="{FF2B5EF4-FFF2-40B4-BE49-F238E27FC236}">
                <a16:creationId xmlns:a16="http://schemas.microsoft.com/office/drawing/2014/main" id="{5C673381-54D5-96BB-269C-C0E4EAB9666F}"/>
              </a:ext>
            </a:extLst>
          </p:cNvPr>
          <p:cNvSpPr/>
          <p:nvPr/>
        </p:nvSpPr>
        <p:spPr bwMode="auto">
          <a:xfrm>
            <a:off x="3006691" y="5846188"/>
            <a:ext cx="1021040" cy="1703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Oturum Sayısı Aynı diğerlerini göremiyoruz</a:t>
            </a:r>
          </a:p>
        </p:txBody>
      </p:sp>
    </p:spTree>
    <p:extLst>
      <p:ext uri="{BB962C8B-B14F-4D97-AF65-F5344CB8AC3E}">
        <p14:creationId xmlns:p14="http://schemas.microsoft.com/office/powerpoint/2010/main" val="265679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" name="think-cell data - do not delete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70553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425" imgH="424" progId="TCLayout.ActiveDocument.1">
                  <p:embed/>
                </p:oleObj>
              </mc:Choice>
              <mc:Fallback>
                <p:oleObj name="think-cell Slide" r:id="rId17" imgW="425" imgH="424" progId="TCLayout.ActiveDocument.1">
                  <p:embed/>
                  <p:pic>
                    <p:nvPicPr>
                      <p:cNvPr id="138" name="think-cell data - do not delete" hidden="1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7A1137C-498A-25D4-B952-F72688A0C6ED}"/>
              </a:ext>
            </a:extLst>
          </p:cNvPr>
          <p:cNvSpPr txBox="1">
            <a:spLocks/>
          </p:cNvSpPr>
          <p:nvPr/>
        </p:nvSpPr>
        <p:spPr bwMode="auto">
          <a:xfrm>
            <a:off x="-10886" y="1841962"/>
            <a:ext cx="12192000" cy="420948"/>
          </a:xfrm>
          <a:prstGeom prst="rect">
            <a:avLst/>
          </a:prstGeom>
          <a:solidFill>
            <a:srgbClr val="03064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rgbClr val="CBDDEB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2000" b="1" noProof="0" dirty="0">
                <a:solidFill>
                  <a:schemeClr val="bg1"/>
                </a:solidFill>
              </a:rPr>
              <a:t>Görüntülenme Sayısı</a:t>
            </a:r>
            <a:endParaRPr lang="en-US" sz="2000" b="1" noProof="0" dirty="0">
              <a:solidFill>
                <a:schemeClr val="bg1"/>
              </a:solidFill>
            </a:endParaRPr>
          </a:p>
        </p:txBody>
      </p:sp>
      <p:graphicFrame>
        <p:nvGraphicFramePr>
          <p:cNvPr id="520" name="Chart 3">
            <a:extLst>
              <a:ext uri="{FF2B5EF4-FFF2-40B4-BE49-F238E27FC236}">
                <a16:creationId xmlns:a16="http://schemas.microsoft.com/office/drawing/2014/main" id="{C56128EF-F15E-8F5C-B892-A32290ACBF9F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01745778"/>
              </p:ext>
            </p:extLst>
          </p:nvPr>
        </p:nvGraphicFramePr>
        <p:xfrm>
          <a:off x="323850" y="2520950"/>
          <a:ext cx="11598275" cy="3602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BF2E599-C753-9FC6-67B7-C60CCC082856}"/>
              </a:ext>
            </a:extLst>
          </p:cNvPr>
          <p:cNvSpPr>
            <a:spLocks noGrp="1" noChangeArrowheads="1"/>
          </p:cNvSpPr>
          <p:nvPr>
            <p:custDataLst>
              <p:tags r:id="rId3"/>
            </p:custDataLst>
          </p:nvPr>
        </p:nvSpPr>
        <p:spPr bwMode="auto">
          <a:xfrm>
            <a:off x="669925" y="5875338"/>
            <a:ext cx="4270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527DFFF-181A-4FF0-ABF7-4D9165119419}" type="datetime'O''''''''''''''''''''''''c''''''''''''''a''''''k'''''''">
              <a:rPr lang="en-US" altLang="en-US" sz="1400" kern="0" smtClean="0">
                <a:cs typeface="+mn-cs"/>
              </a:rPr>
              <a:pPr/>
              <a:t>Ocak</a:t>
            </a:fld>
            <a:endParaRPr lang="en-US" sz="1400" kern="0" dirty="0"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514A25C-E8DF-2953-2BA3-D33E04E7ACF5}"/>
              </a:ext>
            </a:extLst>
          </p:cNvPr>
          <p:cNvSpPr>
            <a:spLocks noGrp="1" noChangeArrowheads="1"/>
          </p:cNvSpPr>
          <p:nvPr>
            <p:custDataLst>
              <p:tags r:id="rId4"/>
            </p:custDataLst>
          </p:nvPr>
        </p:nvSpPr>
        <p:spPr bwMode="auto">
          <a:xfrm>
            <a:off x="1597025" y="5875338"/>
            <a:ext cx="476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FE210D0-7BD5-41DB-8267-045924C53067}" type="datetime'''''Ş''''u''''''''''''''''b''''''''''''at'''">
              <a:rPr lang="en-US" altLang="en-US" sz="1400" kern="0" smtClean="0">
                <a:cs typeface="+mn-cs"/>
              </a:rPr>
              <a:pPr/>
              <a:t>Şubat</a:t>
            </a:fld>
            <a:endParaRPr lang="en-US" sz="1400" kern="0" dirty="0"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72F3ADF-A55A-2976-62D5-79D8DA33812F}"/>
              </a:ext>
            </a:extLst>
          </p:cNvPr>
          <p:cNvSpPr>
            <a:spLocks noGrp="1" noChangeArrowheads="1"/>
          </p:cNvSpPr>
          <p:nvPr>
            <p:custDataLst>
              <p:tags r:id="rId5"/>
            </p:custDataLst>
          </p:nvPr>
        </p:nvSpPr>
        <p:spPr bwMode="auto">
          <a:xfrm>
            <a:off x="2605088" y="5875338"/>
            <a:ext cx="3667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B006909-557C-4EF3-A0F4-E1ABF8AD81AB}" type="datetime'''''M''''''''''''''a''''r''''''''''''t'''''">
              <a:rPr lang="en-US" altLang="en-US" sz="1400" kern="0" smtClean="0">
                <a:cs typeface="+mn-cs"/>
              </a:rPr>
              <a:pPr/>
              <a:t>Mart</a:t>
            </a:fld>
            <a:endParaRPr lang="en-US" sz="1400" kern="0" dirty="0"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6739B9CB-1E65-9FDF-344B-56AF5B342D40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auto">
          <a:xfrm>
            <a:off x="3508375" y="5875338"/>
            <a:ext cx="4667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FF12974-8229-4528-8A88-219EF61F1111}" type="datetime'''''''''''''''''''''''N''''''''''''''''''''''is''a''''''n'''">
              <a:rPr lang="en-US" altLang="en-US" sz="1400" kern="0" smtClean="0">
                <a:cs typeface="+mn-cs"/>
              </a:rPr>
              <a:pPr/>
              <a:t>Nisan</a:t>
            </a:fld>
            <a:endParaRPr lang="en-US" sz="1400" kern="0" dirty="0">
              <a:cs typeface="+mn-cs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A68BD814-DFAD-5A95-BAF8-E07BA2F43330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auto">
          <a:xfrm>
            <a:off x="4451350" y="5875338"/>
            <a:ext cx="4857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72FC322C-EB9E-43B1-85D7-404BF7B211B1}" type="datetime'''''''''''''''''''''''''''''''M''a''''''''''''yı''''''''s'">
              <a:rPr lang="en-US" altLang="en-US" sz="1400" kern="0" smtClean="0">
                <a:cs typeface="+mn-cs"/>
              </a:rPr>
              <a:pPr/>
              <a:t>Mayıs</a:t>
            </a:fld>
            <a:endParaRPr lang="en-US" sz="1400" kern="0" dirty="0">
              <a:cs typeface="+mn-cs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F510BEF4-346C-3F54-E8A7-E815CAF31D7A}"/>
              </a:ext>
            </a:extLst>
          </p:cNvPr>
          <p:cNvSpPr>
            <a:spLocks noGrp="1" noChangeArrowheads="1"/>
          </p:cNvSpPr>
          <p:nvPr>
            <p:custDataLst>
              <p:tags r:id="rId8"/>
            </p:custDataLst>
          </p:nvPr>
        </p:nvSpPr>
        <p:spPr bwMode="auto">
          <a:xfrm>
            <a:off x="5335587" y="5875338"/>
            <a:ext cx="6238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F664747-7414-4AD2-8FA7-3B39B7B5F346}" type="datetime'''''Ha''''''''''''''z''i''''ran'''''''''''''''''''''''''''''">
              <a:rPr lang="en-US" altLang="en-US" sz="1400" kern="0" smtClean="0">
                <a:cs typeface="+mn-cs"/>
              </a:rPr>
              <a:pPr/>
              <a:t>Haziran</a:t>
            </a:fld>
            <a:endParaRPr lang="en-US" sz="1400" kern="0" dirty="0">
              <a:cs typeface="+mn-cs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7509F0BA-5C4F-6178-388B-2BDFA6957569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auto">
          <a:xfrm>
            <a:off x="6248400" y="5875338"/>
            <a:ext cx="7016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1FA21A33-9959-427B-9DBA-4B1818801583}" type="datetime'T''''e''''m''''''''''''''''''''''''''''''''m''u''''z'''''">
              <a:rPr lang="en-US" altLang="en-US" sz="1400" kern="0" smtClean="0">
                <a:cs typeface="+mn-cs"/>
              </a:rPr>
              <a:pPr/>
              <a:t>Temmuz</a:t>
            </a:fld>
            <a:endParaRPr lang="en-US" sz="1400" kern="0" dirty="0">
              <a:cs typeface="+mn-cs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94DA16ED-4CF2-6C4C-8F55-D92C25F47BAD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auto">
          <a:xfrm>
            <a:off x="7224712" y="5875338"/>
            <a:ext cx="6540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9104AEC-1654-4810-B84A-70C8D75EFDD9}" type="datetime'A''ğ''''u''''''''''''''''s''''''''''t''''''o''''''''s'''">
              <a:rPr lang="en-US" altLang="en-US" sz="1400" kern="0" smtClean="0">
                <a:cs typeface="+mn-cs"/>
              </a:rPr>
              <a:pPr/>
              <a:t>Ağustos</a:t>
            </a:fld>
            <a:endParaRPr lang="en-US" sz="1400" kern="0" dirty="0">
              <a:cs typeface="+mn-cs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A80B0DD1-32CD-86E9-6190-3F1C5E8FA42B}"/>
              </a:ext>
            </a:extLst>
          </p:cNvPr>
          <p:cNvSpPr>
            <a:spLocks noGrp="1" noChangeArrowheads="1"/>
          </p:cNvSpPr>
          <p:nvPr>
            <p:custDataLst>
              <p:tags r:id="rId11"/>
            </p:custDataLst>
          </p:nvPr>
        </p:nvSpPr>
        <p:spPr bwMode="auto">
          <a:xfrm>
            <a:off x="8305800" y="5875338"/>
            <a:ext cx="398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0E62264A-8E76-4F4F-AC5E-0D77A2CE61CB}" type="datetime'''E''''''yl''''''''''''''''''ü''l'''''''">
              <a:rPr lang="en-US" altLang="en-US" sz="1400" kern="0" smtClean="0">
                <a:cs typeface="+mn-cs"/>
              </a:rPr>
              <a:pPr/>
              <a:t>Eylül</a:t>
            </a:fld>
            <a:endParaRPr lang="en-US" sz="1400" kern="0" dirty="0">
              <a:cs typeface="+mn-cs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E136F3A6-9A0F-1ECE-E89E-4C8491E7671C}"/>
              </a:ext>
            </a:extLst>
          </p:cNvPr>
          <p:cNvSpPr>
            <a:spLocks noGrp="1" noChangeArrowheads="1"/>
          </p:cNvSpPr>
          <p:nvPr>
            <p:custDataLst>
              <p:tags r:id="rId12"/>
            </p:custDataLst>
          </p:nvPr>
        </p:nvSpPr>
        <p:spPr bwMode="auto">
          <a:xfrm>
            <a:off x="9255125" y="5875338"/>
            <a:ext cx="4079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02DB87E-2D1E-46AE-88B4-7BDC199F4736}" type="datetime'''E''''k''''''''''''''''''im'''''''''''''''''''''''''''''''''">
              <a:rPr lang="en-US" altLang="en-US" sz="1400" kern="0" smtClean="0">
                <a:cs typeface="+mn-cs"/>
              </a:rPr>
              <a:pPr/>
              <a:t>Ekim</a:t>
            </a:fld>
            <a:endParaRPr lang="en-US" sz="1400" kern="0" dirty="0">
              <a:cs typeface="+mn-cs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5497C5FC-1F95-29C5-9A78-EFFB7F540684}"/>
              </a:ext>
            </a:extLst>
          </p:cNvPr>
          <p:cNvSpPr>
            <a:spLocks noGrp="1" noChangeArrowheads="1"/>
          </p:cNvSpPr>
          <p:nvPr>
            <p:custDataLst>
              <p:tags r:id="rId13"/>
            </p:custDataLst>
          </p:nvPr>
        </p:nvSpPr>
        <p:spPr bwMode="auto">
          <a:xfrm>
            <a:off x="10153649" y="5875338"/>
            <a:ext cx="5159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3C8448E-802D-4918-BF4A-380AD3F95B08}" type="datetime'''''''''''''K''''''''''a''''''''''''''''''''''''s''''ım'''''''">
              <a:rPr lang="en-US" altLang="en-US" sz="1400" kern="0" smtClean="0">
                <a:cs typeface="+mn-cs"/>
              </a:rPr>
              <a:pPr/>
              <a:t>Kasım</a:t>
            </a:fld>
            <a:endParaRPr lang="en-US" sz="1400" kern="0" dirty="0">
              <a:cs typeface="+mn-cs"/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927DC91B-3E4A-1587-1C85-AF5D1E8762E9}"/>
              </a:ext>
            </a:extLst>
          </p:cNvPr>
          <p:cNvSpPr>
            <a:spLocks noGrp="1" noChangeArrowheads="1"/>
          </p:cNvSpPr>
          <p:nvPr>
            <p:custDataLst>
              <p:tags r:id="rId14"/>
            </p:custDataLst>
          </p:nvPr>
        </p:nvSpPr>
        <p:spPr bwMode="auto">
          <a:xfrm>
            <a:off x="11129963" y="5875338"/>
            <a:ext cx="4667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A5372BC-D7B1-4ABE-BD5F-53FB439B88F9}" type="datetime'''''''''''''A''''''''r''''a''''''''l''''''''ı''''''''''''k'">
              <a:rPr lang="en-US" altLang="en-US" sz="1400" kern="0" smtClean="0">
                <a:cs typeface="+mn-cs"/>
              </a:rPr>
              <a:pPr/>
              <a:t>Aralık</a:t>
            </a:fld>
            <a:endParaRPr lang="en-US" sz="1400" kern="0" dirty="0">
              <a:cs typeface="+mn-cs"/>
            </a:endParaRPr>
          </a:p>
        </p:txBody>
      </p:sp>
      <p:sp>
        <p:nvSpPr>
          <p:cNvPr id="522" name="Başlık 521">
            <a:extLst>
              <a:ext uri="{FF2B5EF4-FFF2-40B4-BE49-F238E27FC236}">
                <a16:creationId xmlns:a16="http://schemas.microsoft.com/office/drawing/2014/main" id="{3EE52564-A9D6-F70F-23AF-0CC921763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00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A2A19-775A-9D8A-7AC3-865F95D22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" name="think-cell data - do not delete" hidden="1">
            <a:extLst>
              <a:ext uri="{FF2B5EF4-FFF2-40B4-BE49-F238E27FC236}">
                <a16:creationId xmlns:a16="http://schemas.microsoft.com/office/drawing/2014/main" id="{0651CB21-B886-2075-F88A-D60006C3652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7833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425" imgH="424" progId="TCLayout.ActiveDocument.1">
                  <p:embed/>
                </p:oleObj>
              </mc:Choice>
              <mc:Fallback>
                <p:oleObj name="think-cell Slide" r:id="rId17" imgW="425" imgH="424" progId="TCLayout.ActiveDocument.1">
                  <p:embed/>
                  <p:pic>
                    <p:nvPicPr>
                      <p:cNvPr id="1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651CB21-B886-2075-F88A-D60006C365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EF72806-E131-5E29-7DA4-74C062128A98}"/>
              </a:ext>
            </a:extLst>
          </p:cNvPr>
          <p:cNvSpPr txBox="1">
            <a:spLocks/>
          </p:cNvSpPr>
          <p:nvPr/>
        </p:nvSpPr>
        <p:spPr bwMode="auto">
          <a:xfrm>
            <a:off x="-10886" y="1841962"/>
            <a:ext cx="12192000" cy="420948"/>
          </a:xfrm>
          <a:prstGeom prst="rect">
            <a:avLst/>
          </a:prstGeom>
          <a:solidFill>
            <a:srgbClr val="03064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rgbClr val="CBDDEB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2000" b="1" noProof="0" dirty="0">
                <a:solidFill>
                  <a:schemeClr val="bg1"/>
                </a:solidFill>
              </a:rPr>
              <a:t>Kullanıcı Sayısı</a:t>
            </a:r>
            <a:endParaRPr lang="en-US" sz="2000" b="1" noProof="0" dirty="0">
              <a:solidFill>
                <a:schemeClr val="bg1"/>
              </a:solidFill>
            </a:endParaRPr>
          </a:p>
        </p:txBody>
      </p:sp>
      <p:graphicFrame>
        <p:nvGraphicFramePr>
          <p:cNvPr id="5" name="Chart 3">
            <a:extLst>
              <a:ext uri="{FF2B5EF4-FFF2-40B4-BE49-F238E27FC236}">
                <a16:creationId xmlns:a16="http://schemas.microsoft.com/office/drawing/2014/main" id="{55246119-EA65-F983-9CA3-6D17561DE0D7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66542193"/>
              </p:ext>
            </p:extLst>
          </p:nvPr>
        </p:nvGraphicFramePr>
        <p:xfrm>
          <a:off x="323850" y="2520950"/>
          <a:ext cx="11598275" cy="3602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24550D3-922B-52E6-47BD-10CFC26F9337}"/>
              </a:ext>
            </a:extLst>
          </p:cNvPr>
          <p:cNvSpPr>
            <a:spLocks noGrp="1" noChangeArrowheads="1"/>
          </p:cNvSpPr>
          <p:nvPr>
            <p:custDataLst>
              <p:tags r:id="rId3"/>
            </p:custDataLst>
          </p:nvPr>
        </p:nvSpPr>
        <p:spPr bwMode="auto">
          <a:xfrm>
            <a:off x="669925" y="5875338"/>
            <a:ext cx="4270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527DFFF-181A-4FF0-ABF7-4D9165119419}" type="datetime'O''''''''''''''''''''''''c''''''''''''''a''''''k'''''''">
              <a:rPr lang="en-US" altLang="en-US" sz="1400" kern="0" smtClean="0">
                <a:cs typeface="+mn-cs"/>
              </a:rPr>
              <a:pPr/>
              <a:t>Ocak</a:t>
            </a:fld>
            <a:endParaRPr lang="en-US" sz="1400" kern="0" dirty="0"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3F1618C-F60B-C055-6111-83B4388C2293}"/>
              </a:ext>
            </a:extLst>
          </p:cNvPr>
          <p:cNvSpPr>
            <a:spLocks noGrp="1" noChangeArrowheads="1"/>
          </p:cNvSpPr>
          <p:nvPr>
            <p:custDataLst>
              <p:tags r:id="rId4"/>
            </p:custDataLst>
          </p:nvPr>
        </p:nvSpPr>
        <p:spPr bwMode="auto">
          <a:xfrm>
            <a:off x="1597025" y="5875338"/>
            <a:ext cx="4762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CFE210D0-7BD5-41DB-8267-045924C53067}" type="datetime'''''Ş''''u''''''''''''''''b''''''''''''at'''">
              <a:rPr lang="en-US" altLang="en-US" sz="1400" kern="0" smtClean="0">
                <a:cs typeface="+mn-cs"/>
              </a:rPr>
              <a:pPr/>
              <a:t>Şubat</a:t>
            </a:fld>
            <a:endParaRPr lang="en-US" sz="1400" kern="0" dirty="0"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D22E52B-FC2F-5F8B-27F8-C627276C8CB5}"/>
              </a:ext>
            </a:extLst>
          </p:cNvPr>
          <p:cNvSpPr>
            <a:spLocks noGrp="1" noChangeArrowheads="1"/>
          </p:cNvSpPr>
          <p:nvPr>
            <p:custDataLst>
              <p:tags r:id="rId5"/>
            </p:custDataLst>
          </p:nvPr>
        </p:nvSpPr>
        <p:spPr bwMode="auto">
          <a:xfrm>
            <a:off x="2605088" y="5875338"/>
            <a:ext cx="3667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B006909-557C-4EF3-A0F4-E1ABF8AD81AB}" type="datetime'''''M''''''''''''''a''''r''''''''''''t'''''">
              <a:rPr lang="en-US" altLang="en-US" sz="1400" kern="0" smtClean="0">
                <a:cs typeface="+mn-cs"/>
              </a:rPr>
              <a:pPr/>
              <a:t>Mart</a:t>
            </a:fld>
            <a:endParaRPr lang="en-US" sz="1400" kern="0" dirty="0"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9694E0B1-D212-D076-B8F7-96E31679025A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auto">
          <a:xfrm>
            <a:off x="3508375" y="5875338"/>
            <a:ext cx="4667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FF12974-8229-4528-8A88-219EF61F1111}" type="datetime'''''''''''''''''''''''N''''''''''''''''''''''is''a''''''n'''">
              <a:rPr lang="en-US" altLang="en-US" sz="1400" kern="0" smtClean="0">
                <a:cs typeface="+mn-cs"/>
              </a:rPr>
              <a:pPr/>
              <a:t>Nisan</a:t>
            </a:fld>
            <a:endParaRPr lang="en-US" sz="1400" kern="0" dirty="0">
              <a:cs typeface="+mn-cs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3A826DC-A867-3880-3227-2B825624A1C9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auto">
          <a:xfrm>
            <a:off x="4451350" y="5875338"/>
            <a:ext cx="4857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72FC322C-EB9E-43B1-85D7-404BF7B211B1}" type="datetime'''''''''''''''''''''''''''''''M''a''''''''''''yı''''''''s'">
              <a:rPr lang="en-US" altLang="en-US" sz="1400" kern="0" smtClean="0">
                <a:cs typeface="+mn-cs"/>
              </a:rPr>
              <a:pPr/>
              <a:t>Mayıs</a:t>
            </a:fld>
            <a:endParaRPr lang="en-US" sz="1400" kern="0" dirty="0">
              <a:cs typeface="+mn-cs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103F5FF8-27F8-3355-3104-7DEFD29DE642}"/>
              </a:ext>
            </a:extLst>
          </p:cNvPr>
          <p:cNvSpPr>
            <a:spLocks noGrp="1" noChangeArrowheads="1"/>
          </p:cNvSpPr>
          <p:nvPr>
            <p:custDataLst>
              <p:tags r:id="rId8"/>
            </p:custDataLst>
          </p:nvPr>
        </p:nvSpPr>
        <p:spPr bwMode="auto">
          <a:xfrm>
            <a:off x="5335587" y="5875338"/>
            <a:ext cx="6238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F664747-7414-4AD2-8FA7-3B39B7B5F346}" type="datetime'''''Ha''''''''''''''z''i''''ran'''''''''''''''''''''''''''''">
              <a:rPr lang="en-US" altLang="en-US" sz="1400" kern="0" smtClean="0">
                <a:cs typeface="+mn-cs"/>
              </a:rPr>
              <a:pPr/>
              <a:t>Haziran</a:t>
            </a:fld>
            <a:endParaRPr lang="en-US" sz="1400" kern="0" dirty="0">
              <a:cs typeface="+mn-cs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988F4C00-D339-AEB6-1984-DC203724F965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auto">
          <a:xfrm>
            <a:off x="6248400" y="5875338"/>
            <a:ext cx="7016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1FA21A33-9959-427B-9DBA-4B1818801583}" type="datetime'T''''e''''m''''''''''''''''''''''''''''''''m''u''''z'''''">
              <a:rPr lang="en-US" altLang="en-US" sz="1400" kern="0" smtClean="0">
                <a:cs typeface="+mn-cs"/>
              </a:rPr>
              <a:pPr/>
              <a:t>Temmuz</a:t>
            </a:fld>
            <a:endParaRPr lang="en-US" sz="1400" kern="0" dirty="0">
              <a:cs typeface="+mn-cs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48D58492-0C1D-E250-CE0F-0887F7B0FA1E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auto">
          <a:xfrm>
            <a:off x="7224712" y="5875338"/>
            <a:ext cx="6540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9104AEC-1654-4810-B84A-70C8D75EFDD9}" type="datetime'A''ğ''''u''''''''''''''''s''''''''''t''''''o''''''''s'''">
              <a:rPr lang="en-US" altLang="en-US" sz="1400" kern="0" smtClean="0">
                <a:cs typeface="+mn-cs"/>
              </a:rPr>
              <a:pPr/>
              <a:t>Ağustos</a:t>
            </a:fld>
            <a:endParaRPr lang="en-US" sz="1400" kern="0" dirty="0">
              <a:cs typeface="+mn-cs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D54704EC-1938-07EC-5B99-16A26623C7F6}"/>
              </a:ext>
            </a:extLst>
          </p:cNvPr>
          <p:cNvSpPr>
            <a:spLocks noGrp="1" noChangeArrowheads="1"/>
          </p:cNvSpPr>
          <p:nvPr>
            <p:custDataLst>
              <p:tags r:id="rId11"/>
            </p:custDataLst>
          </p:nvPr>
        </p:nvSpPr>
        <p:spPr bwMode="auto">
          <a:xfrm>
            <a:off x="8305800" y="5875338"/>
            <a:ext cx="3984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0E62264A-8E76-4F4F-AC5E-0D77A2CE61CB}" type="datetime'''E''''''yl''''''''''''''''''ü''l'''''''">
              <a:rPr lang="en-US" altLang="en-US" sz="1400" kern="0" smtClean="0">
                <a:cs typeface="+mn-cs"/>
              </a:rPr>
              <a:pPr/>
              <a:t>Eylül</a:t>
            </a:fld>
            <a:endParaRPr lang="en-US" sz="1400" kern="0" dirty="0">
              <a:cs typeface="+mn-cs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6D1DE715-3BEB-BA09-6CD6-9F8A3FE12C67}"/>
              </a:ext>
            </a:extLst>
          </p:cNvPr>
          <p:cNvSpPr>
            <a:spLocks noGrp="1" noChangeArrowheads="1"/>
          </p:cNvSpPr>
          <p:nvPr>
            <p:custDataLst>
              <p:tags r:id="rId12"/>
            </p:custDataLst>
          </p:nvPr>
        </p:nvSpPr>
        <p:spPr bwMode="auto">
          <a:xfrm>
            <a:off x="9255125" y="5875338"/>
            <a:ext cx="4079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02DB87E-2D1E-46AE-88B4-7BDC199F4736}" type="datetime'''E''''k''''''''''''''''''im'''''''''''''''''''''''''''''''''">
              <a:rPr lang="en-US" altLang="en-US" sz="1400" kern="0" smtClean="0">
                <a:cs typeface="+mn-cs"/>
              </a:rPr>
              <a:pPr/>
              <a:t>Ekim</a:t>
            </a:fld>
            <a:endParaRPr lang="en-US" sz="1400" kern="0" dirty="0">
              <a:cs typeface="+mn-cs"/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0188A8B5-7098-8FAF-FEF7-1445823A8035}"/>
              </a:ext>
            </a:extLst>
          </p:cNvPr>
          <p:cNvSpPr>
            <a:spLocks noGrp="1" noChangeArrowheads="1"/>
          </p:cNvSpPr>
          <p:nvPr>
            <p:custDataLst>
              <p:tags r:id="rId13"/>
            </p:custDataLst>
          </p:nvPr>
        </p:nvSpPr>
        <p:spPr bwMode="auto">
          <a:xfrm>
            <a:off x="10153649" y="5875338"/>
            <a:ext cx="51593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43C8448E-802D-4918-BF4A-380AD3F95B08}" type="datetime'''''''''''''K''''''''''a''''''''''''''''''''''''s''''ım'''''''">
              <a:rPr lang="en-US" altLang="en-US" sz="1400" kern="0" smtClean="0">
                <a:cs typeface="+mn-cs"/>
              </a:rPr>
              <a:pPr/>
              <a:t>Kasım</a:t>
            </a:fld>
            <a:endParaRPr lang="en-US" sz="1400" kern="0" dirty="0">
              <a:cs typeface="+mn-cs"/>
            </a:endParaRP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BEE34868-C81E-8879-CACC-CB3980C16CDA}"/>
              </a:ext>
            </a:extLst>
          </p:cNvPr>
          <p:cNvSpPr>
            <a:spLocks noGrp="1" noChangeArrowheads="1"/>
          </p:cNvSpPr>
          <p:nvPr>
            <p:custDataLst>
              <p:tags r:id="rId14"/>
            </p:custDataLst>
          </p:nvPr>
        </p:nvSpPr>
        <p:spPr bwMode="auto">
          <a:xfrm>
            <a:off x="11129963" y="5875338"/>
            <a:ext cx="4667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DA5372BC-D7B1-4ABE-BD5F-53FB439B88F9}" type="datetime'''''''''''''A''''''''r''''a''''''''l''''''''ı''''''''''''k'">
              <a:rPr lang="en-US" altLang="en-US" sz="1400" kern="0" smtClean="0">
                <a:cs typeface="+mn-cs"/>
              </a:rPr>
              <a:pPr/>
              <a:t>Aralık</a:t>
            </a:fld>
            <a:endParaRPr lang="en-US" sz="1400" kern="0" dirty="0">
              <a:cs typeface="+mn-cs"/>
            </a:endParaRPr>
          </a:p>
        </p:txBody>
      </p:sp>
      <p:sp>
        <p:nvSpPr>
          <p:cNvPr id="9" name="Başlık 8">
            <a:extLst>
              <a:ext uri="{FF2B5EF4-FFF2-40B4-BE49-F238E27FC236}">
                <a16:creationId xmlns:a16="http://schemas.microsoft.com/office/drawing/2014/main" id="{AD452D42-1FD0-DB03-A300-4DF155CF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717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B2AFA-CC40-B9AC-0FF4-5FC35C3DE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" name="think-cell data - do not delete" hidden="1">
            <a:extLst>
              <a:ext uri="{FF2B5EF4-FFF2-40B4-BE49-F238E27FC236}">
                <a16:creationId xmlns:a16="http://schemas.microsoft.com/office/drawing/2014/main" id="{262329DC-285C-CC9B-0867-607B44C3E0A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78013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425" imgH="424" progId="TCLayout.ActiveDocument.1">
                  <p:embed/>
                </p:oleObj>
              </mc:Choice>
              <mc:Fallback>
                <p:oleObj name="think-cell Slide" r:id="rId35" imgW="425" imgH="424" progId="TCLayout.ActiveDocument.1">
                  <p:embed/>
                  <p:pic>
                    <p:nvPicPr>
                      <p:cNvPr id="1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2329DC-285C-CC9B-0867-607B44C3E0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F9BB5F8-C254-4ACA-AF21-B17EE5F08C2C}"/>
              </a:ext>
            </a:extLst>
          </p:cNvPr>
          <p:cNvSpPr txBox="1">
            <a:spLocks/>
          </p:cNvSpPr>
          <p:nvPr/>
        </p:nvSpPr>
        <p:spPr bwMode="auto">
          <a:xfrm>
            <a:off x="-10886" y="1841962"/>
            <a:ext cx="12192000" cy="420948"/>
          </a:xfrm>
          <a:prstGeom prst="rect">
            <a:avLst/>
          </a:prstGeom>
          <a:solidFill>
            <a:srgbClr val="03064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rgbClr val="CBDDEB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2000" b="1" noProof="0" dirty="0" err="1">
                <a:solidFill>
                  <a:schemeClr val="bg1"/>
                </a:solidFill>
              </a:rPr>
              <a:t>Websitesine</a:t>
            </a:r>
            <a:r>
              <a:rPr lang="tr-TR" sz="2000" b="1" noProof="0" dirty="0">
                <a:solidFill>
                  <a:schemeClr val="bg1"/>
                </a:solidFill>
              </a:rPr>
              <a:t> giriş sayısı, günlük</a:t>
            </a:r>
            <a:endParaRPr lang="en-US" sz="2000" b="1" noProof="0" dirty="0">
              <a:solidFill>
                <a:schemeClr val="bg1"/>
              </a:solidFill>
            </a:endParaRPr>
          </a:p>
        </p:txBody>
      </p:sp>
      <p:cxnSp>
        <p:nvCxnSpPr>
          <p:cNvPr id="36" name="Düz Bağlayıcı 35">
            <a:extLst>
              <a:ext uri="{FF2B5EF4-FFF2-40B4-BE49-F238E27FC236}">
                <a16:creationId xmlns:a16="http://schemas.microsoft.com/office/drawing/2014/main" id="{6F2845FE-67D7-49F1-007C-2A6C5AEBC18A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996950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Düz Bağlayıcı 133">
            <a:extLst>
              <a:ext uri="{FF2B5EF4-FFF2-40B4-BE49-F238E27FC236}">
                <a16:creationId xmlns:a16="http://schemas.microsoft.com/office/drawing/2014/main" id="{632C2960-4F35-C0F8-6858-431A3A0A0A49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903413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Düz Bağlayıcı 51">
            <a:extLst>
              <a:ext uri="{FF2B5EF4-FFF2-40B4-BE49-F238E27FC236}">
                <a16:creationId xmlns:a16="http://schemas.microsoft.com/office/drawing/2014/main" id="{B3F19001-E72B-9C18-C55A-3F626C597819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720975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Düz Bağlayıcı 134">
            <a:extLst>
              <a:ext uri="{FF2B5EF4-FFF2-40B4-BE49-F238E27FC236}">
                <a16:creationId xmlns:a16="http://schemas.microsoft.com/office/drawing/2014/main" id="{34FFF7F2-6190-963C-0CB0-A77CA71D691E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627438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Düz Bağlayıcı 52">
            <a:extLst>
              <a:ext uri="{FF2B5EF4-FFF2-40B4-BE49-F238E27FC236}">
                <a16:creationId xmlns:a16="http://schemas.microsoft.com/office/drawing/2014/main" id="{407FFB1D-83FC-915C-E271-CAA369026CE4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4503738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Düz Bağlayıcı 135">
            <a:extLst>
              <a:ext uri="{FF2B5EF4-FFF2-40B4-BE49-F238E27FC236}">
                <a16:creationId xmlns:a16="http://schemas.microsoft.com/office/drawing/2014/main" id="{3E8B4729-45B2-32FE-B000-222276CB0DD5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5410200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Düz Bağlayıcı 43">
            <a:extLst>
              <a:ext uri="{FF2B5EF4-FFF2-40B4-BE49-F238E27FC236}">
                <a16:creationId xmlns:a16="http://schemas.microsoft.com/office/drawing/2014/main" id="{3856E639-4711-019C-8317-5CC2FB619914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6286500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Düz Bağlayıcı 136">
            <a:extLst>
              <a:ext uri="{FF2B5EF4-FFF2-40B4-BE49-F238E27FC236}">
                <a16:creationId xmlns:a16="http://schemas.microsoft.com/office/drawing/2014/main" id="{F36DC551-C601-E3E7-5D40-2C05E2F0BB9B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7192963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Düz Bağlayıcı 53">
            <a:extLst>
              <a:ext uri="{FF2B5EF4-FFF2-40B4-BE49-F238E27FC236}">
                <a16:creationId xmlns:a16="http://schemas.microsoft.com/office/drawing/2014/main" id="{C1E5B5E2-8091-B756-314A-9C64164D83BF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8097838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Düz Bağlayıcı 138">
            <a:extLst>
              <a:ext uri="{FF2B5EF4-FFF2-40B4-BE49-F238E27FC236}">
                <a16:creationId xmlns:a16="http://schemas.microsoft.com/office/drawing/2014/main" id="{9534B829-4417-3F6F-4782-228A4230E484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8974138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Düz Bağlayıcı 54">
            <a:extLst>
              <a:ext uri="{FF2B5EF4-FFF2-40B4-BE49-F238E27FC236}">
                <a16:creationId xmlns:a16="http://schemas.microsoft.com/office/drawing/2014/main" id="{906111AA-819B-1A8B-8A5B-F426BE6AEA13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9880600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Düz Bağlayıcı 139">
            <a:extLst>
              <a:ext uri="{FF2B5EF4-FFF2-40B4-BE49-F238E27FC236}">
                <a16:creationId xmlns:a16="http://schemas.microsoft.com/office/drawing/2014/main" id="{7ED9A4B2-696B-33DB-F5D8-922BF54CA132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10756900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Düz Bağlayıcı 36">
            <a:extLst>
              <a:ext uri="{FF2B5EF4-FFF2-40B4-BE49-F238E27FC236}">
                <a16:creationId xmlns:a16="http://schemas.microsoft.com/office/drawing/2014/main" id="{8D31E842-3EF9-F9F1-2575-A2B55C18B4D8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1663363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2FA09998-E673-FC92-C820-2AF5E5739904}"/>
              </a:ext>
            </a:extLst>
          </p:cNvPr>
          <p:cNvGraphicFramePr/>
          <p:nvPr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1674383549"/>
              </p:ext>
            </p:extLst>
          </p:nvPr>
        </p:nvGraphicFramePr>
        <p:xfrm>
          <a:off x="57150" y="2509838"/>
          <a:ext cx="11688763" cy="3270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7"/>
          </a:graphicData>
        </a:graphic>
      </p:graphicFrame>
      <p:sp>
        <p:nvSpPr>
          <p:cNvPr id="34" name="Rectangle 3">
            <a:extLst>
              <a:ext uri="{FF2B5EF4-FFF2-40B4-BE49-F238E27FC236}">
                <a16:creationId xmlns:a16="http://schemas.microsoft.com/office/drawing/2014/main" id="{0C5E5E3C-057E-3CBB-ABC7-F092EEF38924}"/>
              </a:ext>
            </a:extLst>
          </p:cNvPr>
          <p:cNvSpPr>
            <a:spLocks noGrp="1" noChangeArrowheads="1"/>
          </p:cNvSpPr>
          <p:nvPr>
            <p:custDataLst>
              <p:tags r:id="rId16"/>
            </p:custDataLst>
          </p:nvPr>
        </p:nvSpPr>
        <p:spPr bwMode="gray">
          <a:xfrm>
            <a:off x="776288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905E4C2-140B-412E-8933-7CD4343961A0}" type="datetime'''''''''0''''''''1''''''''''/2''''''''''''''''5'''''''''''">
              <a:rPr lang="en-US" altLang="en-US" sz="1400" kern="0" smtClean="0">
                <a:cs typeface="+mn-cs"/>
              </a:rPr>
              <a:pPr/>
              <a:t>01/25</a:t>
            </a:fld>
            <a:endParaRPr lang="en-US" sz="1400" kern="0" dirty="0">
              <a:cs typeface="+mn-cs"/>
            </a:endParaRPr>
          </a:p>
        </p:txBody>
      </p:sp>
      <p:sp>
        <p:nvSpPr>
          <p:cNvPr id="128" name="Rectangle 3">
            <a:extLst>
              <a:ext uri="{FF2B5EF4-FFF2-40B4-BE49-F238E27FC236}">
                <a16:creationId xmlns:a16="http://schemas.microsoft.com/office/drawing/2014/main" id="{B41EFD0A-CC09-4F06-E007-ECD33357E286}"/>
              </a:ext>
            </a:extLst>
          </p:cNvPr>
          <p:cNvSpPr>
            <a:spLocks noGrp="1" noChangeArrowheads="1"/>
          </p:cNvSpPr>
          <p:nvPr>
            <p:custDataLst>
              <p:tags r:id="rId17"/>
            </p:custDataLst>
          </p:nvPr>
        </p:nvSpPr>
        <p:spPr bwMode="gray">
          <a:xfrm>
            <a:off x="1682750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F38CA13-A824-4E1A-BDB9-E4E3C8253E49}" type="datetime'''''''''''''''''''0''''''''''''''''''''2''''/''''25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02/25</a:t>
            </a:fld>
            <a:endParaRPr lang="en-US" sz="1400" kern="0" dirty="0">
              <a:cs typeface="+mn-cs"/>
            </a:endParaRP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12083127-4538-8D34-8DBE-44D3011403E0}"/>
              </a:ext>
            </a:extLst>
          </p:cNvPr>
          <p:cNvSpPr>
            <a:spLocks noGrp="1" noChangeArrowheads="1"/>
          </p:cNvSpPr>
          <p:nvPr>
            <p:custDataLst>
              <p:tags r:id="rId18"/>
            </p:custDataLst>
          </p:nvPr>
        </p:nvSpPr>
        <p:spPr bwMode="gray">
          <a:xfrm>
            <a:off x="2500313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436E6A4-DF5D-4EDC-8CAC-4CD7F9FF0582}" type="datetime'''''''0''''3''''''''''''''''''''/''''''''''2''5'''''''''''''">
              <a:rPr lang="en-US" altLang="en-US" sz="1400" kern="0" smtClean="0">
                <a:cs typeface="+mn-cs"/>
              </a:rPr>
              <a:pPr/>
              <a:t>03/25</a:t>
            </a:fld>
            <a:endParaRPr lang="en-US" sz="1400" kern="0" dirty="0">
              <a:cs typeface="+mn-cs"/>
            </a:endParaRPr>
          </a:p>
        </p:txBody>
      </p:sp>
      <p:sp>
        <p:nvSpPr>
          <p:cNvPr id="129" name="Rectangle 3">
            <a:extLst>
              <a:ext uri="{FF2B5EF4-FFF2-40B4-BE49-F238E27FC236}">
                <a16:creationId xmlns:a16="http://schemas.microsoft.com/office/drawing/2014/main" id="{1A98AC34-FFC7-C3DA-4186-0E9F9D2178F4}"/>
              </a:ext>
            </a:extLst>
          </p:cNvPr>
          <p:cNvSpPr>
            <a:spLocks noGrp="1" noChangeArrowheads="1"/>
          </p:cNvSpPr>
          <p:nvPr>
            <p:custDataLst>
              <p:tags r:id="rId19"/>
            </p:custDataLst>
          </p:nvPr>
        </p:nvSpPr>
        <p:spPr bwMode="gray">
          <a:xfrm>
            <a:off x="3406775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7A0CB15-F74A-4BC5-91F1-A425BA9F8B3B}" type="datetime'0''''''''''''''''4''''''''''''/''''''''''''25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04/25</a:t>
            </a:fld>
            <a:endParaRPr lang="en-US" sz="1400" kern="0" dirty="0">
              <a:cs typeface="+mn-cs"/>
            </a:endParaRPr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62395E4A-1896-2D33-B12B-D1499FBFC094}"/>
              </a:ext>
            </a:extLst>
          </p:cNvPr>
          <p:cNvSpPr>
            <a:spLocks noGrp="1" noChangeArrowheads="1"/>
          </p:cNvSpPr>
          <p:nvPr>
            <p:custDataLst>
              <p:tags r:id="rId20"/>
            </p:custDataLst>
          </p:nvPr>
        </p:nvSpPr>
        <p:spPr bwMode="gray">
          <a:xfrm>
            <a:off x="4283075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68D86B8-0F79-4A6E-8D64-6B9125FA11F6}" type="datetime'0''5''''''/''''''2''''''''''''''5'''''''''''''''''''''">
              <a:rPr lang="en-US" altLang="en-US" sz="1400" kern="0" smtClean="0">
                <a:cs typeface="+mn-cs"/>
              </a:rPr>
              <a:pPr/>
              <a:t>05/25</a:t>
            </a:fld>
            <a:endParaRPr lang="en-US" sz="1400" kern="0" dirty="0">
              <a:cs typeface="+mn-cs"/>
            </a:endParaRPr>
          </a:p>
        </p:txBody>
      </p:sp>
      <p:sp>
        <p:nvSpPr>
          <p:cNvPr id="130" name="Rectangle 3">
            <a:extLst>
              <a:ext uri="{FF2B5EF4-FFF2-40B4-BE49-F238E27FC236}">
                <a16:creationId xmlns:a16="http://schemas.microsoft.com/office/drawing/2014/main" id="{1B744230-4A5C-F168-A1C5-EE3FDA67325A}"/>
              </a:ext>
            </a:extLst>
          </p:cNvPr>
          <p:cNvSpPr>
            <a:spLocks noGrp="1" noChangeArrowheads="1"/>
          </p:cNvSpPr>
          <p:nvPr>
            <p:custDataLst>
              <p:tags r:id="rId21"/>
            </p:custDataLst>
          </p:nvPr>
        </p:nvSpPr>
        <p:spPr bwMode="gray">
          <a:xfrm>
            <a:off x="5189538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6FA7A2B-335A-45BC-98B2-9FCC0E7FE715}" type="datetime'''''''''0''''''''''''6''''''''''/''''''''''''''25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06/25</a:t>
            </a:fld>
            <a:endParaRPr lang="en-US" sz="1400" kern="0" dirty="0">
              <a:cs typeface="+mn-cs"/>
            </a:endParaRP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1AD6A6DE-2B4A-4FC9-DC23-C35E0766441E}"/>
              </a:ext>
            </a:extLst>
          </p:cNvPr>
          <p:cNvSpPr>
            <a:spLocks noGrp="1" noChangeArrowheads="1"/>
          </p:cNvSpPr>
          <p:nvPr>
            <p:custDataLst>
              <p:tags r:id="rId22"/>
            </p:custDataLst>
          </p:nvPr>
        </p:nvSpPr>
        <p:spPr bwMode="gray">
          <a:xfrm>
            <a:off x="6065838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0229865-1FE3-4B87-B1D8-1C97EC62AF91}" type="datetime'''''''''''''''''''''''''0''7/''''2''''''''''''''''''''''''5'''">
              <a:rPr lang="en-US" altLang="en-US" sz="1400" kern="0" smtClean="0">
                <a:cs typeface="+mn-cs"/>
              </a:rPr>
              <a:pPr/>
              <a:t>07/25</a:t>
            </a:fld>
            <a:endParaRPr lang="en-US" sz="1400" kern="0" dirty="0">
              <a:cs typeface="+mn-cs"/>
            </a:endParaRPr>
          </a:p>
        </p:txBody>
      </p:sp>
      <p:sp>
        <p:nvSpPr>
          <p:cNvPr id="131" name="Rectangle 3">
            <a:extLst>
              <a:ext uri="{FF2B5EF4-FFF2-40B4-BE49-F238E27FC236}">
                <a16:creationId xmlns:a16="http://schemas.microsoft.com/office/drawing/2014/main" id="{B5086A14-EA73-CDEB-FD19-EE93895F0F8A}"/>
              </a:ext>
            </a:extLst>
          </p:cNvPr>
          <p:cNvSpPr>
            <a:spLocks noGrp="1" noChangeArrowheads="1"/>
          </p:cNvSpPr>
          <p:nvPr>
            <p:custDataLst>
              <p:tags r:id="rId23"/>
            </p:custDataLst>
          </p:nvPr>
        </p:nvSpPr>
        <p:spPr bwMode="gray">
          <a:xfrm>
            <a:off x="6972300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7F883E6C-E5FF-407D-83F1-F7EC8F10ADD2}" type="datetime'''''''0''''''''''''''8''''''''/''2''''''''''5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08/25</a:t>
            </a:fld>
            <a:endParaRPr lang="en-US" sz="1400" kern="0" dirty="0">
              <a:cs typeface="+mn-cs"/>
            </a:endParaRPr>
          </a:p>
        </p:txBody>
      </p:sp>
      <p:sp>
        <p:nvSpPr>
          <p:cNvPr id="50" name="Rectangle 3">
            <a:extLst>
              <a:ext uri="{FF2B5EF4-FFF2-40B4-BE49-F238E27FC236}">
                <a16:creationId xmlns:a16="http://schemas.microsoft.com/office/drawing/2014/main" id="{DCA17563-34D3-7E56-18A7-111A646DA17E}"/>
              </a:ext>
            </a:extLst>
          </p:cNvPr>
          <p:cNvSpPr>
            <a:spLocks noGrp="1" noChangeArrowheads="1"/>
          </p:cNvSpPr>
          <p:nvPr>
            <p:custDataLst>
              <p:tags r:id="rId24"/>
            </p:custDataLst>
          </p:nvPr>
        </p:nvSpPr>
        <p:spPr bwMode="gray">
          <a:xfrm>
            <a:off x="7877175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CA620A6-ACEE-44E3-9189-07014660E0DE}" type="datetime'''''''''''''''''0''''''''''9''''''/''''2''''''''5'''">
              <a:rPr lang="en-US" altLang="en-US" sz="1400" kern="0" smtClean="0">
                <a:cs typeface="+mn-cs"/>
              </a:rPr>
              <a:pPr/>
              <a:t>09/25</a:t>
            </a:fld>
            <a:endParaRPr lang="en-US" sz="1400" kern="0" dirty="0">
              <a:cs typeface="+mn-cs"/>
            </a:endParaRPr>
          </a:p>
        </p:txBody>
      </p:sp>
      <p:sp>
        <p:nvSpPr>
          <p:cNvPr id="132" name="Rectangle 3">
            <a:extLst>
              <a:ext uri="{FF2B5EF4-FFF2-40B4-BE49-F238E27FC236}">
                <a16:creationId xmlns:a16="http://schemas.microsoft.com/office/drawing/2014/main" id="{F2182DFE-80D5-FC1C-3DEB-10415269BBCC}"/>
              </a:ext>
            </a:extLst>
          </p:cNvPr>
          <p:cNvSpPr>
            <a:spLocks noGrp="1" noChangeArrowheads="1"/>
          </p:cNvSpPr>
          <p:nvPr>
            <p:custDataLst>
              <p:tags r:id="rId25"/>
            </p:custDataLst>
          </p:nvPr>
        </p:nvSpPr>
        <p:spPr bwMode="gray">
          <a:xfrm>
            <a:off x="8753475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4469235-0B5A-4987-86F6-C7BAAD38324C}" type="datetime'1''''''''''''0''/''''''''2''''''''''''''''''''''''''''5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10/25</a:t>
            </a:fld>
            <a:endParaRPr lang="en-US" sz="1400" kern="0" dirty="0">
              <a:cs typeface="+mn-cs"/>
            </a:endParaRPr>
          </a:p>
        </p:txBody>
      </p:sp>
      <p:sp>
        <p:nvSpPr>
          <p:cNvPr id="51" name="Rectangle 3">
            <a:extLst>
              <a:ext uri="{FF2B5EF4-FFF2-40B4-BE49-F238E27FC236}">
                <a16:creationId xmlns:a16="http://schemas.microsoft.com/office/drawing/2014/main" id="{4E52BBF5-4BF4-0EA9-5635-3405C8B27FC0}"/>
              </a:ext>
            </a:extLst>
          </p:cNvPr>
          <p:cNvSpPr>
            <a:spLocks noGrp="1" noChangeArrowheads="1"/>
          </p:cNvSpPr>
          <p:nvPr>
            <p:custDataLst>
              <p:tags r:id="rId26"/>
            </p:custDataLst>
          </p:nvPr>
        </p:nvSpPr>
        <p:spPr bwMode="gray">
          <a:xfrm>
            <a:off x="9659938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B548024-6CC4-4628-9F5C-17D91A5E81C8}" type="datetime'''''''''1''''''''''''1''''''''''/''''''2''''''''''''''''5'''">
              <a:rPr lang="en-US" altLang="en-US" sz="1400" kern="0" smtClean="0">
                <a:cs typeface="+mn-cs"/>
              </a:rPr>
              <a:pPr/>
              <a:t>11/25</a:t>
            </a:fld>
            <a:endParaRPr lang="en-US" sz="1400" kern="0" dirty="0">
              <a:cs typeface="+mn-cs"/>
            </a:endParaRPr>
          </a:p>
        </p:txBody>
      </p:sp>
      <p:sp>
        <p:nvSpPr>
          <p:cNvPr id="133" name="Rectangle 3">
            <a:extLst>
              <a:ext uri="{FF2B5EF4-FFF2-40B4-BE49-F238E27FC236}">
                <a16:creationId xmlns:a16="http://schemas.microsoft.com/office/drawing/2014/main" id="{D712F83A-0624-E49A-2FD5-212854454B54}"/>
              </a:ext>
            </a:extLst>
          </p:cNvPr>
          <p:cNvSpPr>
            <a:spLocks noGrp="1" noChangeArrowheads="1"/>
          </p:cNvSpPr>
          <p:nvPr>
            <p:custDataLst>
              <p:tags r:id="rId27"/>
            </p:custDataLst>
          </p:nvPr>
        </p:nvSpPr>
        <p:spPr bwMode="gray">
          <a:xfrm>
            <a:off x="10536238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E4CBE8A-EC4F-4752-8E0E-9AEDC8B3DD1A}" type="datetime'''''''''''''''''''''''''12''''''''''''''''''''''''/''2''''''5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12/25</a:t>
            </a:fld>
            <a:endParaRPr lang="en-US" sz="1400" kern="0" dirty="0">
              <a:cs typeface="+mn-cs"/>
            </a:endParaRP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BDE0834F-E11C-9A5D-A700-D5D6104D9FE0}"/>
              </a:ext>
            </a:extLst>
          </p:cNvPr>
          <p:cNvSpPr>
            <a:spLocks noGrp="1" noChangeArrowheads="1"/>
          </p:cNvSpPr>
          <p:nvPr>
            <p:custDataLst>
              <p:tags r:id="rId28"/>
            </p:custDataLst>
          </p:nvPr>
        </p:nvSpPr>
        <p:spPr bwMode="gray">
          <a:xfrm>
            <a:off x="11442700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31E6E6A-CF1F-46F6-B97A-59B4B347301E}" type="datetime'''''''''0''''1''''''''''''''''''/''''''2''''''''6'''''''''''">
              <a:rPr lang="en-US" altLang="en-US" sz="1400" kern="0" smtClean="0">
                <a:cs typeface="+mn-cs"/>
              </a:rPr>
              <a:pPr/>
              <a:t>01/26</a:t>
            </a:fld>
            <a:endParaRPr lang="en-US" sz="1400" kern="0" dirty="0">
              <a:cs typeface="+mn-cs"/>
            </a:endParaRPr>
          </a:p>
        </p:txBody>
      </p:sp>
      <p:cxnSp>
        <p:nvCxnSpPr>
          <p:cNvPr id="154" name="Düz Bağlayıcı 153">
            <a:extLst>
              <a:ext uri="{FF2B5EF4-FFF2-40B4-BE49-F238E27FC236}">
                <a16:creationId xmlns:a16="http://schemas.microsoft.com/office/drawing/2014/main" id="{49CD9004-0554-1145-930E-DC6C4211369C}"/>
              </a:ext>
            </a:extLst>
          </p:cNvPr>
          <p:cNvCxnSpPr/>
          <p:nvPr>
            <p:custDataLst>
              <p:tags r:id="rId29"/>
            </p:custDataLst>
          </p:nvPr>
        </p:nvCxnSpPr>
        <p:spPr bwMode="gray">
          <a:xfrm>
            <a:off x="4065588" y="6427788"/>
            <a:ext cx="212725" cy="0"/>
          </a:xfrm>
          <a:prstGeom prst="line">
            <a:avLst/>
          </a:prstGeom>
          <a:ln w="38100" cap="rnd" cmpd="sng" algn="ctr">
            <a:solidFill>
              <a:srgbClr val="940D0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Düz Bağlayıcı 154">
            <a:extLst>
              <a:ext uri="{FF2B5EF4-FFF2-40B4-BE49-F238E27FC236}">
                <a16:creationId xmlns:a16="http://schemas.microsoft.com/office/drawing/2014/main" id="{3282484B-88A5-3F3F-9A7E-8E91035DFA77}"/>
              </a:ext>
            </a:extLst>
          </p:cNvPr>
          <p:cNvCxnSpPr/>
          <p:nvPr>
            <p:custDataLst>
              <p:tags r:id="rId30"/>
            </p:custDataLst>
          </p:nvPr>
        </p:nvCxnSpPr>
        <p:spPr bwMode="gray">
          <a:xfrm>
            <a:off x="5692775" y="6427788"/>
            <a:ext cx="212725" cy="0"/>
          </a:xfrm>
          <a:prstGeom prst="line">
            <a:avLst/>
          </a:prstGeom>
          <a:ln w="38100" cap="rnd" cmpd="sng" algn="ctr">
            <a:solidFill>
              <a:srgbClr val="364D6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id="{E2ACB155-9495-5CE9-33F7-9B14A0A692BE}"/>
              </a:ext>
            </a:extLst>
          </p:cNvPr>
          <p:cNvSpPr>
            <a:spLocks noGrp="1" noChangeArrowheads="1"/>
          </p:cNvSpPr>
          <p:nvPr>
            <p:custDataLst>
              <p:tags r:id="rId31"/>
            </p:custDataLst>
          </p:nvPr>
        </p:nvSpPr>
        <p:spPr bwMode="auto">
          <a:xfrm>
            <a:off x="4348163" y="6329363"/>
            <a:ext cx="12239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fld id="{30D3B694-F8F8-4AF8-9F15-846C96780F9A}" type="datetime'''''K''u''ll''an''''ı''''cı'''''' ''''S''ay''ıs''ı'''''">
              <a:rPr lang="en-US" altLang="en-US" sz="1400" kern="0" smtClean="0">
                <a:cs typeface="+mn-cs"/>
              </a:rPr>
              <a:pPr marL="0" lvl="0" indent="0">
                <a:spcBef>
                  <a:spcPct val="0"/>
                </a:spcBef>
                <a:buNone/>
              </a:pPr>
              <a:t>Kullanıcı Sayısı</a:t>
            </a:fld>
            <a:endParaRPr lang="en-US" sz="1400" kern="0" dirty="0">
              <a:cs typeface="+mn-cs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2F7C895-0E06-0B0F-DCC5-4C430307F33E}"/>
              </a:ext>
            </a:extLst>
          </p:cNvPr>
          <p:cNvSpPr>
            <a:spLocks noGrp="1" noChangeArrowheads="1"/>
          </p:cNvSpPr>
          <p:nvPr>
            <p:custDataLst>
              <p:tags r:id="rId32"/>
            </p:custDataLst>
          </p:nvPr>
        </p:nvSpPr>
        <p:spPr bwMode="auto">
          <a:xfrm>
            <a:off x="5975350" y="6329363"/>
            <a:ext cx="166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fld id="{AF145DD5-F212-4629-9CDF-F9464CB2413B}" type="datetime'''''G''''''ö''''rü''nt''''''''ü''''lenme ''''S''''ay''ı''sı'">
              <a:rPr lang="en-US" altLang="en-US" sz="1400" kern="0" smtClean="0">
                <a:cs typeface="+mn-cs"/>
              </a:rPr>
              <a:pPr marL="0" lvl="0" indent="0">
                <a:spcBef>
                  <a:spcPct val="0"/>
                </a:spcBef>
                <a:buNone/>
              </a:pPr>
              <a:t>Görüntülenme Sayısı</a:t>
            </a:fld>
            <a:endParaRPr lang="en-US" sz="1400" kern="0" dirty="0">
              <a:cs typeface="+mn-cs"/>
            </a:endParaRPr>
          </a:p>
        </p:txBody>
      </p:sp>
      <p:sp>
        <p:nvSpPr>
          <p:cNvPr id="163" name="Başlık 162">
            <a:extLst>
              <a:ext uri="{FF2B5EF4-FFF2-40B4-BE49-F238E27FC236}">
                <a16:creationId xmlns:a16="http://schemas.microsoft.com/office/drawing/2014/main" id="{015AC5DF-F1D5-E98E-573A-D19746664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15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2F058-15B5-4D85-A1B1-60B020E35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" name="think-cell data - do not delete" hidden="1">
            <a:extLst>
              <a:ext uri="{FF2B5EF4-FFF2-40B4-BE49-F238E27FC236}">
                <a16:creationId xmlns:a16="http://schemas.microsoft.com/office/drawing/2014/main" id="{2F953ED2-9736-BEF8-412A-01B469B8A22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910694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5" imgW="425" imgH="424" progId="TCLayout.ActiveDocument.1">
                  <p:embed/>
                </p:oleObj>
              </mc:Choice>
              <mc:Fallback>
                <p:oleObj name="think-cell Slide" r:id="rId35" imgW="425" imgH="424" progId="TCLayout.ActiveDocument.1">
                  <p:embed/>
                  <p:pic>
                    <p:nvPicPr>
                      <p:cNvPr id="1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953ED2-9736-BEF8-412A-01B469B8A2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E7DE0D9-0A39-C191-030A-4D67DA4938A3}"/>
              </a:ext>
            </a:extLst>
          </p:cNvPr>
          <p:cNvSpPr txBox="1">
            <a:spLocks/>
          </p:cNvSpPr>
          <p:nvPr/>
        </p:nvSpPr>
        <p:spPr bwMode="auto">
          <a:xfrm>
            <a:off x="-10886" y="1841962"/>
            <a:ext cx="12192000" cy="420948"/>
          </a:xfrm>
          <a:prstGeom prst="rect">
            <a:avLst/>
          </a:prstGeom>
          <a:solidFill>
            <a:srgbClr val="03064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kern="1200">
                <a:solidFill>
                  <a:srgbClr val="CBDDEB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2000" b="1" noProof="0" dirty="0" err="1">
                <a:solidFill>
                  <a:schemeClr val="bg1"/>
                </a:solidFill>
              </a:rPr>
              <a:t>Websitesine</a:t>
            </a:r>
            <a:r>
              <a:rPr lang="tr-TR" sz="2000" b="1" noProof="0" dirty="0">
                <a:solidFill>
                  <a:schemeClr val="bg1"/>
                </a:solidFill>
              </a:rPr>
              <a:t> giriş sayısı, 30 günlük hareketli toplam</a:t>
            </a:r>
            <a:endParaRPr lang="en-US" sz="2000" b="1" noProof="0" dirty="0">
              <a:solidFill>
                <a:schemeClr val="bg1"/>
              </a:solidFill>
            </a:endParaRPr>
          </a:p>
        </p:txBody>
      </p:sp>
      <p:cxnSp>
        <p:nvCxnSpPr>
          <p:cNvPr id="36" name="Düz Bağlayıcı 35">
            <a:extLst>
              <a:ext uri="{FF2B5EF4-FFF2-40B4-BE49-F238E27FC236}">
                <a16:creationId xmlns:a16="http://schemas.microsoft.com/office/drawing/2014/main" id="{3397C097-4241-3FF7-ECE4-3E69B8DE6B01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877888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Düz Bağlayıcı 133">
            <a:extLst>
              <a:ext uri="{FF2B5EF4-FFF2-40B4-BE49-F238E27FC236}">
                <a16:creationId xmlns:a16="http://schemas.microsoft.com/office/drawing/2014/main" id="{73B3F5BB-E207-02FD-FCC3-64C317D9B092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793875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Düz Bağlayıcı 51">
            <a:extLst>
              <a:ext uri="{FF2B5EF4-FFF2-40B4-BE49-F238E27FC236}">
                <a16:creationId xmlns:a16="http://schemas.microsoft.com/office/drawing/2014/main" id="{D3271125-5E0E-14A1-2644-9E100A1178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620963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Düz Bağlayıcı 134">
            <a:extLst>
              <a:ext uri="{FF2B5EF4-FFF2-40B4-BE49-F238E27FC236}">
                <a16:creationId xmlns:a16="http://schemas.microsoft.com/office/drawing/2014/main" id="{86E2FB6A-0A3B-B031-DB2E-61A3B503729E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536950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Düz Bağlayıcı 52">
            <a:extLst>
              <a:ext uri="{FF2B5EF4-FFF2-40B4-BE49-F238E27FC236}">
                <a16:creationId xmlns:a16="http://schemas.microsoft.com/office/drawing/2014/main" id="{1981C221-C827-CC16-34A8-F1A5FAC69CC4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4424363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Düz Bağlayıcı 135">
            <a:extLst>
              <a:ext uri="{FF2B5EF4-FFF2-40B4-BE49-F238E27FC236}">
                <a16:creationId xmlns:a16="http://schemas.microsoft.com/office/drawing/2014/main" id="{C75FE991-F092-846C-59D0-4E9FB31E0C56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5340350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Düz Bağlayıcı 43">
            <a:extLst>
              <a:ext uri="{FF2B5EF4-FFF2-40B4-BE49-F238E27FC236}">
                <a16:creationId xmlns:a16="http://schemas.microsoft.com/office/drawing/2014/main" id="{5D24CCE7-FCAF-5019-B9DB-7DDD52F52AB1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6226175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Düz Bağlayıcı 136">
            <a:extLst>
              <a:ext uri="{FF2B5EF4-FFF2-40B4-BE49-F238E27FC236}">
                <a16:creationId xmlns:a16="http://schemas.microsoft.com/office/drawing/2014/main" id="{0C2C89F2-7FB9-E247-F460-7C97F2D564D0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7142163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Düz Bağlayıcı 53">
            <a:extLst>
              <a:ext uri="{FF2B5EF4-FFF2-40B4-BE49-F238E27FC236}">
                <a16:creationId xmlns:a16="http://schemas.microsoft.com/office/drawing/2014/main" id="{B4F6CEC4-6B61-5707-7515-A5840376A00E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8058150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Düz Bağlayıcı 138">
            <a:extLst>
              <a:ext uri="{FF2B5EF4-FFF2-40B4-BE49-F238E27FC236}">
                <a16:creationId xmlns:a16="http://schemas.microsoft.com/office/drawing/2014/main" id="{E369C218-AD22-C81F-6E9D-4B22E9ECC670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8945563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Düz Bağlayıcı 54">
            <a:extLst>
              <a:ext uri="{FF2B5EF4-FFF2-40B4-BE49-F238E27FC236}">
                <a16:creationId xmlns:a16="http://schemas.microsoft.com/office/drawing/2014/main" id="{3A0FC1F9-9B6F-384D-CFF4-0DAFF1C4222B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9861550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Düz Bağlayıcı 139">
            <a:extLst>
              <a:ext uri="{FF2B5EF4-FFF2-40B4-BE49-F238E27FC236}">
                <a16:creationId xmlns:a16="http://schemas.microsoft.com/office/drawing/2014/main" id="{E50F9149-F38C-F62A-5804-22A05D64F209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10747375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Düz Bağlayıcı 36">
            <a:extLst>
              <a:ext uri="{FF2B5EF4-FFF2-40B4-BE49-F238E27FC236}">
                <a16:creationId xmlns:a16="http://schemas.microsoft.com/office/drawing/2014/main" id="{0E6139A6-AFAE-D526-B758-00D4EDA95C53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1663363" y="5573712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4" name="Chart 3">
            <a:extLst>
              <a:ext uri="{FF2B5EF4-FFF2-40B4-BE49-F238E27FC236}">
                <a16:creationId xmlns:a16="http://schemas.microsoft.com/office/drawing/2014/main" id="{962BAF7C-6228-3399-DC17-2D1A1FBE224B}"/>
              </a:ext>
            </a:extLst>
          </p:cNvPr>
          <p:cNvGraphicFramePr/>
          <p:nvPr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1497331164"/>
              </p:ext>
            </p:extLst>
          </p:nvPr>
        </p:nvGraphicFramePr>
        <p:xfrm>
          <a:off x="-61913" y="2509838"/>
          <a:ext cx="11807825" cy="3270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7"/>
          </a:graphicData>
        </a:graphic>
      </p:graphicFrame>
      <p:sp>
        <p:nvSpPr>
          <p:cNvPr id="34" name="Rectangle 3">
            <a:extLst>
              <a:ext uri="{FF2B5EF4-FFF2-40B4-BE49-F238E27FC236}">
                <a16:creationId xmlns:a16="http://schemas.microsoft.com/office/drawing/2014/main" id="{02224612-2361-F550-66EB-B244C8E28954}"/>
              </a:ext>
            </a:extLst>
          </p:cNvPr>
          <p:cNvSpPr>
            <a:spLocks noGrp="1" noChangeArrowheads="1"/>
          </p:cNvSpPr>
          <p:nvPr>
            <p:custDataLst>
              <p:tags r:id="rId16"/>
            </p:custDataLst>
          </p:nvPr>
        </p:nvSpPr>
        <p:spPr bwMode="gray">
          <a:xfrm>
            <a:off x="657225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5905E4C2-140B-412E-8933-7CD4343961A0}" type="datetime'''''''''0''''''''1''''''''''/2''''''''''''''''5'''''''''''">
              <a:rPr lang="en-US" altLang="en-US" sz="1400" kern="0" smtClean="0">
                <a:cs typeface="+mn-cs"/>
              </a:rPr>
              <a:pPr/>
              <a:t>01/25</a:t>
            </a:fld>
            <a:endParaRPr lang="en-US" sz="1400" kern="0" dirty="0">
              <a:cs typeface="+mn-cs"/>
            </a:endParaRPr>
          </a:p>
        </p:txBody>
      </p:sp>
      <p:sp>
        <p:nvSpPr>
          <p:cNvPr id="128" name="Rectangle 3">
            <a:extLst>
              <a:ext uri="{FF2B5EF4-FFF2-40B4-BE49-F238E27FC236}">
                <a16:creationId xmlns:a16="http://schemas.microsoft.com/office/drawing/2014/main" id="{637583AB-F389-DC41-DE18-A830AA7FB02D}"/>
              </a:ext>
            </a:extLst>
          </p:cNvPr>
          <p:cNvSpPr>
            <a:spLocks noGrp="1" noChangeArrowheads="1"/>
          </p:cNvSpPr>
          <p:nvPr>
            <p:custDataLst>
              <p:tags r:id="rId17"/>
            </p:custDataLst>
          </p:nvPr>
        </p:nvSpPr>
        <p:spPr bwMode="gray">
          <a:xfrm>
            <a:off x="1573213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AF38CA13-A824-4E1A-BDB9-E4E3C8253E49}" type="datetime'''''''''''''''''''0''''''''''''''''''''2''''/''''25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02/25</a:t>
            </a:fld>
            <a:endParaRPr lang="en-US" sz="1400" kern="0" dirty="0">
              <a:cs typeface="+mn-cs"/>
            </a:endParaRP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FFF352F5-8D75-4274-8F9A-CEF026B329DA}"/>
              </a:ext>
            </a:extLst>
          </p:cNvPr>
          <p:cNvSpPr>
            <a:spLocks noGrp="1" noChangeArrowheads="1"/>
          </p:cNvSpPr>
          <p:nvPr>
            <p:custDataLst>
              <p:tags r:id="rId18"/>
            </p:custDataLst>
          </p:nvPr>
        </p:nvSpPr>
        <p:spPr bwMode="gray">
          <a:xfrm>
            <a:off x="2400300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B436E6A4-DF5D-4EDC-8CAC-4CD7F9FF0582}" type="datetime'''''''0''''3''''''''''''''''''''/''''''''''2''5'''''''''''''">
              <a:rPr lang="en-US" altLang="en-US" sz="1400" kern="0" smtClean="0">
                <a:cs typeface="+mn-cs"/>
              </a:rPr>
              <a:pPr/>
              <a:t>03/25</a:t>
            </a:fld>
            <a:endParaRPr lang="en-US" sz="1400" kern="0" dirty="0">
              <a:cs typeface="+mn-cs"/>
            </a:endParaRPr>
          </a:p>
        </p:txBody>
      </p:sp>
      <p:sp>
        <p:nvSpPr>
          <p:cNvPr id="129" name="Rectangle 3">
            <a:extLst>
              <a:ext uri="{FF2B5EF4-FFF2-40B4-BE49-F238E27FC236}">
                <a16:creationId xmlns:a16="http://schemas.microsoft.com/office/drawing/2014/main" id="{CBD5C68F-F23F-7DF8-567B-5D94BC9BE0C1}"/>
              </a:ext>
            </a:extLst>
          </p:cNvPr>
          <p:cNvSpPr>
            <a:spLocks noGrp="1" noChangeArrowheads="1"/>
          </p:cNvSpPr>
          <p:nvPr>
            <p:custDataLst>
              <p:tags r:id="rId19"/>
            </p:custDataLst>
          </p:nvPr>
        </p:nvSpPr>
        <p:spPr bwMode="gray">
          <a:xfrm>
            <a:off x="3316288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7A0CB15-F74A-4BC5-91F1-A425BA9F8B3B}" type="datetime'0''''''''''''''''4''''''''''''/''''''''''''25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04/25</a:t>
            </a:fld>
            <a:endParaRPr lang="en-US" sz="1400" kern="0" dirty="0">
              <a:cs typeface="+mn-cs"/>
            </a:endParaRPr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075E4889-C569-8862-1B96-F9EECA434CDC}"/>
              </a:ext>
            </a:extLst>
          </p:cNvPr>
          <p:cNvSpPr>
            <a:spLocks noGrp="1" noChangeArrowheads="1"/>
          </p:cNvSpPr>
          <p:nvPr>
            <p:custDataLst>
              <p:tags r:id="rId20"/>
            </p:custDataLst>
          </p:nvPr>
        </p:nvSpPr>
        <p:spPr bwMode="gray">
          <a:xfrm>
            <a:off x="4203700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68D86B8-0F79-4A6E-8D64-6B9125FA11F6}" type="datetime'0''5''''''/''''''2''''''''''''''5'''''''''''''''''''''">
              <a:rPr lang="en-US" altLang="en-US" sz="1400" kern="0" smtClean="0">
                <a:cs typeface="+mn-cs"/>
              </a:rPr>
              <a:pPr/>
              <a:t>05/25</a:t>
            </a:fld>
            <a:endParaRPr lang="en-US" sz="1400" kern="0" dirty="0">
              <a:cs typeface="+mn-cs"/>
            </a:endParaRPr>
          </a:p>
        </p:txBody>
      </p:sp>
      <p:sp>
        <p:nvSpPr>
          <p:cNvPr id="130" name="Rectangle 3">
            <a:extLst>
              <a:ext uri="{FF2B5EF4-FFF2-40B4-BE49-F238E27FC236}">
                <a16:creationId xmlns:a16="http://schemas.microsoft.com/office/drawing/2014/main" id="{A71D163B-4B9B-2191-5668-2660ACF284A2}"/>
              </a:ext>
            </a:extLst>
          </p:cNvPr>
          <p:cNvSpPr>
            <a:spLocks noGrp="1" noChangeArrowheads="1"/>
          </p:cNvSpPr>
          <p:nvPr>
            <p:custDataLst>
              <p:tags r:id="rId21"/>
            </p:custDataLst>
          </p:nvPr>
        </p:nvSpPr>
        <p:spPr bwMode="gray">
          <a:xfrm>
            <a:off x="5119688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6FA7A2B-335A-45BC-98B2-9FCC0E7FE715}" type="datetime'''''''''0''''''''''''6''''''''''/''''''''''''''25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06/25</a:t>
            </a:fld>
            <a:endParaRPr lang="en-US" sz="1400" kern="0" dirty="0">
              <a:cs typeface="+mn-cs"/>
            </a:endParaRP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C57B9525-CA19-41AC-8E64-E0A4AD11D8BD}"/>
              </a:ext>
            </a:extLst>
          </p:cNvPr>
          <p:cNvSpPr>
            <a:spLocks noGrp="1" noChangeArrowheads="1"/>
          </p:cNvSpPr>
          <p:nvPr>
            <p:custDataLst>
              <p:tags r:id="rId22"/>
            </p:custDataLst>
          </p:nvPr>
        </p:nvSpPr>
        <p:spPr bwMode="gray">
          <a:xfrm>
            <a:off x="6005513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0229865-1FE3-4B87-B1D8-1C97EC62AF91}" type="datetime'''''''''''''''''''''''''0''7/''''2''''''''''''''''''''''''5'''">
              <a:rPr lang="en-US" altLang="en-US" sz="1400" kern="0" smtClean="0">
                <a:cs typeface="+mn-cs"/>
              </a:rPr>
              <a:pPr/>
              <a:t>07/25</a:t>
            </a:fld>
            <a:endParaRPr lang="en-US" sz="1400" kern="0" dirty="0">
              <a:cs typeface="+mn-cs"/>
            </a:endParaRPr>
          </a:p>
        </p:txBody>
      </p:sp>
      <p:sp>
        <p:nvSpPr>
          <p:cNvPr id="131" name="Rectangle 3">
            <a:extLst>
              <a:ext uri="{FF2B5EF4-FFF2-40B4-BE49-F238E27FC236}">
                <a16:creationId xmlns:a16="http://schemas.microsoft.com/office/drawing/2014/main" id="{C6040ECE-A27C-0072-9116-22041B3C17BF}"/>
              </a:ext>
            </a:extLst>
          </p:cNvPr>
          <p:cNvSpPr>
            <a:spLocks noGrp="1" noChangeArrowheads="1"/>
          </p:cNvSpPr>
          <p:nvPr>
            <p:custDataLst>
              <p:tags r:id="rId23"/>
            </p:custDataLst>
          </p:nvPr>
        </p:nvSpPr>
        <p:spPr bwMode="gray">
          <a:xfrm>
            <a:off x="6921500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7F883E6C-E5FF-407D-83F1-F7EC8F10ADD2}" type="datetime'''''''0''''''''''''''8''''''''/''2''''''''''5''''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08/25</a:t>
            </a:fld>
            <a:endParaRPr lang="en-US" sz="1400" kern="0" dirty="0">
              <a:cs typeface="+mn-cs"/>
            </a:endParaRPr>
          </a:p>
        </p:txBody>
      </p:sp>
      <p:sp>
        <p:nvSpPr>
          <p:cNvPr id="50" name="Rectangle 3">
            <a:extLst>
              <a:ext uri="{FF2B5EF4-FFF2-40B4-BE49-F238E27FC236}">
                <a16:creationId xmlns:a16="http://schemas.microsoft.com/office/drawing/2014/main" id="{B01965BD-B62D-0CF5-D202-91FBCCC71215}"/>
              </a:ext>
            </a:extLst>
          </p:cNvPr>
          <p:cNvSpPr>
            <a:spLocks noGrp="1" noChangeArrowheads="1"/>
          </p:cNvSpPr>
          <p:nvPr>
            <p:custDataLst>
              <p:tags r:id="rId24"/>
            </p:custDataLst>
          </p:nvPr>
        </p:nvSpPr>
        <p:spPr bwMode="gray">
          <a:xfrm>
            <a:off x="7837488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2CA620A6-ACEE-44E3-9189-07014660E0DE}" type="datetime'''''''''''''''''0''''''''''9''''''/''''2''''''''5'''">
              <a:rPr lang="en-US" altLang="en-US" sz="1400" kern="0" smtClean="0">
                <a:cs typeface="+mn-cs"/>
              </a:rPr>
              <a:pPr/>
              <a:t>09/25</a:t>
            </a:fld>
            <a:endParaRPr lang="en-US" sz="1400" kern="0" dirty="0">
              <a:cs typeface="+mn-cs"/>
            </a:endParaRPr>
          </a:p>
        </p:txBody>
      </p:sp>
      <p:sp>
        <p:nvSpPr>
          <p:cNvPr id="132" name="Rectangle 3">
            <a:extLst>
              <a:ext uri="{FF2B5EF4-FFF2-40B4-BE49-F238E27FC236}">
                <a16:creationId xmlns:a16="http://schemas.microsoft.com/office/drawing/2014/main" id="{1CB80633-0E08-0136-478E-F16192E1D73D}"/>
              </a:ext>
            </a:extLst>
          </p:cNvPr>
          <p:cNvSpPr>
            <a:spLocks noGrp="1" noChangeArrowheads="1"/>
          </p:cNvSpPr>
          <p:nvPr>
            <p:custDataLst>
              <p:tags r:id="rId25"/>
            </p:custDataLst>
          </p:nvPr>
        </p:nvSpPr>
        <p:spPr bwMode="gray">
          <a:xfrm>
            <a:off x="8724900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F4469235-0B5A-4987-86F6-C7BAAD38324C}" type="datetime'1''''''''''''0''/''''''''2''''''''''''''''''''''''''''5''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10/25</a:t>
            </a:fld>
            <a:endParaRPr lang="en-US" sz="1400" kern="0" dirty="0">
              <a:cs typeface="+mn-cs"/>
            </a:endParaRPr>
          </a:p>
        </p:txBody>
      </p:sp>
      <p:sp>
        <p:nvSpPr>
          <p:cNvPr id="51" name="Rectangle 3">
            <a:extLst>
              <a:ext uri="{FF2B5EF4-FFF2-40B4-BE49-F238E27FC236}">
                <a16:creationId xmlns:a16="http://schemas.microsoft.com/office/drawing/2014/main" id="{EC94A051-B476-7F2B-57A4-9ACED35C40D5}"/>
              </a:ext>
            </a:extLst>
          </p:cNvPr>
          <p:cNvSpPr>
            <a:spLocks noGrp="1" noChangeArrowheads="1"/>
          </p:cNvSpPr>
          <p:nvPr>
            <p:custDataLst>
              <p:tags r:id="rId26"/>
            </p:custDataLst>
          </p:nvPr>
        </p:nvSpPr>
        <p:spPr bwMode="gray">
          <a:xfrm>
            <a:off x="9640888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EB548024-6CC4-4628-9F5C-17D91A5E81C8}" type="datetime'''''''''1''''''''''''1''''''''''/''''''2''''''''''''''''5'''">
              <a:rPr lang="en-US" altLang="en-US" sz="1400" kern="0" smtClean="0">
                <a:cs typeface="+mn-cs"/>
              </a:rPr>
              <a:pPr/>
              <a:t>11/25</a:t>
            </a:fld>
            <a:endParaRPr lang="en-US" sz="1400" kern="0" dirty="0">
              <a:cs typeface="+mn-cs"/>
            </a:endParaRPr>
          </a:p>
        </p:txBody>
      </p:sp>
      <p:sp>
        <p:nvSpPr>
          <p:cNvPr id="133" name="Rectangle 3">
            <a:extLst>
              <a:ext uri="{FF2B5EF4-FFF2-40B4-BE49-F238E27FC236}">
                <a16:creationId xmlns:a16="http://schemas.microsoft.com/office/drawing/2014/main" id="{E40271C2-4821-34A8-95E2-243FFEA13A80}"/>
              </a:ext>
            </a:extLst>
          </p:cNvPr>
          <p:cNvSpPr>
            <a:spLocks noGrp="1" noChangeArrowheads="1"/>
          </p:cNvSpPr>
          <p:nvPr>
            <p:custDataLst>
              <p:tags r:id="rId27"/>
            </p:custDataLst>
          </p:nvPr>
        </p:nvSpPr>
        <p:spPr bwMode="gray">
          <a:xfrm>
            <a:off x="10526713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E4CBE8A-EC4F-4752-8E0E-9AEDC8B3DD1A}" type="datetime'''''''''''''''''''''''''12''''''''''''''''''''''''/''2''''''5'">
              <a:rPr lang="en-US" altLang="en-US" sz="1400" kern="0" smtClean="0">
                <a:effectLst/>
                <a:cs typeface="+mn-cs"/>
              </a:rPr>
              <a:pPr marL="0" lvl="0" indent="0" algn="ctr">
                <a:spcBef>
                  <a:spcPct val="0"/>
                </a:spcBef>
                <a:buNone/>
              </a:pPr>
              <a:t>12/25</a:t>
            </a:fld>
            <a:endParaRPr lang="en-US" sz="1400" kern="0" dirty="0">
              <a:cs typeface="+mn-cs"/>
            </a:endParaRPr>
          </a:p>
        </p:txBody>
      </p:sp>
      <p:sp>
        <p:nvSpPr>
          <p:cNvPr id="35" name="Rectangle 3">
            <a:extLst>
              <a:ext uri="{FF2B5EF4-FFF2-40B4-BE49-F238E27FC236}">
                <a16:creationId xmlns:a16="http://schemas.microsoft.com/office/drawing/2014/main" id="{5A2383D2-5F34-1A83-62F9-0126DBBD1C72}"/>
              </a:ext>
            </a:extLst>
          </p:cNvPr>
          <p:cNvSpPr>
            <a:spLocks noGrp="1" noChangeArrowheads="1"/>
          </p:cNvSpPr>
          <p:nvPr>
            <p:custDataLst>
              <p:tags r:id="rId28"/>
            </p:custDataLst>
          </p:nvPr>
        </p:nvSpPr>
        <p:spPr bwMode="gray">
          <a:xfrm>
            <a:off x="11442700" y="5691188"/>
            <a:ext cx="4429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buNone/>
            </a:pPr>
            <a:fld id="{831E6E6A-CF1F-46F6-B97A-59B4B347301E}" type="datetime'''''''''0''''1''''''''''''''''''/''''''2''''''''6'''''''''''">
              <a:rPr lang="en-US" altLang="en-US" sz="1400" kern="0" smtClean="0">
                <a:cs typeface="+mn-cs"/>
              </a:rPr>
              <a:pPr/>
              <a:t>01/26</a:t>
            </a:fld>
            <a:endParaRPr lang="en-US" sz="1400" kern="0" dirty="0">
              <a:cs typeface="+mn-cs"/>
            </a:endParaRPr>
          </a:p>
        </p:txBody>
      </p:sp>
      <p:cxnSp>
        <p:nvCxnSpPr>
          <p:cNvPr id="154" name="Düz Bağlayıcı 153">
            <a:extLst>
              <a:ext uri="{FF2B5EF4-FFF2-40B4-BE49-F238E27FC236}">
                <a16:creationId xmlns:a16="http://schemas.microsoft.com/office/drawing/2014/main" id="{FA2FF4A5-3785-F82A-4487-4578E2459C3C}"/>
              </a:ext>
            </a:extLst>
          </p:cNvPr>
          <p:cNvCxnSpPr/>
          <p:nvPr>
            <p:custDataLst>
              <p:tags r:id="rId29"/>
            </p:custDataLst>
          </p:nvPr>
        </p:nvCxnSpPr>
        <p:spPr bwMode="gray">
          <a:xfrm>
            <a:off x="4065588" y="6427788"/>
            <a:ext cx="212725" cy="0"/>
          </a:xfrm>
          <a:prstGeom prst="line">
            <a:avLst/>
          </a:prstGeom>
          <a:ln w="38100" cap="rnd" cmpd="sng" algn="ctr">
            <a:solidFill>
              <a:srgbClr val="940D0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Düz Bağlayıcı 154">
            <a:extLst>
              <a:ext uri="{FF2B5EF4-FFF2-40B4-BE49-F238E27FC236}">
                <a16:creationId xmlns:a16="http://schemas.microsoft.com/office/drawing/2014/main" id="{09A8B309-98B9-2896-7B8F-DD49CBC53E69}"/>
              </a:ext>
            </a:extLst>
          </p:cNvPr>
          <p:cNvCxnSpPr/>
          <p:nvPr>
            <p:custDataLst>
              <p:tags r:id="rId30"/>
            </p:custDataLst>
          </p:nvPr>
        </p:nvCxnSpPr>
        <p:spPr bwMode="gray">
          <a:xfrm>
            <a:off x="5692775" y="6427788"/>
            <a:ext cx="212725" cy="0"/>
          </a:xfrm>
          <a:prstGeom prst="line">
            <a:avLst/>
          </a:prstGeom>
          <a:ln w="38100" cap="rnd" cmpd="sng" algn="ctr">
            <a:solidFill>
              <a:srgbClr val="364D6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3">
            <a:extLst>
              <a:ext uri="{FF2B5EF4-FFF2-40B4-BE49-F238E27FC236}">
                <a16:creationId xmlns:a16="http://schemas.microsoft.com/office/drawing/2014/main" id="{B03F8E53-9228-EC68-D40E-3A2784D8C1CC}"/>
              </a:ext>
            </a:extLst>
          </p:cNvPr>
          <p:cNvSpPr>
            <a:spLocks noGrp="1" noChangeArrowheads="1"/>
          </p:cNvSpPr>
          <p:nvPr>
            <p:custDataLst>
              <p:tags r:id="rId31"/>
            </p:custDataLst>
          </p:nvPr>
        </p:nvSpPr>
        <p:spPr bwMode="auto">
          <a:xfrm>
            <a:off x="4348163" y="6329363"/>
            <a:ext cx="122396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fld id="{30D3B694-F8F8-4AF8-9F15-846C96780F9A}" type="datetime'''''K''u''ll''an''''ı''''cı'''''' ''''S''ay''ıs''ı'''''">
              <a:rPr lang="en-US" altLang="en-US" sz="1400" kern="0" smtClean="0">
                <a:cs typeface="+mn-cs"/>
              </a:rPr>
              <a:pPr marL="0" lvl="0" indent="0">
                <a:spcBef>
                  <a:spcPct val="0"/>
                </a:spcBef>
                <a:buNone/>
              </a:pPr>
              <a:t>Kullanıcı Sayısı</a:t>
            </a:fld>
            <a:endParaRPr lang="en-US" sz="1400" kern="0" dirty="0">
              <a:cs typeface="+mn-cs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627A8A3-1D6C-91A3-EC26-FB8048E4060E}"/>
              </a:ext>
            </a:extLst>
          </p:cNvPr>
          <p:cNvSpPr>
            <a:spLocks noGrp="1" noChangeArrowheads="1"/>
          </p:cNvSpPr>
          <p:nvPr>
            <p:custDataLst>
              <p:tags r:id="rId32"/>
            </p:custDataLst>
          </p:nvPr>
        </p:nvSpPr>
        <p:spPr bwMode="auto">
          <a:xfrm>
            <a:off x="5975350" y="6329363"/>
            <a:ext cx="16652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fld id="{AF145DD5-F212-4629-9CDF-F9464CB2413B}" type="datetime'''''G''''''ö''''rü''nt''''''''ü''''lenme ''''S''''ay''ı''sı'">
              <a:rPr lang="en-US" altLang="en-US" sz="1400" kern="0" smtClean="0">
                <a:cs typeface="+mn-cs"/>
              </a:rPr>
              <a:pPr marL="0" lvl="0" indent="0">
                <a:spcBef>
                  <a:spcPct val="0"/>
                </a:spcBef>
                <a:buNone/>
              </a:pPr>
              <a:t>Görüntülenme Sayısı</a:t>
            </a:fld>
            <a:endParaRPr lang="en-US" sz="1400" kern="0" dirty="0">
              <a:cs typeface="+mn-cs"/>
            </a:endParaRPr>
          </a:p>
        </p:txBody>
      </p:sp>
      <p:sp>
        <p:nvSpPr>
          <p:cNvPr id="163" name="Başlık 162">
            <a:extLst>
              <a:ext uri="{FF2B5EF4-FFF2-40B4-BE49-F238E27FC236}">
                <a16:creationId xmlns:a16="http://schemas.microsoft.com/office/drawing/2014/main" id="{329F4A3A-5CB8-271A-36E8-46703953E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524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66FE9-2296-D49C-1590-0EA1672A2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E65F269-A91C-4DE8-BA80-A45EA2C2752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21478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454" imgH="454" progId="TCLayout.ActiveDocument.1">
                  <p:embed/>
                </p:oleObj>
              </mc:Choice>
              <mc:Fallback>
                <p:oleObj name="think-cell Slide" r:id="rId12" imgW="454" imgH="45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65F269-A91C-4DE8-BA80-A45EA2C275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40C94093-3DBF-C2CF-E3AF-8FCCDA958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tr-TR" dirty="0"/>
              <a:t>Türlerine göre </a:t>
            </a:r>
            <a:r>
              <a:rPr lang="tr-TR" dirty="0" err="1"/>
              <a:t>Websitesi</a:t>
            </a:r>
            <a:r>
              <a:rPr lang="tr-TR" dirty="0"/>
              <a:t> Trafiği</a:t>
            </a:r>
            <a:endParaRPr lang="en-US" dirty="0"/>
          </a:p>
        </p:txBody>
      </p:sp>
      <p:graphicFrame>
        <p:nvGraphicFramePr>
          <p:cNvPr id="131" name="Chart 3">
            <a:extLst>
              <a:ext uri="{FF2B5EF4-FFF2-40B4-BE49-F238E27FC236}">
                <a16:creationId xmlns:a16="http://schemas.microsoft.com/office/drawing/2014/main" id="{ADEB5B35-CB74-CD94-A5F2-7D858F59F60D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95697648"/>
              </p:ext>
            </p:extLst>
          </p:nvPr>
        </p:nvGraphicFramePr>
        <p:xfrm>
          <a:off x="2219325" y="1884363"/>
          <a:ext cx="39370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70" name="Rectangle 3">
            <a:extLst>
              <a:ext uri="{FF2B5EF4-FFF2-40B4-BE49-F238E27FC236}">
                <a16:creationId xmlns:a16="http://schemas.microsoft.com/office/drawing/2014/main" id="{F94E1B98-5A74-1925-9494-70B8E81FFF64}"/>
              </a:ext>
            </a:extLst>
          </p:cNvPr>
          <p:cNvSpPr>
            <a:spLocks noGrp="1" noChangeArrowheads="1"/>
          </p:cNvSpPr>
          <p:nvPr>
            <p:custDataLst>
              <p:tags r:id="rId3"/>
            </p:custDataLst>
          </p:nvPr>
        </p:nvSpPr>
        <p:spPr bwMode="auto">
          <a:xfrm>
            <a:off x="506413" y="2224088"/>
            <a:ext cx="2290763" cy="60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buNone/>
            </a:pPr>
            <a:r>
              <a:rPr lang="tr-TR" sz="1400" kern="0" dirty="0">
                <a:latin typeface="+mj-lt"/>
                <a:ea typeface="+mj-ea"/>
                <a:cs typeface="+mj-cs"/>
              </a:rPr>
              <a:t>Organik Arama:</a:t>
            </a:r>
          </a:p>
          <a:p>
            <a:pPr marL="0" indent="0" algn="r">
              <a:spcBef>
                <a:spcPct val="0"/>
              </a:spcBef>
              <a:buNone/>
            </a:pPr>
            <a:r>
              <a:rPr lang="tr-TR" sz="1200" kern="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Arama motorları üzerinden ziyaret</a:t>
            </a:r>
          </a:p>
          <a:p>
            <a:pPr marL="0" lvl="0" indent="0" algn="r">
              <a:spcBef>
                <a:spcPct val="0"/>
              </a:spcBef>
              <a:buNone/>
            </a:pPr>
            <a:endParaRPr lang="tr-TR" sz="14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BA117B3-A0E6-546E-B369-C8BD4F3310B2}"/>
              </a:ext>
            </a:extLst>
          </p:cNvPr>
          <p:cNvSpPr>
            <a:spLocks noGrp="1" noChangeArrowheads="1"/>
          </p:cNvSpPr>
          <p:nvPr>
            <p:custDataLst>
              <p:tags r:id="rId4"/>
            </p:custDataLst>
          </p:nvPr>
        </p:nvSpPr>
        <p:spPr bwMode="auto">
          <a:xfrm>
            <a:off x="298450" y="3001963"/>
            <a:ext cx="2498725" cy="395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r>
              <a:rPr lang="tr-TR" sz="1400" kern="0" dirty="0">
                <a:latin typeface="+mj-lt"/>
                <a:ea typeface="+mj-ea"/>
                <a:cs typeface="+mj-cs"/>
              </a:rPr>
              <a:t>Direkt veya Sosyal Medya:</a:t>
            </a:r>
          </a:p>
          <a:p>
            <a:pPr marL="0" lvl="0" indent="0" algn="r">
              <a:spcBef>
                <a:spcPct val="0"/>
              </a:spcBef>
              <a:buNone/>
            </a:pPr>
            <a:r>
              <a:rPr lang="tr-TR" sz="1200" kern="0" dirty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Sosyal Medya üzerinden yönlendirme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5C8A541-AE24-7AE3-E3CC-4709B59FEAFC}"/>
              </a:ext>
            </a:extLst>
          </p:cNvPr>
          <p:cNvSpPr>
            <a:spLocks noGrp="1" noChangeArrowheads="1"/>
          </p:cNvSpPr>
          <p:nvPr>
            <p:custDataLst>
              <p:tags r:id="rId5"/>
            </p:custDataLst>
          </p:nvPr>
        </p:nvSpPr>
        <p:spPr bwMode="auto">
          <a:xfrm>
            <a:off x="2252663" y="3765550"/>
            <a:ext cx="544513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2B4D8CFB-B989-46FA-B568-7965EF9A8380}" type="datetime'B''''''''''''''''''''e''li''r''''''''s''''''''iz'''''''''">
              <a:rPr lang="tr-TR" altLang="en-US" sz="1400" kern="0" smtClean="0">
                <a:latin typeface="+mj-lt"/>
                <a:ea typeface="+mj-ea"/>
                <a:cs typeface="+mj-cs"/>
              </a:rPr>
              <a:pPr/>
              <a:t>Belirsiz</a:t>
            </a:fld>
            <a:endParaRPr lang="tr-TR" sz="14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16895DF7-457B-52F4-E79A-576134F592FA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auto">
          <a:xfrm>
            <a:off x="1458913" y="4332288"/>
            <a:ext cx="1338263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r>
              <a:rPr lang="tr-TR" altLang="en-US" sz="1400" kern="0" dirty="0">
                <a:latin typeface="+mj-lt"/>
                <a:ea typeface="+mj-ea"/>
                <a:cs typeface="+mj-cs"/>
              </a:rPr>
              <a:t>Başka bir siteden</a:t>
            </a:r>
          </a:p>
          <a:p>
            <a:pPr marL="0" lvl="0" indent="0" algn="r">
              <a:spcBef>
                <a:spcPct val="0"/>
              </a:spcBef>
              <a:buNone/>
            </a:pPr>
            <a:r>
              <a:rPr lang="tr-TR" sz="1400" kern="0" dirty="0">
                <a:latin typeface="+mj-lt"/>
                <a:ea typeface="+mj-ea"/>
                <a:cs typeface="+mj-cs"/>
              </a:rPr>
              <a:t>yönlendirme</a:t>
            </a: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43151A9A-25FF-660B-303B-06A99726B8BC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auto">
          <a:xfrm>
            <a:off x="2371725" y="5110163"/>
            <a:ext cx="4254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BD4930D3-B892-4D6D-BE66-CB3A908E6EB1}" type="datetime'''''E''''''''''m''''''''''''''''a''''''''i''''l'''''''''''''">
              <a:rPr lang="tr-TR" altLang="en-US" sz="1400" kern="0" smtClean="0">
                <a:latin typeface="+mj-lt"/>
                <a:ea typeface="+mj-ea"/>
                <a:cs typeface="+mj-cs"/>
              </a:rPr>
              <a:pPr/>
              <a:t>Email</a:t>
            </a:fld>
            <a:endParaRPr lang="tr-TR" sz="1400" kern="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5B6CAEA-2328-BFB9-92E1-1E1BD8896223}"/>
              </a:ext>
            </a:extLst>
          </p:cNvPr>
          <p:cNvSpPr>
            <a:spLocks noGrp="1" noChangeArrowheads="1"/>
          </p:cNvSpPr>
          <p:nvPr>
            <p:custDataLst>
              <p:tags r:id="rId8"/>
            </p:custDataLst>
          </p:nvPr>
        </p:nvSpPr>
        <p:spPr bwMode="auto">
          <a:xfrm>
            <a:off x="995363" y="5676900"/>
            <a:ext cx="1801813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r>
              <a:rPr lang="tr-TR" altLang="en-US" sz="1400" kern="0" dirty="0">
                <a:latin typeface="+mj-lt"/>
                <a:ea typeface="+mj-ea"/>
                <a:cs typeface="+mj-cs"/>
              </a:rPr>
              <a:t>Youtube</a:t>
            </a:r>
          </a:p>
          <a:p>
            <a:pPr marL="0" lvl="0" indent="0" algn="r">
              <a:spcBef>
                <a:spcPct val="0"/>
              </a:spcBef>
              <a:buNone/>
            </a:pPr>
            <a:r>
              <a:rPr lang="tr-TR" sz="1400" kern="0" dirty="0">
                <a:latin typeface="+mj-lt"/>
                <a:ea typeface="+mj-ea"/>
                <a:cs typeface="+mj-cs"/>
              </a:rPr>
              <a:t>Üzerinden yönlendirme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E5AF11F7-E1C8-F711-E0B2-0DFFCC833BB8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gray">
          <a:xfrm>
            <a:off x="2941638" y="5110163"/>
            <a:ext cx="3460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fld id="{104CE311-7135-4875-94ED-DA6737CC2D3A}" type="datetime'''''''''''''''1''''''5''''''''''''3'">
              <a:rPr lang="tr-TR" altLang="en-US" sz="1400" kern="0" smtClean="0">
                <a:effectLst/>
                <a:cs typeface="+mn-cs"/>
              </a:rPr>
              <a:pPr marL="0" lvl="0" indent="0">
                <a:spcBef>
                  <a:spcPct val="0"/>
                </a:spcBef>
                <a:buNone/>
              </a:pPr>
              <a:t>153</a:t>
            </a:fld>
            <a:endParaRPr lang="tr-TR" sz="1400" kern="0" dirty="0">
              <a:cs typeface="+mn-cs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F731E2B2-2083-675D-EEB6-175AF150D829}"/>
              </a:ext>
            </a:extLst>
          </p:cNvPr>
          <p:cNvSpPr>
            <a:spLocks noGrp="1" noChangeArrowheads="1"/>
          </p:cNvSpPr>
          <p:nvPr>
            <p:custDataLst>
              <p:tags r:id="rId10"/>
            </p:custDataLst>
          </p:nvPr>
        </p:nvSpPr>
        <p:spPr bwMode="gray">
          <a:xfrm>
            <a:off x="2940050" y="5783263"/>
            <a:ext cx="2476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5400" tIns="0" rIns="2540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>
              <a:spcBef>
                <a:spcPct val="0"/>
              </a:spcBef>
              <a:buNone/>
            </a:pPr>
            <a:fld id="{5F8E2535-356C-418D-8ABF-8FB653C66986}" type="datetime'''''''''''''2''''''''''''''''''''''''''''0'''''''''''''''">
              <a:rPr lang="tr-TR" altLang="en-US" sz="1400" kern="0" smtClean="0">
                <a:effectLst/>
                <a:cs typeface="+mn-cs"/>
              </a:rPr>
              <a:pPr marL="0" lvl="0" indent="0">
                <a:spcBef>
                  <a:spcPct val="0"/>
                </a:spcBef>
                <a:buNone/>
              </a:pPr>
              <a:t>20</a:t>
            </a:fld>
            <a:endParaRPr lang="tr-TR" sz="1400" kern="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0509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1775D-3E21-87FA-A9CE-DC03AD2D8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6412449-84BE-9896-F00F-50F8D7A075C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46495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54" imgH="454" progId="TCLayout.ActiveDocument.1">
                  <p:embed/>
                </p:oleObj>
              </mc:Choice>
              <mc:Fallback>
                <p:oleObj name="think-cell Slide" r:id="rId11" imgW="454" imgH="45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412449-84BE-9896-F00F-50F8D7A075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EE931054-3B2B-50FC-FF7D-B4DFABD3A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tr-TR" dirty="0"/>
              <a:t>Bölümlere göre </a:t>
            </a:r>
            <a:r>
              <a:rPr lang="tr-TR" dirty="0" err="1"/>
              <a:t>Websitesi</a:t>
            </a:r>
            <a:r>
              <a:rPr lang="tr-TR" dirty="0"/>
              <a:t> Trafiği</a:t>
            </a:r>
            <a:endParaRPr lang="en-US" dirty="0"/>
          </a:p>
        </p:txBody>
      </p:sp>
      <p:graphicFrame>
        <p:nvGraphicFramePr>
          <p:cNvPr id="86" name="Chart 3">
            <a:extLst>
              <a:ext uri="{FF2B5EF4-FFF2-40B4-BE49-F238E27FC236}">
                <a16:creationId xmlns:a16="http://schemas.microsoft.com/office/drawing/2014/main" id="{134195D3-A722-6183-F413-DF9E71FBFB4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22391425"/>
              </p:ext>
            </p:extLst>
          </p:nvPr>
        </p:nvGraphicFramePr>
        <p:xfrm>
          <a:off x="612775" y="1884363"/>
          <a:ext cx="3937000" cy="4964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C7B0688A-FADB-9C55-55AE-E5E13EA25371}"/>
              </a:ext>
            </a:extLst>
          </p:cNvPr>
          <p:cNvSpPr>
            <a:spLocks noGrp="1" noChangeArrowheads="1"/>
          </p:cNvSpPr>
          <p:nvPr>
            <p:custDataLst>
              <p:tags r:id="rId3"/>
            </p:custDataLst>
          </p:nvPr>
        </p:nvSpPr>
        <p:spPr bwMode="auto">
          <a:xfrm>
            <a:off x="679450" y="3016250"/>
            <a:ext cx="35560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0CC675D7-0B19-479D-8CCD-39BA9D514974}" type="datetime'''''B''''''l''''''o''''''''''''g'''''''''''''''''''''''''''">
              <a:rPr lang="tr-TR" altLang="en-US" sz="1400" kern="0" smtClean="0">
                <a:cs typeface="+mn-cs"/>
              </a:rPr>
              <a:pPr/>
              <a:t>Blog</a:t>
            </a:fld>
            <a:endParaRPr lang="tr-TR" sz="1400" kern="0" dirty="0">
              <a:cs typeface="+mn-cs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03C04E4-6B8F-B7F5-24B1-8C45558F8913}"/>
              </a:ext>
            </a:extLst>
          </p:cNvPr>
          <p:cNvSpPr>
            <a:spLocks noGrp="1" noChangeArrowheads="1"/>
          </p:cNvSpPr>
          <p:nvPr>
            <p:custDataLst>
              <p:tags r:id="rId4"/>
            </p:custDataLst>
          </p:nvPr>
        </p:nvSpPr>
        <p:spPr bwMode="auto">
          <a:xfrm>
            <a:off x="373063" y="3638550"/>
            <a:ext cx="6619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5023BFDF-187A-401E-B9B3-1135D14D840A}" type="datetime'''''E''k''i''''''''''b''''''''i''mi''''''''''''''z'''">
              <a:rPr lang="tr-TR" altLang="en-US" sz="1400" kern="0" smtClean="0">
                <a:cs typeface="+mn-cs"/>
              </a:rPr>
              <a:pPr/>
              <a:t>Ekibimiz</a:t>
            </a:fld>
            <a:endParaRPr lang="tr-TR" sz="1400" kern="0" dirty="0">
              <a:cs typeface="+mn-cs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AC84901-4303-851B-0D24-DDAF11E4937A}"/>
              </a:ext>
            </a:extLst>
          </p:cNvPr>
          <p:cNvSpPr>
            <a:spLocks noGrp="1" noChangeArrowheads="1"/>
          </p:cNvSpPr>
          <p:nvPr>
            <p:custDataLst>
              <p:tags r:id="rId5"/>
            </p:custDataLst>
          </p:nvPr>
        </p:nvSpPr>
        <p:spPr bwMode="auto">
          <a:xfrm>
            <a:off x="384175" y="4259263"/>
            <a:ext cx="65087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AF90D86A-94DC-4F8C-A47E-40AF8FC2C0EF}" type="datetime'''Ya''''''''y''ı''''n''''''l''''''''a''''r'''''''''''''''''">
              <a:rPr lang="tr-TR" altLang="en-US" sz="1400" kern="0" smtClean="0">
                <a:cs typeface="+mn-cs"/>
              </a:rPr>
              <a:pPr/>
              <a:t>Yayınlar</a:t>
            </a:fld>
            <a:endParaRPr lang="tr-TR" sz="1400" kern="0" dirty="0">
              <a:cs typeface="+mn-cs"/>
            </a:endParaRPr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519E1E58-FF1F-3F42-BE7E-3DD933B4B79D}"/>
              </a:ext>
            </a:extLst>
          </p:cNvPr>
          <p:cNvSpPr>
            <a:spLocks noGrp="1" noChangeArrowheads="1"/>
          </p:cNvSpPr>
          <p:nvPr>
            <p:custDataLst>
              <p:tags r:id="rId6"/>
            </p:custDataLst>
          </p:nvPr>
        </p:nvSpPr>
        <p:spPr bwMode="auto">
          <a:xfrm>
            <a:off x="334963" y="4881563"/>
            <a:ext cx="700088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5DD206F6-D841-4049-BEB2-7F994F224EEA}" type="datetime'''''''''''Bü''''''l''''''''''''''''t''e''nl''''''''''e''r'''">
              <a:rPr lang="tr-TR" altLang="en-US" sz="1400" kern="0" smtClean="0">
                <a:cs typeface="+mn-cs"/>
              </a:rPr>
              <a:pPr/>
              <a:t>Bültenler</a:t>
            </a:fld>
            <a:endParaRPr lang="tr-TR" sz="1400" kern="0" dirty="0">
              <a:cs typeface="+mn-cs"/>
            </a:endParaRP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D45496C6-AEF3-96DB-5C2B-A9C719159298}"/>
              </a:ext>
            </a:extLst>
          </p:cNvPr>
          <p:cNvSpPr>
            <a:spLocks noGrp="1" noChangeArrowheads="1"/>
          </p:cNvSpPr>
          <p:nvPr>
            <p:custDataLst>
              <p:tags r:id="rId7"/>
            </p:custDataLst>
          </p:nvPr>
        </p:nvSpPr>
        <p:spPr bwMode="auto">
          <a:xfrm>
            <a:off x="581025" y="5502275"/>
            <a:ext cx="454025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123702E5-BFDE-4FBC-BACD-6BAB287A2DE6}" type="datetime'''''''''Vi''d''''''e''''''''''o'''''''''''''''''''''''''''">
              <a:rPr lang="tr-TR" altLang="en-US" sz="1400" kern="0" smtClean="0">
                <a:cs typeface="+mn-cs"/>
              </a:rPr>
              <a:pPr/>
              <a:t>Video</a:t>
            </a:fld>
            <a:endParaRPr lang="tr-TR" sz="1400" kern="0" dirty="0">
              <a:cs typeface="+mn-cs"/>
            </a:endParaRPr>
          </a:p>
        </p:txBody>
      </p:sp>
      <p:sp>
        <p:nvSpPr>
          <p:cNvPr id="44" name="Rectangle 3">
            <a:extLst>
              <a:ext uri="{FF2B5EF4-FFF2-40B4-BE49-F238E27FC236}">
                <a16:creationId xmlns:a16="http://schemas.microsoft.com/office/drawing/2014/main" id="{01BDD656-68F6-B72E-BD1F-1AF8756CE033}"/>
              </a:ext>
            </a:extLst>
          </p:cNvPr>
          <p:cNvSpPr>
            <a:spLocks noGrp="1" noChangeArrowheads="1"/>
          </p:cNvSpPr>
          <p:nvPr>
            <p:custDataLst>
              <p:tags r:id="rId8"/>
            </p:custDataLst>
          </p:nvPr>
        </p:nvSpPr>
        <p:spPr bwMode="auto">
          <a:xfrm>
            <a:off x="393700" y="6124575"/>
            <a:ext cx="6413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9BE3DA54-744E-4C10-8E8C-09E28FF51339}" type="datetime'''P''''''''o''''''''''''''''''''''''d''''''ca''s''''t'''''''">
              <a:rPr lang="tr-TR" altLang="en-US" sz="1400" kern="0" smtClean="0">
                <a:cs typeface="+mn-cs"/>
              </a:rPr>
              <a:pPr/>
              <a:t>Podcast</a:t>
            </a:fld>
            <a:endParaRPr lang="tr-TR" sz="1400" kern="0" dirty="0">
              <a:cs typeface="+mn-cs"/>
            </a:endParaRPr>
          </a:p>
        </p:txBody>
      </p:sp>
      <p:sp>
        <p:nvSpPr>
          <p:cNvPr id="70" name="Rectangle 3">
            <a:extLst>
              <a:ext uri="{FF2B5EF4-FFF2-40B4-BE49-F238E27FC236}">
                <a16:creationId xmlns:a16="http://schemas.microsoft.com/office/drawing/2014/main" id="{781BD6DD-E37F-7A2C-412D-0DC15D40D9CC}"/>
              </a:ext>
            </a:extLst>
          </p:cNvPr>
          <p:cNvSpPr>
            <a:spLocks noGrp="1" noChangeArrowheads="1"/>
          </p:cNvSpPr>
          <p:nvPr>
            <p:custDataLst>
              <p:tags r:id="rId9"/>
            </p:custDataLst>
          </p:nvPr>
        </p:nvSpPr>
        <p:spPr bwMode="auto">
          <a:xfrm>
            <a:off x="355600" y="2395538"/>
            <a:ext cx="679450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60000"/>
              </a:buClr>
              <a:buSzPct val="8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1F318D"/>
              </a:buClr>
              <a:buSzPct val="90000"/>
              <a:buFont typeface="Wingdings" pitchFamily="2" charset="2"/>
              <a:buChar char="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0" indent="0" algn="r">
              <a:spcBef>
                <a:spcPct val="0"/>
              </a:spcBef>
              <a:buNone/>
            </a:pPr>
            <a:fld id="{E1D89C34-F371-4347-8DD6-E4E1FBDCB23E}" type="datetime'''''''''''''H''''''''a''''''''''''b''erle''''''''''r'''''''">
              <a:rPr lang="tr-TR" altLang="en-US" sz="1400" kern="0" smtClean="0">
                <a:cs typeface="+mn-cs"/>
              </a:rPr>
              <a:pPr/>
              <a:t>Haberler</a:t>
            </a:fld>
            <a:endParaRPr lang="tr-TR" sz="1400" kern="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4872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69688A9-8ED0-64C1-625E-4CF291163F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47537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54" imgH="454" progId="TCLayout.ActiveDocument.1">
                  <p:embed/>
                </p:oleObj>
              </mc:Choice>
              <mc:Fallback>
                <p:oleObj name="think-cell Slide" r:id="rId3" imgW="454" imgH="454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69688A9-8ED0-64C1-625E-4CF291163F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CAAD0FE8-1F25-69B6-5353-5B710F5AD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tr-TR" dirty="0"/>
              <a:t>En Çok ilgilenilen konular</a:t>
            </a:r>
            <a:endParaRPr lang="en-US" dirty="0"/>
          </a:p>
        </p:txBody>
      </p:sp>
      <p:pic>
        <p:nvPicPr>
          <p:cNvPr id="5" name="İçerik Yer Tutucusu 4" descr="metin, ekran görüntüsü, yazı tipi, menü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8D80BCF-240C-4168-AC62-A2CCB7699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2221442"/>
            <a:ext cx="11379200" cy="3793066"/>
          </a:xfrm>
        </p:spPr>
      </p:pic>
    </p:spTree>
    <p:extLst>
      <p:ext uri="{BB962C8B-B14F-4D97-AF65-F5344CB8AC3E}">
        <p14:creationId xmlns:p14="http://schemas.microsoft.com/office/powerpoint/2010/main" val="2238164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B54FE-B87D-499F-29B2-66C91C288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4C930DE-F803-407D-1A48-87367B26E2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54" imgH="454" progId="TCLayout.ActiveDocument.1">
                  <p:embed/>
                </p:oleObj>
              </mc:Choice>
              <mc:Fallback>
                <p:oleObj name="think-cell Slide" r:id="rId3" imgW="454" imgH="45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4C930DE-F803-407D-1A48-87367B26E2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06374484-8BE7-BFFA-3184-04A1E71D2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tr-TR" dirty="0"/>
              <a:t>En Çok İndirilen Yazılar</a:t>
            </a:r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7FE7BA6A-31DC-D297-60B6-D2C82F01B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363530"/>
              </p:ext>
            </p:extLst>
          </p:nvPr>
        </p:nvGraphicFramePr>
        <p:xfrm>
          <a:off x="813547" y="1983441"/>
          <a:ext cx="10125635" cy="4141694"/>
        </p:xfrm>
        <a:graphic>
          <a:graphicData uri="http://schemas.openxmlformats.org/drawingml/2006/table">
            <a:tbl>
              <a:tblPr/>
              <a:tblGrid>
                <a:gridCol w="8430392">
                  <a:extLst>
                    <a:ext uri="{9D8B030D-6E8A-4147-A177-3AD203B41FA5}">
                      <a16:colId xmlns:a16="http://schemas.microsoft.com/office/drawing/2014/main" val="1624649730"/>
                    </a:ext>
                  </a:extLst>
                </a:gridCol>
                <a:gridCol w="1695243">
                  <a:extLst>
                    <a:ext uri="{9D8B030D-6E8A-4147-A177-3AD203B41FA5}">
                      <a16:colId xmlns:a16="http://schemas.microsoft.com/office/drawing/2014/main" val="3054596146"/>
                    </a:ext>
                  </a:extLst>
                </a:gridCol>
              </a:tblGrid>
              <a:tr h="32612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r-TR" sz="1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Yazı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İndirilme Sayısı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89766"/>
                  </a:ext>
                </a:extLst>
              </a:tr>
              <a:tr h="3172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Ankara'da Nereden Çıktı Bu Trafik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1612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027165"/>
                  </a:ext>
                </a:extLst>
              </a:tr>
              <a:tr h="3172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Hizb-ut Tahrir: İdeolojisi, örgütlenmesi ve Türkiye’deki faaliyetleri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422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328712"/>
                  </a:ext>
                </a:extLst>
              </a:tr>
              <a:tr h="6344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2025 Yılı Bütçe Hedeflerinin Program ve IMF Öngörüleri Çerçevesinde Değerlendirilmesi: Kamu Maliyesi Açısından 2025 Yılında Muhtemel Zorluklar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406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027690"/>
                  </a:ext>
                </a:extLst>
              </a:tr>
              <a:tr h="3172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Çin gölgesinde Türkiye’nin ihracat mücadelesi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372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404694"/>
                  </a:ext>
                </a:extLst>
              </a:tr>
              <a:tr h="3172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81 İl için İnsani Gelişmişlik Endeksi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353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043773"/>
                  </a:ext>
                </a:extLst>
              </a:tr>
              <a:tr h="6344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Hızlanan Enflasyon, Yetersiz Asgari Ücret Zamları ve Artan Gelir Eşitsizliği: Türkiye, Eylül 2021 – Ocak 2025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334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829346"/>
                  </a:ext>
                </a:extLst>
              </a:tr>
              <a:tr h="3172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Türkiye’de çocuk yoksulluğu: Mevcut durum ve riskler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293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776344"/>
                  </a:ext>
                </a:extLst>
              </a:tr>
              <a:tr h="3172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İran’da kimlik krizi: Şiiliğin gölgesinde yükselen Türk Milliyetçiliği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272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814211"/>
                  </a:ext>
                </a:extLst>
              </a:tr>
              <a:tr h="3172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İbrahim Antlaşmaları gerçekleşirse ne olur?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268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933443"/>
                  </a:ext>
                </a:extLst>
              </a:tr>
              <a:tr h="32612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İsrail’in Dürzî Politikası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239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274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8599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53597-3694-BFDD-E609-20DA6D967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8F5CAF9-978B-6996-06B3-2AAA6259E93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54" imgH="454" progId="TCLayout.ActiveDocument.1">
                  <p:embed/>
                </p:oleObj>
              </mc:Choice>
              <mc:Fallback>
                <p:oleObj name="think-cell Slide" r:id="rId3" imgW="454" imgH="45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F5CAF9-978B-6996-06B3-2AAA6259E9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DC88C2B1-C549-24D3-DD76-9C97FE31D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tr-TR" dirty="0"/>
              <a:t>En Çok Okunan Blog Yazıları</a:t>
            </a:r>
          </a:p>
        </p:txBody>
      </p:sp>
      <p:graphicFrame>
        <p:nvGraphicFramePr>
          <p:cNvPr id="8" name="Tablo 7">
            <a:extLst>
              <a:ext uri="{FF2B5EF4-FFF2-40B4-BE49-F238E27FC236}">
                <a16:creationId xmlns:a16="http://schemas.microsoft.com/office/drawing/2014/main" id="{36ABD066-D8E2-619C-6DC0-D2F8726C5A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696098"/>
              </p:ext>
            </p:extLst>
          </p:nvPr>
        </p:nvGraphicFramePr>
        <p:xfrm>
          <a:off x="1149723" y="2070848"/>
          <a:ext cx="10071847" cy="4013945"/>
        </p:xfrm>
        <a:graphic>
          <a:graphicData uri="http://schemas.openxmlformats.org/drawingml/2006/table">
            <a:tbl>
              <a:tblPr/>
              <a:tblGrid>
                <a:gridCol w="8385610">
                  <a:extLst>
                    <a:ext uri="{9D8B030D-6E8A-4147-A177-3AD203B41FA5}">
                      <a16:colId xmlns:a16="http://schemas.microsoft.com/office/drawing/2014/main" val="2829501320"/>
                    </a:ext>
                  </a:extLst>
                </a:gridCol>
                <a:gridCol w="1686237">
                  <a:extLst>
                    <a:ext uri="{9D8B030D-6E8A-4147-A177-3AD203B41FA5}">
                      <a16:colId xmlns:a16="http://schemas.microsoft.com/office/drawing/2014/main" val="2751106336"/>
                    </a:ext>
                  </a:extLst>
                </a:gridCol>
              </a:tblGrid>
              <a:tr h="37324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r-TR" sz="1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Yazı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İndirilme Sayısı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445002"/>
                  </a:ext>
                </a:extLst>
              </a:tr>
              <a:tr h="3630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Ölümün Elinden Alamadığı Adalet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5063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6974150"/>
                  </a:ext>
                </a:extLst>
              </a:tr>
              <a:tr h="3630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Temel Yanlışlara Cevaplar - Sünnilik nedir ne değildir?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4406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080756"/>
                  </a:ext>
                </a:extLst>
              </a:tr>
              <a:tr h="3630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"İç Pazarda Sıkışırsan Dışarıya Açılırsın" Ezberi Bozuluyor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2011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35993"/>
                  </a:ext>
                </a:extLst>
              </a:tr>
              <a:tr h="3630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Merkez Bankası'nın Beklenen Faiz Kararı ve Olası Etkileri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1848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686318"/>
                  </a:ext>
                </a:extLst>
              </a:tr>
              <a:tr h="3630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Türkiye'de Hukuk Daha da Dip Yapar Mı?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1768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206392"/>
                  </a:ext>
                </a:extLst>
              </a:tr>
              <a:tr h="3630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 Soruda GSYH ile İlgili Bilmek İstedikleriniz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1734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044467"/>
                  </a:ext>
                </a:extLst>
              </a:tr>
              <a:tr h="3630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Beka Sorunu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1543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610711"/>
                  </a:ext>
                </a:extLst>
              </a:tr>
              <a:tr h="3630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Altın Borç Alır Mıydınız?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1357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16641"/>
                  </a:ext>
                </a:extLst>
              </a:tr>
              <a:tr h="36305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Üniversite Mezunlarının İşsizliği: Türkiye'nin Çıkmazı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1112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800295"/>
                  </a:ext>
                </a:extLst>
              </a:tr>
              <a:tr h="3732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Siz Pancar Motor'un Hikayesini Biliyor Musunuz?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933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818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1501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7DF74-4C2E-C52E-BDF2-CFB63643F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53F6051-C1D1-CCB1-0EE4-16843D6DC20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54" imgH="454" progId="TCLayout.ActiveDocument.1">
                  <p:embed/>
                </p:oleObj>
              </mc:Choice>
              <mc:Fallback>
                <p:oleObj name="think-cell Slide" r:id="rId3" imgW="454" imgH="45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3F6051-C1D1-CCB1-0EE4-16843D6DC2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C163CEDD-6B0B-96D3-563B-8106A02AC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tr-TR" dirty="0"/>
              <a:t>En Çok Okunan Haberler</a:t>
            </a:r>
          </a:p>
        </p:txBody>
      </p:sp>
      <p:graphicFrame>
        <p:nvGraphicFramePr>
          <p:cNvPr id="3" name="Tablo 2">
            <a:extLst>
              <a:ext uri="{FF2B5EF4-FFF2-40B4-BE49-F238E27FC236}">
                <a16:creationId xmlns:a16="http://schemas.microsoft.com/office/drawing/2014/main" id="{E7272ED0-21C9-7435-0515-9DD5050D5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376317"/>
              </p:ext>
            </p:extLst>
          </p:nvPr>
        </p:nvGraphicFramePr>
        <p:xfrm>
          <a:off x="1008529" y="2178425"/>
          <a:ext cx="9917206" cy="3841376"/>
        </p:xfrm>
        <a:graphic>
          <a:graphicData uri="http://schemas.openxmlformats.org/drawingml/2006/table">
            <a:tbl>
              <a:tblPr/>
              <a:tblGrid>
                <a:gridCol w="8256859">
                  <a:extLst>
                    <a:ext uri="{9D8B030D-6E8A-4147-A177-3AD203B41FA5}">
                      <a16:colId xmlns:a16="http://schemas.microsoft.com/office/drawing/2014/main" val="940315878"/>
                    </a:ext>
                  </a:extLst>
                </a:gridCol>
                <a:gridCol w="1660347">
                  <a:extLst>
                    <a:ext uri="{9D8B030D-6E8A-4147-A177-3AD203B41FA5}">
                      <a16:colId xmlns:a16="http://schemas.microsoft.com/office/drawing/2014/main" val="2315105833"/>
                    </a:ext>
                  </a:extLst>
                </a:gridCol>
              </a:tblGrid>
              <a:tr h="30247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tr-TR" sz="1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Yazı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tr-TR" sz="16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İndirilme Sayısı</a:t>
                      </a:r>
                    </a:p>
                  </a:txBody>
                  <a:tcPr marL="4763" marR="4763" marT="4763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509965"/>
                  </a:ext>
                </a:extLst>
              </a:tr>
              <a:tr h="2942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Ankara’da nereden çıktı bu trafik?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58634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140065"/>
                  </a:ext>
                </a:extLst>
              </a:tr>
              <a:tr h="2942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İbrahim Antlaşmaları gerçekleşirse ne olur?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1512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687826"/>
                  </a:ext>
                </a:extLst>
              </a:tr>
              <a:tr h="2942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Türkiye'de doğum oranlarının düşüşü: Nedenler, etkiler ve çözümler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1427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00558"/>
                  </a:ext>
                </a:extLst>
              </a:tr>
              <a:tr h="5884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Sarsıntıdan dayanıklılığa: 6 şubat depremleri sonrası deprem bölgesinin iki yıllık ekonomik ve kurumsal yolculuğu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1310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3731210"/>
                  </a:ext>
                </a:extLst>
              </a:tr>
              <a:tr h="2942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Aralık 2024’te gıda fiyatları yükselirken artış hızı düşüş göstermeye başladı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1104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987658"/>
                  </a:ext>
                </a:extLst>
              </a:tr>
              <a:tr h="2942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Prof. Dr. Ahmet Sözen: “Kıbrıs’ta bir federasyon şu an en makul seçenek”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1012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318342"/>
                  </a:ext>
                </a:extLst>
              </a:tr>
              <a:tr h="5884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Türkiye'de Asgari Ücret, Enflasyon ve Gelir Dağılımı İlişkisi Üzerine Yeni Bir Çalışma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999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758599"/>
                  </a:ext>
                </a:extLst>
              </a:tr>
              <a:tr h="2942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Hizb-ut Tahrir Türkiye için risk unsuru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911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252378"/>
                  </a:ext>
                </a:extLst>
              </a:tr>
              <a:tr h="2942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2025’te aylık gıda enflasyonu ilk kez %3’ün altında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897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261393"/>
                  </a:ext>
                </a:extLst>
              </a:tr>
              <a:tr h="3024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6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Çin gölgesinde Türkiye’nin ihracat mücadelesi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811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324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2974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E2F296E-AE6F-8AC2-10CA-CA5B9DDB8A6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86898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54" imgH="454" progId="TCLayout.ActiveDocument.1">
                  <p:embed/>
                </p:oleObj>
              </mc:Choice>
              <mc:Fallback>
                <p:oleObj name="think-cell Slide" r:id="rId3" imgW="454" imgH="45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2F296E-AE6F-8AC2-10CA-CA5B9DDB8A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Başlık 1">
            <a:extLst>
              <a:ext uri="{FF2B5EF4-FFF2-40B4-BE49-F238E27FC236}">
                <a16:creationId xmlns:a16="http://schemas.microsoft.com/office/drawing/2014/main" id="{FE3C1DAA-5EAE-AAD8-A791-67697FBAD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1006292"/>
            <a:ext cx="11379200" cy="838200"/>
          </a:xfrm>
        </p:spPr>
        <p:txBody>
          <a:bodyPr vert="horz"/>
          <a:lstStyle/>
          <a:p>
            <a:r>
              <a:rPr lang="tr-TR" sz="3200" dirty="0"/>
              <a:t>Yeniden trafik çeken yazılarımız</a:t>
            </a:r>
            <a:br>
              <a:rPr lang="tr-TR" sz="3200" dirty="0"/>
            </a:br>
            <a:r>
              <a:rPr lang="tr-TR" sz="2800" b="0" dirty="0"/>
              <a:t>Seçimler veya çatışmalar öncesinde yazılan ve siyasi veya ekonomik gelişmelerin öncesinde yayınlanan yazılar</a:t>
            </a:r>
            <a:endParaRPr lang="tr-TR" sz="3200" dirty="0"/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BB4D67A3-4A7D-5194-EAA5-E9F5A6C77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649164"/>
              </p:ext>
            </p:extLst>
          </p:nvPr>
        </p:nvGraphicFramePr>
        <p:xfrm>
          <a:off x="760228" y="2339791"/>
          <a:ext cx="10528578" cy="3680009"/>
        </p:xfrm>
        <a:graphic>
          <a:graphicData uri="http://schemas.openxmlformats.org/drawingml/2006/table">
            <a:tbl>
              <a:tblPr/>
              <a:tblGrid>
                <a:gridCol w="5778566">
                  <a:extLst>
                    <a:ext uri="{9D8B030D-6E8A-4147-A177-3AD203B41FA5}">
                      <a16:colId xmlns:a16="http://schemas.microsoft.com/office/drawing/2014/main" val="294806627"/>
                    </a:ext>
                  </a:extLst>
                </a:gridCol>
                <a:gridCol w="1501842">
                  <a:extLst>
                    <a:ext uri="{9D8B030D-6E8A-4147-A177-3AD203B41FA5}">
                      <a16:colId xmlns:a16="http://schemas.microsoft.com/office/drawing/2014/main" val="3602329489"/>
                    </a:ext>
                  </a:extLst>
                </a:gridCol>
                <a:gridCol w="2091723">
                  <a:extLst>
                    <a:ext uri="{9D8B030D-6E8A-4147-A177-3AD203B41FA5}">
                      <a16:colId xmlns:a16="http://schemas.microsoft.com/office/drawing/2014/main" val="564665634"/>
                    </a:ext>
                  </a:extLst>
                </a:gridCol>
                <a:gridCol w="1156447">
                  <a:extLst>
                    <a:ext uri="{9D8B030D-6E8A-4147-A177-3AD203B41FA5}">
                      <a16:colId xmlns:a16="http://schemas.microsoft.com/office/drawing/2014/main" val="2226064931"/>
                    </a:ext>
                  </a:extLst>
                </a:gridCol>
              </a:tblGrid>
              <a:tr h="14740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Yazı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Yayınlanma Tarihi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Yeniden Okunduğu Dönem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Yeniden Okunduğu</a:t>
                      </a:r>
                      <a:br>
                        <a:rPr lang="tr-TR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</a:br>
                      <a:r>
                        <a:rPr lang="tr-TR" sz="1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Dönemdeki Trafik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4072056"/>
                  </a:ext>
                </a:extLst>
              </a:tr>
              <a:tr h="3659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Türkiye’de hukuk daha da dip yapar mı?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2025-02-25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2025-09-13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440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953339"/>
                  </a:ext>
                </a:extLst>
              </a:tr>
              <a:tr h="3659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Merkez Bankasının beklenen faiz kararı ve olası etkileri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2025-01-01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2025-03-06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148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830342"/>
                  </a:ext>
                </a:extLst>
              </a:tr>
              <a:tr h="3659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Üç kesimin beklediği enflasyonun gerçekleşmeye etkisi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2025-01-11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2025-03-21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136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587860"/>
                  </a:ext>
                </a:extLst>
              </a:tr>
              <a:tr h="3659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Prof. Dr. </a:t>
                      </a:r>
                      <a:r>
                        <a:rPr lang="tr-TR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Ahmet Sözen: “Kıbrıs’ta bir federasyon şu an en makul seçenek”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2025-05-02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2025-10-19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729991"/>
                  </a:ext>
                </a:extLst>
              </a:tr>
              <a:tr h="3659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İsrail’in Dürzî Politikası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2025-05-04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2025-07-18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111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582143"/>
                  </a:ext>
                </a:extLst>
              </a:tr>
              <a:tr h="3762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tr-TR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TEPAV Gıda Fiyat Endeksi </a:t>
                      </a:r>
                    </a:p>
                  </a:txBody>
                  <a:tcPr marL="4763" marR="4763" marT="4763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2025-02-02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2025-07-01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tr-T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106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514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60601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3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d.%m.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8&quot;&gt;&lt;elem m_fUsage=&quot;4.21829728273539572569E+00&quot;&gt;&lt;m_msothmcolidx val=&quot;0&quot;/&gt;&lt;m_rgb r=&quot;00&quot; g=&quot;20&quot; b=&quot;60&quot;/&gt;&lt;/elem&gt;&lt;elem m_fUsage=&quot;1.72616200801669683607E+00&quot;&gt;&lt;m_msothmcolidx val=&quot;0&quot;/&gt;&lt;m_rgb r=&quot;94&quot; g=&quot;0D&quot; b=&quot;0F&quot;/&gt;&lt;/elem&gt;&lt;elem m_fUsage=&quot;8.10000000000000053291E-01&quot;&gt;&lt;m_msothmcolidx val=&quot;0&quot;/&gt;&lt;m_rgb r=&quot;03&quot; g=&quot;06&quot; b=&quot;4A&quot;/&gt;&lt;/elem&gt;&lt;elem m_fUsage=&quot;7.29000000000000092371E-01&quot;&gt;&lt;m_msothmcolidx val=&quot;0&quot;/&gt;&lt;m_rgb r=&quot;B0&quot; g=&quot;30&quot; b=&quot;24&quot;/&gt;&lt;/elem&gt;&lt;elem m_fUsage=&quot;6.56100000000000127542E-01&quot;&gt;&lt;m_msothmcolidx val=&quot;0&quot;/&gt;&lt;m_rgb r=&quot;FF&quot; g=&quot;8F&quot; b=&quot;79&quot;/&gt;&lt;/elem&gt;&lt;elem m_fUsage=&quot;5.90490000000000181402E-01&quot;&gt;&lt;m_msothmcolidx val=&quot;0&quot;/&gt;&lt;m_rgb r=&quot;FF&quot; g=&quot;B5&quot; b=&quot;9D&quot;/&gt;&lt;/elem&gt;&lt;elem m_fUsage=&quot;2.85179807064298407315E-01&quot;&gt;&lt;m_msothmcolidx val=&quot;0&quot;/&gt;&lt;m_rgb r=&quot;D9&quot; g=&quot;D9&quot; b=&quot;D9&quot;/&gt;&lt;/elem&gt;&lt;elem m_fUsage=&quot;9.84770902183611934744E-02&quot;&gt;&lt;m_msothmcolidx val=&quot;0&quot;/&gt;&lt;m_rgb r=&quot;C0&quot; g=&quot;00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Nb8fbTSsOEICRV1E_0r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1fWyv45omw6a_wMXvO.l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ivP71AefvlX0FRcXg0EA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5bayvmOTeFez1rRS_F8C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x_jDTSiI6rWalHn4LjL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c_yzcF0kiYCPaT.HVL2U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OEgNkR67FHpBVLBEff2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DyAfLM0RlBnLfCTJSPj7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SJVCHDsIXfLDRPQACxG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ZlsAJIrYel31szB.nKc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33K8oY9M7dwDvxZuOjri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0JdRX9hQEUQ_BbFH_W3s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lGKnqN6TCncsRvV8kHU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A8WGzWn9FLZrSuCBcCMg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6a9umlRDi0RdgIQ50Nu_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ivP71AefvlX0FRcXg0EA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5bayvmOTeFez1rRS_F8C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x_jDTSiI6rWalHn4LjL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c_yzcF0kiYCPaT.HVL2U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5OEgNkR67FHpBVLBEff2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DyAfLM0RlBnLfCTJSPj7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SJVCHDsIXfLDRPQACxG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ZlsAJIrYel31szB.nKc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33K8oY9M7dwDvxZuOjri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0JdRX9hQEUQ_BbFH_W3s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lGKnqN6TCncsRvV8kHU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A8WGzWn9FLZrSuCBcCMg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6a9umlRDi0RdgIQ50Nu_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xpGAmdYsYdcMEolC.kTX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fP6vcDC08p86z5wYQS4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EStPmtlGafH_PJdl699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EThppYmVpztMSF6KAkVE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awB0oWygrRAlOEAmoBUSw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JD5tPb2OT68Hxpa6r37m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V5HsXw6roqFS8CZTOKWO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1W0UNV7cq.9riXXzRQqw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BFSO8Mt7OSDIm0qM9BBA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HlbRXabmGL7UIutZMF3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gr02GgUAxg_ZPfRHtwG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THW6S58aAHByGvn2bu.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dQi_rR71DpPmqUNOy9uE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9JQNb62DIXJgd66_OEYR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zXYgmGA19sCUK8.cquM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mz9Lgym8W6j0RngCKNk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e3uk61632otm2IvLDY2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jAyzMVlN.gtc09REWU4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OiQwsjl8fjuI02HXavoh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4TLr8Dn5oGAUa52vrOdT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5FDMY7P75wZrK_LmnrjE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8V34SYguDvXqkfc1ONpP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xfm_CD769jlPIm9yDga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1YB5lkiYxUWfssaADbN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oBjCpMrkWcPwayebUA0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o9pVstDdYwT6LxopEp05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7WWwYHjfx3DVyB4TLZ0w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DLgnHmeo_7p.vyN_BtR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WtDqgY5Fqpoz7ZLShmca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likn9Uovxq0A42bmHwr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Cda_RLeS7jFjb2hLWuHr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xpGAmdYsYdcMEolC.kTXA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fP6vcDC08p86z5wYQS4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EStPmtlGafH_PJdl699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EThppYmVpztMSF6KAkVE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awB0oWygrRAlOEAmoBUS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JD5tPb2OT68Hxpa6r37m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V5HsXw6roqFS8CZTOKWO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1W0UNV7cq.9riXXzRQq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BFSO8Mt7OSDIm0qM9BBA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xHlbRXabmGL7UIutZMF3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Lgr02GgUAxg_ZPfRHtwG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THW6S58aAHByGvn2bu.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dQi_rR71DpPmqUNOy9uE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9JQNb62DIXJgd66_OEYR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zXYgmGA19sCUK8.cquM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mz9Lgym8W6j0RngCKNk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Fe3uk61632otm2IvLDY2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jAyzMVlN.gtc09REWU4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OiQwsjl8fjuI02HXavoh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4TLr8Dn5oGAUa52vrOdT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5FDMY7P75wZrK_LmnrjEQ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8V34SYguDvXqkfc1ONpP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xfm_CD769jlPIm9yDga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1YB5lkiYxUWfssaADb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oBjCpMrkWcPwayebUA0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o9pVstDdYwT6LxopEp05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d7WWwYHjfx3DVyB4TLZ0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XDLgnHmeo_7p.vyN_BtR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WtDqgY5Fqpoz7ZLShmca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likn9Uovxq0A42bmHwr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Cda_RLeS7jFjb2hLWuHr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ABVTKreCZPhZGJ2omgS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GnMX0BY6l3ZrYjHgFSJ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ojfNCmOouZVJ6fgsyv2Q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12MmPBfWRKbIFDwC7ZO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o86oFrHh4eC7bgu_SEwS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91TZ6dicljby5tRXcGZ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TKSFNcr_ROWt2VsA6Aaf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E94oZJLNtuPZT6J55RY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CW3c2VwU2JNkfmHGxKo.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ABVTKreCZPhZGJ2omgS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ojfNCmOouZVJ6fgsyv2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fuoNH0Nbs3a29ixw3sk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12MmPBfWRKbIFDwC7ZO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o86oFrHh4eC7bgu_SEwSQ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YyIxwlxyvcvsPdjIsgw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91TZ6dicljby5tRXcGZ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yGnMX0BY6l3ZrYjHgFSJw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1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a1" id="{C423D006-8706-49DA-85E2-0A88BBF08510}" vid="{F05A5665-449A-4008-8493-20358EC9E0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84B367C-31FD-E44B-8E6F-1FB7FDC30EBC}">
  <we:reference id="a3b40b4f-8edf-490e-9df1-7e66f93912bf" version="1.2.0.0" store="EXCatalog" storeType="EXCatalog"/>
  <we:alternateReferences>
    <we:reference id="WA104380526" version="1.2.0.0" store="tr-TR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2438</TotalTime>
  <Words>569</Words>
  <Application>Microsoft Office PowerPoint</Application>
  <PresentationFormat>Geniş ekran</PresentationFormat>
  <Paragraphs>224</Paragraphs>
  <Slides>13</Slides>
  <Notes>5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Eklenmiş OLE Hizmet Programları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Tahoma</vt:lpstr>
      <vt:lpstr>Wingdings</vt:lpstr>
      <vt:lpstr>Tema1</vt:lpstr>
      <vt:lpstr>think-cell Slide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Türlerine göre Websitesi Trafiği</vt:lpstr>
      <vt:lpstr>Bölümlere göre Websitesi Trafiği</vt:lpstr>
      <vt:lpstr>En Çok ilgilenilen konular</vt:lpstr>
      <vt:lpstr>En Çok İndirilen Yazılar</vt:lpstr>
      <vt:lpstr>En Çok Okunan Blog Yazıları</vt:lpstr>
      <vt:lpstr>En Çok Okunan Haberler</vt:lpstr>
      <vt:lpstr>Yeniden trafik çeken yazılarımız Seçimler veya çatışmalar öncesinde yazılan ve siyasi veya ekonomik gelişmelerin öncesinde yayınlanan yazılar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Şükrü Demirci</dc:creator>
  <cp:lastModifiedBy>A. İsmet AŞCI</cp:lastModifiedBy>
  <cp:revision>61</cp:revision>
  <dcterms:created xsi:type="dcterms:W3CDTF">2025-05-22T12:53:20Z</dcterms:created>
  <dcterms:modified xsi:type="dcterms:W3CDTF">2026-02-02T09:08:35Z</dcterms:modified>
</cp:coreProperties>
</file>